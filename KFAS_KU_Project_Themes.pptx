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063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student project component. Program: 'AI in Action — Think AI. Create Impact.' Three project themes proposed by KFAS for the final-day group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Concept-driven and exploratory: identify a challenge, develop a concept, explore with simple tools or data, and present. Each group delivers a concept proposal, basic analysis where applicable, a simplified prototype or simulation, and a final presentation. Depth and tools adapted by Korea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KFAS proposes three project themes — Energy Efficiency in Buildings, Smart Farming &amp; Food Security, and Intelligent Healthcare. Each connects AI to a real-world challenge, with example datasets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10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760720" cy="5760720"/>
          </a:xfrm>
          <a:prstGeom prst="ellipse">
            <a:avLst/>
          </a:prstGeom>
          <a:solidFill>
            <a:srgbClr val="33070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515600" y="4114800"/>
            <a:ext cx="3474720" cy="347472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2A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PROJECT THEMES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Korea AI </a:t>
            </a: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Action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AI. Create Impact.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B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project themes for the final-day group work — in collaboration with KFAS.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5394960"/>
            <a:ext cx="52578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home/claude/ku_logo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605272"/>
            <a:ext cx="1865376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56432" y="5632704"/>
            <a:ext cx="12802" cy="493776"/>
          </a:xfrm>
          <a:prstGeom prst="rect">
            <a:avLst/>
          </a:prstGeom>
          <a:solidFill>
            <a:srgbClr val="D9CDC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/home/claude/kfas_t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5596128"/>
            <a:ext cx="1810512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2A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Approach &amp; Deliverables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approach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real-world challenge within your theme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22960" y="3127248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0815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clear, solution-oriented concept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22960" y="3968496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82296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92277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 with simplified tools, scenarios, or datasets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22960" y="4809744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Text 13"/>
          <p:cNvSpPr/>
          <p:nvPr/>
        </p:nvSpPr>
        <p:spPr>
          <a:xfrm>
            <a:off x="82296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7640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work in a structured, visual format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0936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deliver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2212848"/>
            <a:ext cx="566928" cy="566928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2354580"/>
            <a:ext cx="283464" cy="28346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86600" y="2176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Proposal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086600" y="24871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proposed solution, with simple diagrams or logic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309360" y="3108960"/>
            <a:ext cx="566928" cy="566928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92" y="3250692"/>
            <a:ext cx="283464" cy="28346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86600" y="307238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Analysis or Insight</a:t>
            </a: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7086600" y="33832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interpretation of data or scenarios, where applicable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309360" y="4005072"/>
            <a:ext cx="566928" cy="566928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092" y="4146804"/>
            <a:ext cx="283464" cy="28346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086600" y="3968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Prototype, Model or Simulation</a:t>
            </a: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7086600" y="42793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model, digital simulation, or mock-up / workflow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6309360" y="4901184"/>
            <a:ext cx="566928" cy="566928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 sz="240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1092" y="5042916"/>
            <a:ext cx="283464" cy="2834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086600" y="48646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Presentation</a:t>
            </a: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7086600" y="51755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approach, solution, and expected impact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2A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FINAL-DAY GROUP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Project Themes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0" y="9326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i="1" dirty="0">
                <a:solidFill>
                  <a:srgbClr val="C2A1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AI. Create Impact.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KFAS — apply what you've learned to a real-world challenge.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3271418" cy="352044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88720" y="2560320"/>
            <a:ext cx="868680" cy="86868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90" y="2777490"/>
            <a:ext cx="434340" cy="4343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611880"/>
            <a:ext cx="25398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Efficiency in Buildings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88720" y="4297680"/>
            <a:ext cx="25398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energy use and optimize cooling for hot climates like Kuwait — smarter energy management and building practices.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512064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i="1" dirty="0">
                <a:solidFill>
                  <a:srgbClr val="8C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building-energy datasets · Kuwait MEW conservation code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60138" y="2148840"/>
            <a:ext cx="3271418" cy="352044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825898" y="2560320"/>
            <a:ext cx="868680" cy="86868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68" y="277749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25898" y="3611880"/>
            <a:ext cx="25398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Farming &amp; Food Security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825898" y="4297680"/>
            <a:ext cx="25398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sustainable agriculture — smart irrigation, environmental monitoring, even home-scale growing systems.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25898" y="512064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i="1" dirty="0">
                <a:solidFill>
                  <a:srgbClr val="8C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soil &amp; irrigation data · crop-recommendation datasets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97317" y="2148840"/>
            <a:ext cx="3271418" cy="3520440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8463077" y="2560320"/>
            <a:ext cx="868680" cy="86868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247" y="2777490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63077" y="3611880"/>
            <a:ext cx="25398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Healthcare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463077" y="4297680"/>
            <a:ext cx="25398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and AI to healthcare — early-detection concepts and more efficient, accessible systems.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463077" y="5120640"/>
            <a:ext cx="25398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00" i="1" dirty="0">
                <a:solidFill>
                  <a:srgbClr val="8C1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public health indicators · diabetes dataset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datasets and references are provided to guide exploration and may be adapted to student level and resources.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2A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THEME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Efficiency in Buildings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658368"/>
            <a:ext cx="868680" cy="86868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90" y="875538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energy efficiency and cut consumption in buildings — especially in high-temperature environments like Kuwait. The focus is on practical, solution-oriented ideas rather than technical implementation, using Kuwait's Energy Conservation Code as a baseline reference.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with 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6035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cooling systems for hot climates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smart energy-management solutions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existing building practices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consumption patterns and propose optimizations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7F0F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571232" y="1874520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532" y="19888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816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datasets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35240" y="23774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Energy Consumption — global use &amp; sources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 — building design &amp; heating/cooling loads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Weather — temperature &amp; climate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0" y="388620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7F0F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571232" y="4114800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532" y="42291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635240" y="4617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Open Data — energy indicators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UNEP — environmental data &amp; reports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 Portal — country statistics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Agreement — climate framework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MEW Energy Conservation Code (R-6/2018)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 Meteorological Department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building-energy datasets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2A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THEME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Farming &amp; Food Security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658368"/>
            <a:ext cx="868680" cy="86868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90" y="875538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AI can support sustainable agriculture and food security, especially in resource-constrained environments. The scope can extend to small-scale or home-based smart farming, such as indoor growing and controlled environments, making it practical and relatable.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with 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6035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monitoring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Data-informed crop-management decisions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Home-scale / indoor growing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for smarter resource use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7F0F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571232" y="1874520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532" y="19888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816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datasets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35240" y="23774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Recommendation — soil, climate &amp; optimal crops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Weather — temperature &amp; climate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&amp; irrigation datasets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0" y="388620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7F0F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571232" y="4114800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532" y="42291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635240" y="4617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(FAOSTAT) — agriculture &amp; food security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Open Data — agriculture &amp; water use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UNEP — environmental &amp; sustainability data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 Portal — country-level indicators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smart-farming datasets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2A1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THEME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Healthcare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658368"/>
            <a:ext cx="868680" cy="86868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8490" y="875538"/>
            <a:ext cx="434340" cy="4343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and AI to support improved healthcare outcomes. Students explore basic data interpretation, early-detection concepts, and digital solutions that make healthcare more efficient and accessible — developing simple, practical ideas with structured guidance.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1D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with 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6035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health-data interpretation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Early-detection concepts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solutions for efficiency &amp; accessibility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decision-making in health systems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4069080" cy="1965960"/>
          </a:xfrm>
          <a:prstGeom prst="roundRect">
            <a:avLst>
              <a:gd name="adj" fmla="val 3721"/>
            </a:avLst>
          </a:prstGeom>
          <a:solidFill>
            <a:srgbClr val="F7F0F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571232" y="1874520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532" y="19888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8160" y="19019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datasets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35240" y="23774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— health indicators for at-risk individuals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public health-statistics datasets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315200" y="3886200"/>
            <a:ext cx="4069080" cy="2331720"/>
          </a:xfrm>
          <a:prstGeom prst="roundRect">
            <a:avLst>
              <a:gd name="adj" fmla="val 3137"/>
            </a:avLst>
          </a:prstGeom>
          <a:solidFill>
            <a:srgbClr val="F7F0F1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571232" y="4114800"/>
            <a:ext cx="457200" cy="457200"/>
          </a:xfrm>
          <a:prstGeom prst="ellipse">
            <a:avLst/>
          </a:prstGeom>
          <a:solidFill>
            <a:srgbClr val="8C1D2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532" y="42291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41422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1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635240" y="4617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— global health data &amp; indicators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Open Data — healthcare indicators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 Portal — country-level health statistics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E6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healthcare datasets (educational use)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762</Words>
  <Application>Microsoft Macintosh PowerPoint</Application>
  <PresentationFormat>와이드스크린</PresentationFormat>
  <Paragraphs>102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Project Themes</dc:title>
  <dc:subject>PptxGenJS Presentation</dc:subject>
  <dc:creator>PptxGenJS</dc:creator>
  <cp:lastModifiedBy>Paul Hongsuck Seo</cp:lastModifiedBy>
  <cp:revision>3</cp:revision>
  <dcterms:created xsi:type="dcterms:W3CDTF">2026-07-07T15:59:19Z</dcterms:created>
  <dcterms:modified xsi:type="dcterms:W3CDTF">2026-07-08T00:04:06Z</dcterms:modified>
</cp:coreProperties>
</file>