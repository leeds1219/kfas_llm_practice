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31"/>
  </p:notesMasterIdLst>
  <p:sldIdLst>
    <p:sldId id="491" r:id="rId2"/>
    <p:sldId id="361" r:id="rId3"/>
    <p:sldId id="364" r:id="rId4"/>
    <p:sldId id="365" r:id="rId5"/>
    <p:sldId id="366" r:id="rId6"/>
    <p:sldId id="367" r:id="rId7"/>
    <p:sldId id="368" r:id="rId8"/>
    <p:sldId id="369" r:id="rId9"/>
    <p:sldId id="391" r:id="rId10"/>
    <p:sldId id="370" r:id="rId11"/>
    <p:sldId id="371" r:id="rId12"/>
    <p:sldId id="372" r:id="rId13"/>
    <p:sldId id="373" r:id="rId14"/>
    <p:sldId id="374" r:id="rId15"/>
    <p:sldId id="375" r:id="rId16"/>
    <p:sldId id="376" r:id="rId17"/>
    <p:sldId id="377" r:id="rId18"/>
    <p:sldId id="378" r:id="rId19"/>
    <p:sldId id="379" r:id="rId20"/>
    <p:sldId id="380" r:id="rId21"/>
    <p:sldId id="381" r:id="rId22"/>
    <p:sldId id="385" r:id="rId23"/>
    <p:sldId id="383" r:id="rId24"/>
    <p:sldId id="384" r:id="rId25"/>
    <p:sldId id="386" r:id="rId26"/>
    <p:sldId id="382" r:id="rId27"/>
    <p:sldId id="390" r:id="rId28"/>
    <p:sldId id="392" r:id="rId29"/>
    <p:sldId id="393" r:id="rId30"/>
    <p:sldId id="394" r:id="rId31"/>
    <p:sldId id="395" r:id="rId32"/>
    <p:sldId id="396" r:id="rId33"/>
    <p:sldId id="397" r:id="rId34"/>
    <p:sldId id="398" r:id="rId35"/>
    <p:sldId id="399" r:id="rId36"/>
    <p:sldId id="400" r:id="rId37"/>
    <p:sldId id="401" r:id="rId38"/>
    <p:sldId id="402" r:id="rId39"/>
    <p:sldId id="403" r:id="rId40"/>
    <p:sldId id="404" r:id="rId41"/>
    <p:sldId id="405" r:id="rId42"/>
    <p:sldId id="406" r:id="rId43"/>
    <p:sldId id="407" r:id="rId44"/>
    <p:sldId id="408" r:id="rId45"/>
    <p:sldId id="409" r:id="rId46"/>
    <p:sldId id="410" r:id="rId47"/>
    <p:sldId id="411" r:id="rId48"/>
    <p:sldId id="412" r:id="rId49"/>
    <p:sldId id="413" r:id="rId50"/>
    <p:sldId id="414" r:id="rId51"/>
    <p:sldId id="415" r:id="rId52"/>
    <p:sldId id="416" r:id="rId53"/>
    <p:sldId id="417" r:id="rId54"/>
    <p:sldId id="418" r:id="rId55"/>
    <p:sldId id="419" r:id="rId56"/>
    <p:sldId id="420" r:id="rId57"/>
    <p:sldId id="421" r:id="rId58"/>
    <p:sldId id="422" r:id="rId59"/>
    <p:sldId id="423" r:id="rId60"/>
    <p:sldId id="424" r:id="rId61"/>
    <p:sldId id="425" r:id="rId62"/>
    <p:sldId id="426" r:id="rId63"/>
    <p:sldId id="427" r:id="rId64"/>
    <p:sldId id="428" r:id="rId65"/>
    <p:sldId id="429" r:id="rId66"/>
    <p:sldId id="430" r:id="rId67"/>
    <p:sldId id="431" r:id="rId68"/>
    <p:sldId id="432" r:id="rId69"/>
    <p:sldId id="433" r:id="rId70"/>
    <p:sldId id="434" r:id="rId71"/>
    <p:sldId id="435" r:id="rId72"/>
    <p:sldId id="436" r:id="rId73"/>
    <p:sldId id="437" r:id="rId74"/>
    <p:sldId id="438" r:id="rId75"/>
    <p:sldId id="439" r:id="rId76"/>
    <p:sldId id="440" r:id="rId77"/>
    <p:sldId id="441" r:id="rId78"/>
    <p:sldId id="442" r:id="rId79"/>
    <p:sldId id="443" r:id="rId80"/>
    <p:sldId id="444" r:id="rId81"/>
    <p:sldId id="445" r:id="rId82"/>
    <p:sldId id="446" r:id="rId83"/>
    <p:sldId id="447" r:id="rId84"/>
    <p:sldId id="448" r:id="rId85"/>
    <p:sldId id="449" r:id="rId86"/>
    <p:sldId id="450" r:id="rId87"/>
    <p:sldId id="451" r:id="rId88"/>
    <p:sldId id="452" r:id="rId89"/>
    <p:sldId id="453" r:id="rId90"/>
    <p:sldId id="454" r:id="rId91"/>
    <p:sldId id="455" r:id="rId92"/>
    <p:sldId id="456" r:id="rId93"/>
    <p:sldId id="457" r:id="rId94"/>
    <p:sldId id="458" r:id="rId95"/>
    <p:sldId id="459" r:id="rId96"/>
    <p:sldId id="460" r:id="rId97"/>
    <p:sldId id="461" r:id="rId98"/>
    <p:sldId id="462" r:id="rId99"/>
    <p:sldId id="463" r:id="rId100"/>
    <p:sldId id="464" r:id="rId101"/>
    <p:sldId id="465" r:id="rId102"/>
    <p:sldId id="466" r:id="rId103"/>
    <p:sldId id="467" r:id="rId104"/>
    <p:sldId id="468" r:id="rId105"/>
    <p:sldId id="469" r:id="rId106"/>
    <p:sldId id="470" r:id="rId107"/>
    <p:sldId id="471" r:id="rId108"/>
    <p:sldId id="472" r:id="rId109"/>
    <p:sldId id="473" r:id="rId110"/>
    <p:sldId id="474" r:id="rId111"/>
    <p:sldId id="475" r:id="rId112"/>
    <p:sldId id="476" r:id="rId113"/>
    <p:sldId id="477" r:id="rId114"/>
    <p:sldId id="478" r:id="rId115"/>
    <p:sldId id="479" r:id="rId116"/>
    <p:sldId id="480" r:id="rId117"/>
    <p:sldId id="481" r:id="rId118"/>
    <p:sldId id="482" r:id="rId119"/>
    <p:sldId id="483" r:id="rId120"/>
    <p:sldId id="484" r:id="rId121"/>
    <p:sldId id="354" r:id="rId122"/>
    <p:sldId id="346" r:id="rId123"/>
    <p:sldId id="348" r:id="rId124"/>
    <p:sldId id="352" r:id="rId125"/>
    <p:sldId id="485" r:id="rId126"/>
    <p:sldId id="359" r:id="rId127"/>
    <p:sldId id="357" r:id="rId128"/>
    <p:sldId id="488" r:id="rId129"/>
    <p:sldId id="297" r:id="rId1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0"/>
    <p:restoredTop sz="84521"/>
  </p:normalViewPr>
  <p:slideViewPr>
    <p:cSldViewPr snapToGrid="0">
      <p:cViewPr varScale="1">
        <p:scale>
          <a:sx n="102" d="100"/>
          <a:sy n="102" d="100"/>
        </p:scale>
        <p:origin x="20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A5726-1E63-F949-BDE7-AD5A784B85B6}" type="datetimeFigureOut">
              <a:rPr kumimoji="1" lang="ko-Kore-KR" altLang="en-US" smtClean="0"/>
              <a:t>7/7/26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2CBCE8-5CFA-C440-BDD7-98A2C730A34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31437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10930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21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48091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22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85924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23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55869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24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4768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25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47584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36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58873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7E39C-7C95-D5CF-780A-E6403AA7A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8FAAC0-CE59-F316-37AC-0D348EC28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6304A6-0054-0C35-1D94-958E1B4DC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8790B3-4AE2-BC7C-939E-3152E95B29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50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17910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57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92324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Explain </a:t>
            </a:r>
            <a:r>
              <a:rPr kumimoji="1" lang="en-US" altLang="ko-KR" dirty="0" err="1"/>
              <a:t>f_att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59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455445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51077-D27D-268A-4A08-2E49C63AA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22D5E9-5AEA-5288-7549-F2195F3E8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41D59F-486A-6475-BDAC-0200637CC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9476F6-849B-51D6-4BF6-9E13CC1E2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70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92141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91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762628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CD2BE-0359-CD13-8A1F-CFCCF6BB0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F1FFB5-965A-AC1F-9576-D8004F6B5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6EDFED-BE2A-6F06-50B1-B67770877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A6FE86-15B9-C174-EA32-8373EA5BF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92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476918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FE61A-E200-2DF1-37E7-8766D58DC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4A64FD-490E-6B22-5349-DB9FA7901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BD2100-3219-373B-52D4-D8EDFE5B7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6B4CB9-57EF-648F-3930-D24A0DDA3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93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29424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50A68-D0E2-F313-2824-D62E0C3A8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F6A410-5E3D-6452-7EE0-EAC8A350C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F07BB2-50C7-223C-124C-B651E5518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69643A-D296-92CD-CB7A-E92327CB5F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94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85492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99184-8992-5649-0952-D06BB1BA5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101D7F-236E-FF47-042D-748BDFD48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456CB8-77B6-10C0-33BE-D50CDB1E5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2B0C55-3B6A-4B22-95E2-DF98FA518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95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870396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90D45-459B-A15F-C208-B28FC92BB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A35B53-FAE0-A299-DDDB-C8756712C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E368E3-0265-C8E0-5610-8DDA92E4B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D45DAF-5336-5BEF-4CA8-88EBE5834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96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364897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03EDC-01E5-E487-B8F4-1ED488E5B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86B5A0-53D1-7E2B-5D87-277B66E5C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4529E3-646F-EE19-04ED-93C27B027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DB567C-4303-9B51-8CEB-FCCC82E5C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97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892542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AEF6D-4BEC-2C1C-DF2B-BA50ED31E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6DD3C8-F94F-982F-A71C-CB3869784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54722D-7E45-65B7-64F7-64D80E1ED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73B3F-D71A-53C5-BBB2-61DAC03DD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98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113623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4C924-37DA-0AF0-7C9B-DA82310E9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1A742A-E7C8-17CF-704D-082A2B735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5C1201-7B6D-769A-D335-67551AB370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3D3C9A-D999-6656-75F1-E70722620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99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473977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DA834-7C35-4CDE-9470-B06F32334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751FD3-0361-2725-F185-2F1EF0D71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3FDE8B-990D-8ABB-EB9A-81AB396DA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BA2FB1-320A-6BF0-9DF8-B0449D76B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100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963973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96B9B-56E3-0280-7460-89A54489B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B0F0D3-4558-1EDA-DEF9-3CA352551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7C9D03-4B7E-9F06-64B8-0DCF41574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C586BD-F6D2-3D83-03EA-1353BC14F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101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71732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25F76-F1FD-42F8-FA58-0B2F3622A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C309C0-56E4-B0DE-F3F7-FC580CF51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E22557-441E-50B9-7AB4-F26533B64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17F719-9D10-09AC-1DAA-F482089640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102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84754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CBF01-B9CD-E3C2-8581-1343F13C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515EA5-49A7-6BDB-6E1C-41A0C4538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7EB7D6-246F-82E0-0595-E45B25B16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FB77F9-1C92-0F78-576B-47006E5D8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103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050410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B7CE2-FDC5-8A3F-B29A-B628209EE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EB6A6C-9515-F519-3983-BF9D70612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9DA6EA-09D2-F756-3EAF-DCFE3E386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A9DCA-BBF8-CE28-B2D5-48A08BBFA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104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139727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705CD-BC59-6CA6-96E2-5AD90DEFC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9B0AF8-6509-7AF6-BDBB-98AFB0E9E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529A1E-C889-6991-349F-925DEDEB1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95A111-4843-FFA7-E097-CBA6E6470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105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194051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1EF4F-BF24-A0E9-1D9B-67D151492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1CBD66-1C95-4E70-D3ED-6D5936F01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6315A3-E271-64AA-4789-EA26BF381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E901F3-6A9A-34ED-2B82-F71C53F9A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106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336259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F7564-BB2D-D485-87B8-22D425938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95E189-2517-8E70-8268-E41800091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C65665-2069-1CA7-9E1E-291CDBD2B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EC736E-493F-D61E-4A8A-84698B778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107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734012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DF5E2-D2F6-916A-1744-BBFC63074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047F13-31AA-9786-E610-C321D2477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D6BF9A-A192-AA98-A002-09B503DF6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219780-CEB0-B735-5FF1-76001AC0C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108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264737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DEA6F-1752-2DF9-5BF3-1340E520C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842381-F39A-900A-5500-C9AC6D14F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48E804-0F5A-1941-2E5B-D22C899FF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58275E-D058-567E-98B6-75CE6BB20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115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594363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8A9F3-D279-EB08-D058-359817F97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8BA255-97CF-26D3-69BD-BA96E2CB0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681075-D726-EDC7-111E-0EC2C86B2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4FDE73-BE82-794C-CCFC-FF84A008F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116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305830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0171A-1DF4-AF3A-96A5-7AC933D69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708B21-3DCE-FDA1-3D23-38B65B9A6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82FF87-FF50-402F-C9A8-3A25F631C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6A4706-36C8-E5B4-E608-468968270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117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580418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BD805-F76F-2677-A17D-4B85DC25A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C415D0-C004-0983-4621-A5B21B686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BE3074-18A4-4C9A-65FA-EA2D983BF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358B9F-B2CF-C57F-E5D3-C9F8B0281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118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627327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C1038-0A89-45D6-5D3D-F0E96E05C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19E64F-75DA-C6A5-F1ED-FCA62CA15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970FD9-7E77-243C-8E97-B8F557151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2E7ED5-6911-BF65-D815-5DC63F8D3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119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697973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4F365-45E9-FAC7-A7AC-81B4590A2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C3BC8D-9D6B-8F46-D34C-EB9540728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9EEEC3-B4A3-EFA0-F206-CD87B00D1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680DDF-2257-6A31-A190-802D16249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BCE8-5CFA-C440-BDD7-98A2C730A346}" type="slidenum">
              <a:rPr kumimoji="1" lang="ko-Kore-KR" altLang="en-US" smtClean="0"/>
              <a:t>120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57089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9600" y="-9144"/>
            <a:ext cx="12211200" cy="5124400"/>
          </a:xfrm>
          <a:prstGeom prst="rect">
            <a:avLst/>
          </a:prstGeom>
          <a:solidFill>
            <a:srgbClr val="7E001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15600" y="551800"/>
            <a:ext cx="11360800" cy="21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267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6533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6533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6533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6533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6533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6533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6533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6533">
                <a:solidFill>
                  <a:schemeClr val="lt1"/>
                </a:solidFill>
              </a:defRPr>
            </a:lvl9pPr>
          </a:lstStyle>
          <a:p>
            <a:r>
              <a:rPr lang="ko-KR" altLang="en-US" dirty="0"/>
              <a:t>마스터 제목 스타일 편집</a:t>
            </a:r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15600" y="2853267"/>
            <a:ext cx="11360800" cy="1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533">
                <a:solidFill>
                  <a:srgbClr val="F1DFE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CDD8"/>
              </a:buClr>
              <a:buSzPts val="2800"/>
              <a:buNone/>
              <a:defRPr sz="3733">
                <a:solidFill>
                  <a:srgbClr val="ECCDD8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CDD8"/>
              </a:buClr>
              <a:buSzPts val="2800"/>
              <a:buNone/>
              <a:defRPr sz="3733">
                <a:solidFill>
                  <a:srgbClr val="ECCDD8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CDD8"/>
              </a:buClr>
              <a:buSzPts val="2800"/>
              <a:buNone/>
              <a:defRPr sz="3733">
                <a:solidFill>
                  <a:srgbClr val="ECCDD8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CDD8"/>
              </a:buClr>
              <a:buSzPts val="2800"/>
              <a:buNone/>
              <a:defRPr sz="3733">
                <a:solidFill>
                  <a:srgbClr val="ECCDD8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CDD8"/>
              </a:buClr>
              <a:buSzPts val="2800"/>
              <a:buNone/>
              <a:defRPr sz="3733">
                <a:solidFill>
                  <a:srgbClr val="ECCDD8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CDD8"/>
              </a:buClr>
              <a:buSzPts val="2800"/>
              <a:buNone/>
              <a:defRPr sz="3733">
                <a:solidFill>
                  <a:srgbClr val="ECCDD8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CDD8"/>
              </a:buClr>
              <a:buSzPts val="2800"/>
              <a:buNone/>
              <a:defRPr sz="3733">
                <a:solidFill>
                  <a:srgbClr val="ECCDD8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CDD8"/>
              </a:buClr>
              <a:buSzPts val="2800"/>
              <a:buNone/>
              <a:defRPr sz="3733">
                <a:solidFill>
                  <a:srgbClr val="ECCDD8"/>
                </a:solidFill>
              </a:defRPr>
            </a:lvl9pPr>
          </a:lstStyle>
          <a:p>
            <a:r>
              <a:rPr lang="ko-KR" altLang="en-US" dirty="0"/>
              <a:t>클릭하여 마스터 부제목 스타일 편집</a:t>
            </a:r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F87BD23-2D77-BB4E-AFF3-703BB0EB43B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94730E84-9622-72A6-8D7D-D318F3307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235" y="5474745"/>
            <a:ext cx="2371248" cy="793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E9ADC4-016F-DF4D-7BBF-6EB92C6B7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217" y="5424537"/>
            <a:ext cx="3781847" cy="793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601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-9156" y="-9133"/>
            <a:ext cx="12210400" cy="982400"/>
          </a:xfrm>
          <a:prstGeom prst="rect">
            <a:avLst/>
          </a:prstGeom>
          <a:solidFill>
            <a:srgbClr val="7E001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113867" y="7131"/>
            <a:ext cx="11914400" cy="96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/>
              <a:t>마스터 제목 스타일 편집</a:t>
            </a:r>
            <a:endParaRPr dirty="0"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113867" y="1006300"/>
            <a:ext cx="11914400" cy="52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ct val="100000"/>
              <a:buFont typeface="시스템 서체 일반체"/>
              <a:buChar char="•"/>
              <a:defRPr sz="2800"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§"/>
              <a:defRPr sz="2400"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ct val="100000"/>
              <a:buFont typeface="시스템 서체 일반체"/>
              <a:buChar char="-"/>
              <a:defRPr sz="2133"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1296611" y="640735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7E0015"/>
                </a:solidFill>
              </a:defRPr>
            </a:lvl1pPr>
            <a:lvl2pPr lvl="1">
              <a:buNone/>
              <a:defRPr>
                <a:solidFill>
                  <a:srgbClr val="7E0015"/>
                </a:solidFill>
              </a:defRPr>
            </a:lvl2pPr>
            <a:lvl3pPr lvl="2">
              <a:buNone/>
              <a:defRPr>
                <a:solidFill>
                  <a:srgbClr val="7E0015"/>
                </a:solidFill>
              </a:defRPr>
            </a:lvl3pPr>
            <a:lvl4pPr lvl="3">
              <a:buNone/>
              <a:defRPr>
                <a:solidFill>
                  <a:srgbClr val="7E0015"/>
                </a:solidFill>
              </a:defRPr>
            </a:lvl4pPr>
            <a:lvl5pPr lvl="4">
              <a:buNone/>
              <a:defRPr>
                <a:solidFill>
                  <a:srgbClr val="7E0015"/>
                </a:solidFill>
              </a:defRPr>
            </a:lvl5pPr>
            <a:lvl6pPr lvl="5">
              <a:buNone/>
              <a:defRPr>
                <a:solidFill>
                  <a:srgbClr val="7E0015"/>
                </a:solidFill>
              </a:defRPr>
            </a:lvl6pPr>
            <a:lvl7pPr lvl="6">
              <a:buNone/>
              <a:defRPr>
                <a:solidFill>
                  <a:srgbClr val="7E0015"/>
                </a:solidFill>
              </a:defRPr>
            </a:lvl7pPr>
            <a:lvl8pPr lvl="7">
              <a:buNone/>
              <a:defRPr>
                <a:solidFill>
                  <a:srgbClr val="7E0015"/>
                </a:solidFill>
              </a:defRPr>
            </a:lvl8pPr>
            <a:lvl9pPr lvl="8">
              <a:buNone/>
              <a:defRPr>
                <a:solidFill>
                  <a:srgbClr val="7E0015"/>
                </a:solidFill>
              </a:defRPr>
            </a:lvl9pPr>
          </a:lstStyle>
          <a:p>
            <a:fld id="{AF87BD23-2D77-BB4E-AFF3-703BB0EB43B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2167" y="6362549"/>
            <a:ext cx="1261691" cy="421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5"/>
          <p:cNvPicPr preferRelativeResize="0"/>
          <p:nvPr/>
        </p:nvPicPr>
        <p:blipFill rotWithShape="1">
          <a:blip r:embed="rId3">
            <a:alphaModFix/>
          </a:blip>
          <a:srcRect r="2439"/>
          <a:stretch/>
        </p:blipFill>
        <p:spPr>
          <a:xfrm>
            <a:off x="1524077" y="6339167"/>
            <a:ext cx="1963124" cy="421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D58FDC6-22D5-CA72-B81D-A840806039A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22549" y="6367071"/>
            <a:ext cx="4876528" cy="366183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96834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113867" y="127033"/>
            <a:ext cx="11914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E0015"/>
              </a:buClr>
              <a:buSzPts val="2800"/>
              <a:buNone/>
              <a:defRPr>
                <a:solidFill>
                  <a:srgbClr val="7E001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7E0015"/>
              </a:buClr>
              <a:buSzPts val="2800"/>
              <a:buNone/>
              <a:defRPr>
                <a:solidFill>
                  <a:srgbClr val="7E001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7E0015"/>
              </a:buClr>
              <a:buSzPts val="2800"/>
              <a:buNone/>
              <a:defRPr>
                <a:solidFill>
                  <a:srgbClr val="7E001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7E0015"/>
              </a:buClr>
              <a:buSzPts val="2800"/>
              <a:buNone/>
              <a:defRPr>
                <a:solidFill>
                  <a:srgbClr val="7E001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7E0015"/>
              </a:buClr>
              <a:buSzPts val="2800"/>
              <a:buNone/>
              <a:defRPr>
                <a:solidFill>
                  <a:srgbClr val="7E001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7E0015"/>
              </a:buClr>
              <a:buSzPts val="2800"/>
              <a:buNone/>
              <a:defRPr>
                <a:solidFill>
                  <a:srgbClr val="7E001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7E0015"/>
              </a:buClr>
              <a:buSzPts val="2800"/>
              <a:buNone/>
              <a:defRPr>
                <a:solidFill>
                  <a:srgbClr val="7E001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7E0015"/>
              </a:buClr>
              <a:buSzPts val="2800"/>
              <a:buNone/>
              <a:defRPr>
                <a:solidFill>
                  <a:srgbClr val="7E001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7E0015"/>
              </a:buClr>
              <a:buSzPts val="2800"/>
              <a:buNone/>
              <a:defRPr>
                <a:solidFill>
                  <a:srgbClr val="7E0015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pic>
        <p:nvPicPr>
          <p:cNvPr id="33" name="Google Shape;3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2167" y="6362549"/>
            <a:ext cx="1261691" cy="421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6"/>
          <p:cNvPicPr preferRelativeResize="0"/>
          <p:nvPr/>
        </p:nvPicPr>
        <p:blipFill rotWithShape="1">
          <a:blip r:embed="rId3">
            <a:alphaModFix/>
          </a:blip>
          <a:srcRect r="2439"/>
          <a:stretch/>
        </p:blipFill>
        <p:spPr>
          <a:xfrm>
            <a:off x="1524077" y="6339167"/>
            <a:ext cx="1963124" cy="42199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11296611" y="640735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7E0015"/>
                </a:solidFill>
              </a:defRPr>
            </a:lvl1pPr>
            <a:lvl2pPr lvl="1">
              <a:buNone/>
              <a:defRPr>
                <a:solidFill>
                  <a:srgbClr val="7E0015"/>
                </a:solidFill>
              </a:defRPr>
            </a:lvl2pPr>
            <a:lvl3pPr lvl="2">
              <a:buNone/>
              <a:defRPr>
                <a:solidFill>
                  <a:srgbClr val="7E0015"/>
                </a:solidFill>
              </a:defRPr>
            </a:lvl3pPr>
            <a:lvl4pPr lvl="3">
              <a:buNone/>
              <a:defRPr>
                <a:solidFill>
                  <a:srgbClr val="7E0015"/>
                </a:solidFill>
              </a:defRPr>
            </a:lvl4pPr>
            <a:lvl5pPr lvl="4">
              <a:buNone/>
              <a:defRPr>
                <a:solidFill>
                  <a:srgbClr val="7E0015"/>
                </a:solidFill>
              </a:defRPr>
            </a:lvl5pPr>
            <a:lvl6pPr lvl="5">
              <a:buNone/>
              <a:defRPr>
                <a:solidFill>
                  <a:srgbClr val="7E0015"/>
                </a:solidFill>
              </a:defRPr>
            </a:lvl6pPr>
            <a:lvl7pPr lvl="6">
              <a:buNone/>
              <a:defRPr>
                <a:solidFill>
                  <a:srgbClr val="7E0015"/>
                </a:solidFill>
              </a:defRPr>
            </a:lvl7pPr>
            <a:lvl8pPr lvl="7">
              <a:buNone/>
              <a:defRPr>
                <a:solidFill>
                  <a:srgbClr val="7E0015"/>
                </a:solidFill>
              </a:defRPr>
            </a:lvl8pPr>
            <a:lvl9pPr lvl="8">
              <a:buNone/>
              <a:defRPr>
                <a:solidFill>
                  <a:srgbClr val="7E0015"/>
                </a:solidFill>
              </a:defRPr>
            </a:lvl9pPr>
          </a:lstStyle>
          <a:p>
            <a:fld id="{AF87BD23-2D77-BB4E-AFF3-703BB0EB43B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18936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E0015"/>
                </a:solidFill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E0015"/>
                </a:solidFill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E0015"/>
                </a:solidFill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E0015"/>
                </a:solidFill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E0015"/>
                </a:solidFill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E0015"/>
                </a:solidFill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E0015"/>
                </a:solidFill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E0015"/>
                </a:solidFill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E0015"/>
                </a:solidFill>
              </a:defRPr>
            </a:lvl9pPr>
          </a:lstStyle>
          <a:p>
            <a:fld id="{AF87BD23-2D77-BB4E-AFF3-703BB0EB43B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pic>
        <p:nvPicPr>
          <p:cNvPr id="39" name="Google Shape;3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2167" y="6362549"/>
            <a:ext cx="1261691" cy="421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7"/>
          <p:cNvPicPr preferRelativeResize="0"/>
          <p:nvPr/>
        </p:nvPicPr>
        <p:blipFill rotWithShape="1">
          <a:blip r:embed="rId3">
            <a:alphaModFix/>
          </a:blip>
          <a:srcRect r="2439"/>
          <a:stretch/>
        </p:blipFill>
        <p:spPr>
          <a:xfrm>
            <a:off x="1524077" y="6339167"/>
            <a:ext cx="1963124" cy="4219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95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F87BD23-2D77-BB4E-AFF3-703BB0EB43B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pic>
        <p:nvPicPr>
          <p:cNvPr id="45" name="Google Shape;4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2167" y="6362549"/>
            <a:ext cx="1261691" cy="421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8"/>
          <p:cNvPicPr preferRelativeResize="0"/>
          <p:nvPr/>
        </p:nvPicPr>
        <p:blipFill rotWithShape="1">
          <a:blip r:embed="rId3">
            <a:alphaModFix/>
          </a:blip>
          <a:srcRect r="2439"/>
          <a:stretch/>
        </p:blipFill>
        <p:spPr>
          <a:xfrm>
            <a:off x="1524077" y="6339167"/>
            <a:ext cx="1963124" cy="4219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5362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F87BD23-2D77-BB4E-AFF3-703BB0EB43B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83910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7E001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E0015"/>
              </a:buClr>
              <a:buSzPts val="4200"/>
              <a:buNone/>
              <a:defRPr sz="5600">
                <a:solidFill>
                  <a:srgbClr val="7E001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E0015"/>
              </a:buClr>
              <a:buSzPts val="4200"/>
              <a:buNone/>
              <a:defRPr sz="5600">
                <a:solidFill>
                  <a:srgbClr val="7E001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E0015"/>
              </a:buClr>
              <a:buSzPts val="4200"/>
              <a:buNone/>
              <a:defRPr sz="5600">
                <a:solidFill>
                  <a:srgbClr val="7E001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E0015"/>
              </a:buClr>
              <a:buSzPts val="4200"/>
              <a:buNone/>
              <a:defRPr sz="5600">
                <a:solidFill>
                  <a:srgbClr val="7E001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E0015"/>
              </a:buClr>
              <a:buSzPts val="4200"/>
              <a:buNone/>
              <a:defRPr sz="5600">
                <a:solidFill>
                  <a:srgbClr val="7E001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E0015"/>
              </a:buClr>
              <a:buSzPts val="4200"/>
              <a:buNone/>
              <a:defRPr sz="5600">
                <a:solidFill>
                  <a:srgbClr val="7E001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E0015"/>
              </a:buClr>
              <a:buSzPts val="4200"/>
              <a:buNone/>
              <a:defRPr sz="5600">
                <a:solidFill>
                  <a:srgbClr val="7E001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E0015"/>
              </a:buClr>
              <a:buSzPts val="4200"/>
              <a:buNone/>
              <a:defRPr sz="5600">
                <a:solidFill>
                  <a:srgbClr val="7E001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E0015"/>
              </a:buClr>
              <a:buSzPts val="4200"/>
              <a:buNone/>
              <a:defRPr sz="5600">
                <a:solidFill>
                  <a:srgbClr val="7E0015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F87BD23-2D77-BB4E-AFF3-703BB0EB43B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10785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F87BD23-2D77-BB4E-AFF3-703BB0EB43B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53614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F87BD23-2D77-BB4E-AFF3-703BB0EB43B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085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7;p5">
            <a:extLst>
              <a:ext uri="{FF2B5EF4-FFF2-40B4-BE49-F238E27FC236}">
                <a16:creationId xmlns:a16="http://schemas.microsoft.com/office/drawing/2014/main" id="{A65BD551-7B81-5571-A792-3F79AF1C7227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2167" y="6362549"/>
            <a:ext cx="1261691" cy="421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8;p5">
            <a:extLst>
              <a:ext uri="{FF2B5EF4-FFF2-40B4-BE49-F238E27FC236}">
                <a16:creationId xmlns:a16="http://schemas.microsoft.com/office/drawing/2014/main" id="{037D22C3-00D0-C85E-B30E-DE5A87B5A32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r="2439"/>
          <a:stretch/>
        </p:blipFill>
        <p:spPr>
          <a:xfrm>
            <a:off x="1524077" y="6339167"/>
            <a:ext cx="1963124" cy="421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6;p5">
            <a:extLst>
              <a:ext uri="{FF2B5EF4-FFF2-40B4-BE49-F238E27FC236}">
                <a16:creationId xmlns:a16="http://schemas.microsoft.com/office/drawing/2014/main" id="{6EF02D2C-1BC9-39CB-CFC1-384D592C6FA9}"/>
              </a:ext>
            </a:extLst>
          </p:cNvPr>
          <p:cNvSpPr txBox="1">
            <a:spLocks/>
          </p:cNvSpPr>
          <p:nvPr userDrawn="1"/>
        </p:nvSpPr>
        <p:spPr>
          <a:xfrm>
            <a:off x="11296611" y="6407357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33" b="0" i="0" u="none" strike="noStrike" cap="none">
                <a:solidFill>
                  <a:srgbClr val="7E001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33" b="0" i="0" u="none" strike="noStrike" cap="none">
                <a:solidFill>
                  <a:srgbClr val="7E001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33" b="0" i="0" u="none" strike="noStrike" cap="none">
                <a:solidFill>
                  <a:srgbClr val="7E001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33" b="0" i="0" u="none" strike="noStrike" cap="none">
                <a:solidFill>
                  <a:srgbClr val="7E001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33" b="0" i="0" u="none" strike="noStrike" cap="none">
                <a:solidFill>
                  <a:srgbClr val="7E001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33" b="0" i="0" u="none" strike="noStrike" cap="none">
                <a:solidFill>
                  <a:srgbClr val="7E001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33" b="0" i="0" u="none" strike="noStrike" cap="none">
                <a:solidFill>
                  <a:srgbClr val="7E001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33" b="0" i="0" u="none" strike="noStrike" cap="none">
                <a:solidFill>
                  <a:srgbClr val="7E001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33" b="0" i="0" u="none" strike="noStrike" cap="none">
                <a:solidFill>
                  <a:srgbClr val="7E001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AF87BD23-2D77-BB4E-AFF3-703BB0EB43B8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  <p:sp>
        <p:nvSpPr>
          <p:cNvPr id="5" name="바닥글 개체 틀 2">
            <a:extLst>
              <a:ext uri="{FF2B5EF4-FFF2-40B4-BE49-F238E27FC236}">
                <a16:creationId xmlns:a16="http://schemas.microsoft.com/office/drawing/2014/main" id="{BA61B447-9ADF-2060-9B7D-DBC34EAEA5D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22549" y="6367071"/>
            <a:ext cx="4876528" cy="366183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47008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nu_cvlab">
  <p:cSld name="snu_cvlab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415600" y="222879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415600" y="1130233"/>
            <a:ext cx="11360800" cy="51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AF87BD23-2D77-BB4E-AFF3-703BB0EB43B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874291" y="47731"/>
            <a:ext cx="2281791" cy="524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3267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9600" y="-9144"/>
            <a:ext cx="12211200" cy="6867144"/>
          </a:xfrm>
          <a:prstGeom prst="rect">
            <a:avLst/>
          </a:prstGeom>
          <a:solidFill>
            <a:srgbClr val="7E001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15600" y="2099246"/>
            <a:ext cx="11360800" cy="21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6533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6533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6533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6533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6533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6533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6533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6533">
                <a:solidFill>
                  <a:schemeClr val="lt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13821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AF87BD23-2D77-BB4E-AFF3-703BB0EB43B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9048545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56.png"/><Relationship Id="rId7" Type="http://schemas.openxmlformats.org/officeDocument/2006/relationships/image" Target="../media/image61.png"/><Relationship Id="rId12" Type="http://schemas.openxmlformats.org/officeDocument/2006/relationships/image" Target="../media/image6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6.png"/><Relationship Id="rId5" Type="http://schemas.openxmlformats.org/officeDocument/2006/relationships/image" Target="../media/image58.png"/><Relationship Id="rId10" Type="http://schemas.openxmlformats.org/officeDocument/2006/relationships/image" Target="../media/image65.png"/><Relationship Id="rId4" Type="http://schemas.openxmlformats.org/officeDocument/2006/relationships/image" Target="../media/image57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7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60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65.png"/><Relationship Id="rId5" Type="http://schemas.openxmlformats.org/officeDocument/2006/relationships/image" Target="../media/image58.png"/><Relationship Id="rId10" Type="http://schemas.openxmlformats.org/officeDocument/2006/relationships/image" Target="../media/image75.png"/><Relationship Id="rId4" Type="http://schemas.openxmlformats.org/officeDocument/2006/relationships/image" Target="../media/image72.png"/><Relationship Id="rId9" Type="http://schemas.openxmlformats.org/officeDocument/2006/relationships/image" Target="../media/image63.png"/><Relationship Id="rId14" Type="http://schemas.openxmlformats.org/officeDocument/2006/relationships/image" Target="../media/image7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9.png"/><Relationship Id="rId7" Type="http://schemas.openxmlformats.org/officeDocument/2006/relationships/image" Target="../media/image7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s://orangedatamining.com/blog/observing-word-distribution/" TargetMode="External"/><Relationship Id="rId7" Type="http://schemas.openxmlformats.org/officeDocument/2006/relationships/image" Target="../media/image15.png"/><Relationship Id="rId2" Type="http://schemas.openxmlformats.org/officeDocument/2006/relationships/hyperlink" Target="https://www.innerdoc.com/periodic-table-of-nlp-tasks/14-tokeniza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hyperlink" Target="https://developers.google.com/machine-learning/guides/text-classification/step-3?hl=ko" TargetMode="External"/><Relationship Id="rId4" Type="http://schemas.openxmlformats.org/officeDocument/2006/relationships/hyperlink" Target="https://www.researchgate.net/figure/Word-frequency-distribution-for-the-text-corpus_fig1_259118530" TargetMode="External"/><Relationship Id="rId9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machine-learning/guides/text-classification/step-3?hl=ko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gautam.e/what-is-nn-embedding-really-de038baadd24" TargetMode="External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hyperlink" Target="https://developers.google.com/machine-learning/guides/text-classification/step-3?hl=ko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repository.wolframcloud.com/resources/Europarl-English-French-Machine-Translation-Dataset-V7" TargetMode="External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lse/anatomy-sequence-to-sequence-machine-translation-rnn-gru-sobh-phd/" TargetMode="External"/><Relationship Id="rId2" Type="http://schemas.openxmlformats.org/officeDocument/2006/relationships/hyperlink" Target="https://pub.aimind.so/generating-text-with-lstm-networks-using-tensorflow-a-comprehensive-guide-79cc2eeda20a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pub.aimind.so/generating-text-with-lstm-networks-using-tensorflow-a-comprehensive-guide-79cc2eeda20a" TargetMode="Externa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pulse/anatomy-sequence-to-sequence-machine-translation-rnn-gru-sobh-phd/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.aimind.so/generating-text-with-lstm-networks-using-tensorflow-a-comprehensive-guide-79cc2eeda20a" TargetMode="Externa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pulse/anatomy-sequence-to-sequence-machine-translation-rnn-gru-sobh-phd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pub.aimind.so/generating-text-with-lstm-networks-using-tensorflow-a-comprehensive-guide-79cc2eeda20a" TargetMode="Externa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png"/><Relationship Id="rId4" Type="http://schemas.openxmlformats.org/officeDocument/2006/relationships/hyperlink" Target="https://www.linkedin.com/pulse/anatomy-sequence-to-sequence-machine-translation-rnn-gru-sobh-phd/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0.png"/><Relationship Id="rId2" Type="http://schemas.openxmlformats.org/officeDocument/2006/relationships/image" Target="../media/image27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13" Type="http://schemas.openxmlformats.org/officeDocument/2006/relationships/image" Target="../media/image411.png"/><Relationship Id="rId3" Type="http://schemas.openxmlformats.org/officeDocument/2006/relationships/image" Target="../media/image310.png"/><Relationship Id="rId7" Type="http://schemas.openxmlformats.org/officeDocument/2006/relationships/image" Target="../media/image350.png"/><Relationship Id="rId12" Type="http://schemas.openxmlformats.org/officeDocument/2006/relationships/image" Target="../media/image400.png"/><Relationship Id="rId2" Type="http://schemas.openxmlformats.org/officeDocument/2006/relationships/image" Target="../media/image300.png"/><Relationship Id="rId16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.png"/><Relationship Id="rId11" Type="http://schemas.openxmlformats.org/officeDocument/2006/relationships/image" Target="../media/image390.png"/><Relationship Id="rId5" Type="http://schemas.openxmlformats.org/officeDocument/2006/relationships/image" Target="../media/image330.png"/><Relationship Id="rId15" Type="http://schemas.openxmlformats.org/officeDocument/2006/relationships/image" Target="../media/image430.png"/><Relationship Id="rId10" Type="http://schemas.openxmlformats.org/officeDocument/2006/relationships/image" Target="../media/image380.png"/><Relationship Id="rId4" Type="http://schemas.openxmlformats.org/officeDocument/2006/relationships/image" Target="../media/image320.png"/><Relationship Id="rId9" Type="http://schemas.openxmlformats.org/officeDocument/2006/relationships/image" Target="../media/image370.png"/><Relationship Id="rId14" Type="http://schemas.openxmlformats.org/officeDocument/2006/relationships/image" Target="../media/image42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0.png"/><Relationship Id="rId3" Type="http://schemas.openxmlformats.org/officeDocument/2006/relationships/image" Target="../media/image510.png"/><Relationship Id="rId7" Type="http://schemas.openxmlformats.org/officeDocument/2006/relationships/image" Target="../media/image9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5" Type="http://schemas.openxmlformats.org/officeDocument/2006/relationships/image" Target="../media/image7.png"/><Relationship Id="rId10" Type="http://schemas.openxmlformats.org/officeDocument/2006/relationships/image" Target="../media/image1210.png"/><Relationship Id="rId4" Type="http://schemas.openxmlformats.org/officeDocument/2006/relationships/image" Target="../media/image610.png"/><Relationship Id="rId9" Type="http://schemas.openxmlformats.org/officeDocument/2006/relationships/image" Target="../media/image11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510.png"/><Relationship Id="rId3" Type="http://schemas.openxmlformats.org/officeDocument/2006/relationships/image" Target="../media/image510.png"/><Relationship Id="rId7" Type="http://schemas.openxmlformats.org/officeDocument/2006/relationships/image" Target="../media/image9.png"/><Relationship Id="rId12" Type="http://schemas.openxmlformats.org/officeDocument/2006/relationships/image" Target="../media/image121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11" Type="http://schemas.openxmlformats.org/officeDocument/2006/relationships/image" Target="../media/image1410.png"/><Relationship Id="rId5" Type="http://schemas.openxmlformats.org/officeDocument/2006/relationships/image" Target="../media/image7.png"/><Relationship Id="rId10" Type="http://schemas.openxmlformats.org/officeDocument/2006/relationships/image" Target="../media/image110.png"/><Relationship Id="rId4" Type="http://schemas.openxmlformats.org/officeDocument/2006/relationships/image" Target="../media/image610.png"/><Relationship Id="rId9" Type="http://schemas.openxmlformats.org/officeDocument/2006/relationships/image" Target="../media/image101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410.png"/><Relationship Id="rId3" Type="http://schemas.openxmlformats.org/officeDocument/2006/relationships/image" Target="../media/image510.png"/><Relationship Id="rId7" Type="http://schemas.openxmlformats.org/officeDocument/2006/relationships/image" Target="../media/image9.png"/><Relationship Id="rId12" Type="http://schemas.openxmlformats.org/officeDocument/2006/relationships/image" Target="../media/image110.png"/><Relationship Id="rId17" Type="http://schemas.openxmlformats.org/officeDocument/2006/relationships/image" Target="../media/image2010.png"/><Relationship Id="rId2" Type="http://schemas.openxmlformats.org/officeDocument/2006/relationships/image" Target="../media/image410.png"/><Relationship Id="rId16" Type="http://schemas.openxmlformats.org/officeDocument/2006/relationships/image" Target="../media/image19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11" Type="http://schemas.openxmlformats.org/officeDocument/2006/relationships/image" Target="../media/image1010.png"/><Relationship Id="rId5" Type="http://schemas.openxmlformats.org/officeDocument/2006/relationships/image" Target="../media/image7.png"/><Relationship Id="rId15" Type="http://schemas.openxmlformats.org/officeDocument/2006/relationships/image" Target="../media/image1810.png"/><Relationship Id="rId10" Type="http://schemas.openxmlformats.org/officeDocument/2006/relationships/image" Target="../media/image1710.png"/><Relationship Id="rId4" Type="http://schemas.openxmlformats.org/officeDocument/2006/relationships/image" Target="../media/image610.png"/><Relationship Id="rId9" Type="http://schemas.openxmlformats.org/officeDocument/2006/relationships/image" Target="../media/image1610.png"/><Relationship Id="rId14" Type="http://schemas.openxmlformats.org/officeDocument/2006/relationships/image" Target="../media/image121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010.png"/><Relationship Id="rId18" Type="http://schemas.openxmlformats.org/officeDocument/2006/relationships/image" Target="../media/image2310.png"/><Relationship Id="rId3" Type="http://schemas.openxmlformats.org/officeDocument/2006/relationships/image" Target="../media/image510.png"/><Relationship Id="rId7" Type="http://schemas.openxmlformats.org/officeDocument/2006/relationships/image" Target="../media/image9.png"/><Relationship Id="rId12" Type="http://schemas.openxmlformats.org/officeDocument/2006/relationships/image" Target="../media/image2210.png"/><Relationship Id="rId17" Type="http://schemas.openxmlformats.org/officeDocument/2006/relationships/image" Target="../media/image1810.png"/><Relationship Id="rId2" Type="http://schemas.openxmlformats.org/officeDocument/2006/relationships/image" Target="../media/image410.png"/><Relationship Id="rId16" Type="http://schemas.openxmlformats.org/officeDocument/2006/relationships/image" Target="../media/image1210.png"/><Relationship Id="rId20" Type="http://schemas.openxmlformats.org/officeDocument/2006/relationships/image" Target="../media/image20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11" Type="http://schemas.openxmlformats.org/officeDocument/2006/relationships/image" Target="../media/image1710.png"/><Relationship Id="rId5" Type="http://schemas.openxmlformats.org/officeDocument/2006/relationships/image" Target="../media/image7.png"/><Relationship Id="rId15" Type="http://schemas.openxmlformats.org/officeDocument/2006/relationships/image" Target="../media/image1410.png"/><Relationship Id="rId10" Type="http://schemas.openxmlformats.org/officeDocument/2006/relationships/image" Target="../media/image2110.png"/><Relationship Id="rId19" Type="http://schemas.openxmlformats.org/officeDocument/2006/relationships/image" Target="../media/image1910.png"/><Relationship Id="rId4" Type="http://schemas.openxmlformats.org/officeDocument/2006/relationships/image" Target="../media/image610.png"/><Relationship Id="rId9" Type="http://schemas.openxmlformats.org/officeDocument/2006/relationships/image" Target="../media/image1610.png"/><Relationship Id="rId14" Type="http://schemas.openxmlformats.org/officeDocument/2006/relationships/image" Target="../media/image110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010.png"/><Relationship Id="rId18" Type="http://schemas.openxmlformats.org/officeDocument/2006/relationships/image" Target="../media/image1410.png"/><Relationship Id="rId26" Type="http://schemas.openxmlformats.org/officeDocument/2006/relationships/image" Target="../media/image2010.png"/><Relationship Id="rId3" Type="http://schemas.openxmlformats.org/officeDocument/2006/relationships/image" Target="../media/image510.png"/><Relationship Id="rId21" Type="http://schemas.openxmlformats.org/officeDocument/2006/relationships/image" Target="../media/image2710.png"/><Relationship Id="rId7" Type="http://schemas.openxmlformats.org/officeDocument/2006/relationships/image" Target="../media/image9.png"/><Relationship Id="rId12" Type="http://schemas.openxmlformats.org/officeDocument/2006/relationships/image" Target="../media/image2210.png"/><Relationship Id="rId17" Type="http://schemas.openxmlformats.org/officeDocument/2006/relationships/image" Target="../media/image2611.png"/><Relationship Id="rId25" Type="http://schemas.openxmlformats.org/officeDocument/2006/relationships/image" Target="../media/image1910.png"/><Relationship Id="rId2" Type="http://schemas.openxmlformats.org/officeDocument/2006/relationships/image" Target="../media/image410.png"/><Relationship Id="rId16" Type="http://schemas.openxmlformats.org/officeDocument/2006/relationships/image" Target="../media/image2510.png"/><Relationship Id="rId20" Type="http://schemas.openxmlformats.org/officeDocument/2006/relationships/image" Target="../media/image1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11" Type="http://schemas.openxmlformats.org/officeDocument/2006/relationships/image" Target="../media/image1710.png"/><Relationship Id="rId24" Type="http://schemas.openxmlformats.org/officeDocument/2006/relationships/image" Target="../media/image299.png"/><Relationship Id="rId5" Type="http://schemas.openxmlformats.org/officeDocument/2006/relationships/image" Target="../media/image7.png"/><Relationship Id="rId15" Type="http://schemas.openxmlformats.org/officeDocument/2006/relationships/image" Target="../media/image2410.png"/><Relationship Id="rId23" Type="http://schemas.openxmlformats.org/officeDocument/2006/relationships/image" Target="../media/image2811.png"/><Relationship Id="rId10" Type="http://schemas.openxmlformats.org/officeDocument/2006/relationships/image" Target="../media/image2110.png"/><Relationship Id="rId19" Type="http://schemas.openxmlformats.org/officeDocument/2006/relationships/image" Target="../media/image1210.png"/><Relationship Id="rId4" Type="http://schemas.openxmlformats.org/officeDocument/2006/relationships/image" Target="../media/image610.png"/><Relationship Id="rId9" Type="http://schemas.openxmlformats.org/officeDocument/2006/relationships/image" Target="../media/image1610.png"/><Relationship Id="rId14" Type="http://schemas.openxmlformats.org/officeDocument/2006/relationships/image" Target="../media/image110.png"/><Relationship Id="rId22" Type="http://schemas.openxmlformats.org/officeDocument/2006/relationships/image" Target="../media/image2310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010.png"/><Relationship Id="rId18" Type="http://schemas.openxmlformats.org/officeDocument/2006/relationships/image" Target="../media/image1410.png"/><Relationship Id="rId26" Type="http://schemas.openxmlformats.org/officeDocument/2006/relationships/image" Target="../media/image2010.png"/><Relationship Id="rId3" Type="http://schemas.openxmlformats.org/officeDocument/2006/relationships/image" Target="../media/image510.png"/><Relationship Id="rId21" Type="http://schemas.openxmlformats.org/officeDocument/2006/relationships/image" Target="../media/image2710.png"/><Relationship Id="rId7" Type="http://schemas.openxmlformats.org/officeDocument/2006/relationships/image" Target="../media/image9.png"/><Relationship Id="rId12" Type="http://schemas.openxmlformats.org/officeDocument/2006/relationships/image" Target="../media/image2210.png"/><Relationship Id="rId17" Type="http://schemas.openxmlformats.org/officeDocument/2006/relationships/image" Target="../media/image2611.png"/><Relationship Id="rId25" Type="http://schemas.openxmlformats.org/officeDocument/2006/relationships/image" Target="../media/image1910.png"/><Relationship Id="rId2" Type="http://schemas.openxmlformats.org/officeDocument/2006/relationships/image" Target="../media/image410.png"/><Relationship Id="rId16" Type="http://schemas.openxmlformats.org/officeDocument/2006/relationships/image" Target="../media/image2510.png"/><Relationship Id="rId20" Type="http://schemas.openxmlformats.org/officeDocument/2006/relationships/image" Target="../media/image1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11" Type="http://schemas.openxmlformats.org/officeDocument/2006/relationships/image" Target="../media/image1710.png"/><Relationship Id="rId24" Type="http://schemas.openxmlformats.org/officeDocument/2006/relationships/image" Target="../media/image299.png"/><Relationship Id="rId5" Type="http://schemas.openxmlformats.org/officeDocument/2006/relationships/image" Target="../media/image7.png"/><Relationship Id="rId15" Type="http://schemas.openxmlformats.org/officeDocument/2006/relationships/image" Target="../media/image2410.png"/><Relationship Id="rId23" Type="http://schemas.openxmlformats.org/officeDocument/2006/relationships/image" Target="../media/image2811.png"/><Relationship Id="rId10" Type="http://schemas.openxmlformats.org/officeDocument/2006/relationships/image" Target="../media/image2110.png"/><Relationship Id="rId19" Type="http://schemas.openxmlformats.org/officeDocument/2006/relationships/image" Target="../media/image1210.png"/><Relationship Id="rId4" Type="http://schemas.openxmlformats.org/officeDocument/2006/relationships/image" Target="../media/image610.png"/><Relationship Id="rId9" Type="http://schemas.openxmlformats.org/officeDocument/2006/relationships/image" Target="../media/image1610.png"/><Relationship Id="rId14" Type="http://schemas.openxmlformats.org/officeDocument/2006/relationships/image" Target="../media/image110.png"/><Relationship Id="rId22" Type="http://schemas.openxmlformats.org/officeDocument/2006/relationships/image" Target="../media/image2310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210.png"/><Relationship Id="rId18" Type="http://schemas.openxmlformats.org/officeDocument/2006/relationships/image" Target="../media/image2611.png"/><Relationship Id="rId26" Type="http://schemas.openxmlformats.org/officeDocument/2006/relationships/image" Target="../media/image1910.png"/><Relationship Id="rId3" Type="http://schemas.openxmlformats.org/officeDocument/2006/relationships/image" Target="../media/image410.png"/><Relationship Id="rId21" Type="http://schemas.openxmlformats.org/officeDocument/2006/relationships/image" Target="../media/image1810.png"/><Relationship Id="rId7" Type="http://schemas.openxmlformats.org/officeDocument/2006/relationships/image" Target="../media/image810.png"/><Relationship Id="rId12" Type="http://schemas.openxmlformats.org/officeDocument/2006/relationships/image" Target="../media/image1710.png"/><Relationship Id="rId17" Type="http://schemas.openxmlformats.org/officeDocument/2006/relationships/image" Target="../media/image2510.png"/><Relationship Id="rId25" Type="http://schemas.openxmlformats.org/officeDocument/2006/relationships/image" Target="../media/image29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410.png"/><Relationship Id="rId20" Type="http://schemas.openxmlformats.org/officeDocument/2006/relationships/image" Target="../media/image1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2110.png"/><Relationship Id="rId24" Type="http://schemas.openxmlformats.org/officeDocument/2006/relationships/image" Target="../media/image2811.png"/><Relationship Id="rId5" Type="http://schemas.openxmlformats.org/officeDocument/2006/relationships/image" Target="../media/image610.png"/><Relationship Id="rId15" Type="http://schemas.openxmlformats.org/officeDocument/2006/relationships/image" Target="../media/image110.png"/><Relationship Id="rId23" Type="http://schemas.openxmlformats.org/officeDocument/2006/relationships/image" Target="../media/image2310.png"/><Relationship Id="rId10" Type="http://schemas.openxmlformats.org/officeDocument/2006/relationships/image" Target="../media/image1610.png"/><Relationship Id="rId19" Type="http://schemas.openxmlformats.org/officeDocument/2006/relationships/image" Target="../media/image1410.png"/><Relationship Id="rId4" Type="http://schemas.openxmlformats.org/officeDocument/2006/relationships/image" Target="../media/image510.png"/><Relationship Id="rId9" Type="http://schemas.openxmlformats.org/officeDocument/2006/relationships/image" Target="../media/image13.png"/><Relationship Id="rId14" Type="http://schemas.openxmlformats.org/officeDocument/2006/relationships/image" Target="../media/image1010.png"/><Relationship Id="rId22" Type="http://schemas.openxmlformats.org/officeDocument/2006/relationships/image" Target="../media/image2710.png"/><Relationship Id="rId27" Type="http://schemas.openxmlformats.org/officeDocument/2006/relationships/image" Target="../media/image201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10.png"/><Relationship Id="rId7" Type="http://schemas.openxmlformats.org/officeDocument/2006/relationships/image" Target="../media/image9.png"/><Relationship Id="rId12" Type="http://schemas.openxmlformats.org/officeDocument/2006/relationships/image" Target="../media/image301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11" Type="http://schemas.openxmlformats.org/officeDocument/2006/relationships/image" Target="../media/image1210.png"/><Relationship Id="rId5" Type="http://schemas.openxmlformats.org/officeDocument/2006/relationships/image" Target="../media/image7.png"/><Relationship Id="rId10" Type="http://schemas.openxmlformats.org/officeDocument/2006/relationships/image" Target="../media/image110.png"/><Relationship Id="rId4" Type="http://schemas.openxmlformats.org/officeDocument/2006/relationships/image" Target="../media/image610.png"/><Relationship Id="rId9" Type="http://schemas.openxmlformats.org/officeDocument/2006/relationships/image" Target="../media/image101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11.png"/><Relationship Id="rId3" Type="http://schemas.openxmlformats.org/officeDocument/2006/relationships/image" Target="../media/image410.png"/><Relationship Id="rId7" Type="http://schemas.openxmlformats.org/officeDocument/2006/relationships/image" Target="../media/image810.png"/><Relationship Id="rId12" Type="http://schemas.openxmlformats.org/officeDocument/2006/relationships/image" Target="../media/image301.png"/><Relationship Id="rId17" Type="http://schemas.openxmlformats.org/officeDocument/2006/relationships/image" Target="../media/image35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10.png"/><Relationship Id="rId5" Type="http://schemas.openxmlformats.org/officeDocument/2006/relationships/image" Target="../media/image610.png"/><Relationship Id="rId15" Type="http://schemas.openxmlformats.org/officeDocument/2006/relationships/image" Target="../media/image331.png"/><Relationship Id="rId10" Type="http://schemas.openxmlformats.org/officeDocument/2006/relationships/image" Target="../media/image1010.png"/><Relationship Id="rId4" Type="http://schemas.openxmlformats.org/officeDocument/2006/relationships/image" Target="../media/image510.png"/><Relationship Id="rId9" Type="http://schemas.openxmlformats.org/officeDocument/2006/relationships/image" Target="../media/image13.png"/><Relationship Id="rId14" Type="http://schemas.openxmlformats.org/officeDocument/2006/relationships/image" Target="../media/image321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321.png"/><Relationship Id="rId18" Type="http://schemas.openxmlformats.org/officeDocument/2006/relationships/image" Target="../media/image381.png"/><Relationship Id="rId3" Type="http://schemas.openxmlformats.org/officeDocument/2006/relationships/image" Target="../media/image510.png"/><Relationship Id="rId21" Type="http://schemas.openxmlformats.org/officeDocument/2006/relationships/image" Target="../media/image89.png"/><Relationship Id="rId7" Type="http://schemas.openxmlformats.org/officeDocument/2006/relationships/image" Target="../media/image9.png"/><Relationship Id="rId12" Type="http://schemas.openxmlformats.org/officeDocument/2006/relationships/image" Target="../media/image311.png"/><Relationship Id="rId17" Type="http://schemas.openxmlformats.org/officeDocument/2006/relationships/image" Target="../media/image371.png"/><Relationship Id="rId2" Type="http://schemas.openxmlformats.org/officeDocument/2006/relationships/image" Target="../media/image410.png"/><Relationship Id="rId16" Type="http://schemas.openxmlformats.org/officeDocument/2006/relationships/image" Target="../media/image361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11" Type="http://schemas.openxmlformats.org/officeDocument/2006/relationships/image" Target="../media/image301.png"/><Relationship Id="rId5" Type="http://schemas.openxmlformats.org/officeDocument/2006/relationships/image" Target="../media/image7.png"/><Relationship Id="rId15" Type="http://schemas.openxmlformats.org/officeDocument/2006/relationships/image" Target="../media/image341.png"/><Relationship Id="rId23" Type="http://schemas.openxmlformats.org/officeDocument/2006/relationships/image" Target="../media/image421.png"/><Relationship Id="rId10" Type="http://schemas.openxmlformats.org/officeDocument/2006/relationships/image" Target="../media/image110.png"/><Relationship Id="rId19" Type="http://schemas.openxmlformats.org/officeDocument/2006/relationships/image" Target="../media/image391.png"/><Relationship Id="rId4" Type="http://schemas.openxmlformats.org/officeDocument/2006/relationships/image" Target="../media/image610.png"/><Relationship Id="rId9" Type="http://schemas.openxmlformats.org/officeDocument/2006/relationships/image" Target="../media/image1010.png"/><Relationship Id="rId14" Type="http://schemas.openxmlformats.org/officeDocument/2006/relationships/image" Target="../media/image331.png"/><Relationship Id="rId22" Type="http://schemas.openxmlformats.org/officeDocument/2006/relationships/image" Target="../media/image351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321.png"/><Relationship Id="rId18" Type="http://schemas.openxmlformats.org/officeDocument/2006/relationships/image" Target="../media/image381.png"/><Relationship Id="rId26" Type="http://schemas.openxmlformats.org/officeDocument/2006/relationships/image" Target="../media/image470.png"/><Relationship Id="rId3" Type="http://schemas.openxmlformats.org/officeDocument/2006/relationships/image" Target="../media/image510.png"/><Relationship Id="rId21" Type="http://schemas.openxmlformats.org/officeDocument/2006/relationships/image" Target="../media/image89.png"/><Relationship Id="rId7" Type="http://schemas.openxmlformats.org/officeDocument/2006/relationships/image" Target="../media/image9.png"/><Relationship Id="rId12" Type="http://schemas.openxmlformats.org/officeDocument/2006/relationships/image" Target="../media/image311.png"/><Relationship Id="rId17" Type="http://schemas.openxmlformats.org/officeDocument/2006/relationships/image" Target="../media/image371.png"/><Relationship Id="rId25" Type="http://schemas.openxmlformats.org/officeDocument/2006/relationships/image" Target="../media/image460.png"/><Relationship Id="rId2" Type="http://schemas.openxmlformats.org/officeDocument/2006/relationships/image" Target="../media/image410.png"/><Relationship Id="rId16" Type="http://schemas.openxmlformats.org/officeDocument/2006/relationships/image" Target="../media/image361.png"/><Relationship Id="rId20" Type="http://schemas.openxmlformats.org/officeDocument/2006/relationships/image" Target="../media/image88.png"/><Relationship Id="rId29" Type="http://schemas.openxmlformats.org/officeDocument/2006/relationships/image" Target="../media/image3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11" Type="http://schemas.openxmlformats.org/officeDocument/2006/relationships/image" Target="../media/image301.png"/><Relationship Id="rId24" Type="http://schemas.openxmlformats.org/officeDocument/2006/relationships/image" Target="../media/image92.png"/><Relationship Id="rId32" Type="http://schemas.openxmlformats.org/officeDocument/2006/relationships/image" Target="../media/image511.png"/><Relationship Id="rId5" Type="http://schemas.openxmlformats.org/officeDocument/2006/relationships/image" Target="../media/image7.png"/><Relationship Id="rId15" Type="http://schemas.openxmlformats.org/officeDocument/2006/relationships/image" Target="../media/image341.png"/><Relationship Id="rId23" Type="http://schemas.openxmlformats.org/officeDocument/2006/relationships/image" Target="../media/image91.png"/><Relationship Id="rId28" Type="http://schemas.openxmlformats.org/officeDocument/2006/relationships/image" Target="../media/image490.png"/><Relationship Id="rId10" Type="http://schemas.openxmlformats.org/officeDocument/2006/relationships/image" Target="../media/image110.png"/><Relationship Id="rId19" Type="http://schemas.openxmlformats.org/officeDocument/2006/relationships/image" Target="../media/image391.png"/><Relationship Id="rId31" Type="http://schemas.openxmlformats.org/officeDocument/2006/relationships/image" Target="../media/image500.png"/><Relationship Id="rId4" Type="http://schemas.openxmlformats.org/officeDocument/2006/relationships/image" Target="../media/image610.png"/><Relationship Id="rId9" Type="http://schemas.openxmlformats.org/officeDocument/2006/relationships/image" Target="../media/image1010.png"/><Relationship Id="rId14" Type="http://schemas.openxmlformats.org/officeDocument/2006/relationships/image" Target="../media/image331.png"/><Relationship Id="rId22" Type="http://schemas.openxmlformats.org/officeDocument/2006/relationships/image" Target="../media/image90.png"/><Relationship Id="rId27" Type="http://schemas.openxmlformats.org/officeDocument/2006/relationships/image" Target="../media/image480.png"/><Relationship Id="rId30" Type="http://schemas.openxmlformats.org/officeDocument/2006/relationships/image" Target="../media/image421.png"/></Relationships>
</file>

<file path=ppt/slides/_rels/slide6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1.png"/><Relationship Id="rId18" Type="http://schemas.openxmlformats.org/officeDocument/2006/relationships/image" Target="../media/image381.png"/><Relationship Id="rId26" Type="http://schemas.openxmlformats.org/officeDocument/2006/relationships/image" Target="../media/image470.png"/><Relationship Id="rId3" Type="http://schemas.openxmlformats.org/officeDocument/2006/relationships/image" Target="../media/image510.png"/><Relationship Id="rId21" Type="http://schemas.openxmlformats.org/officeDocument/2006/relationships/image" Target="../media/image89.png"/><Relationship Id="rId7" Type="http://schemas.openxmlformats.org/officeDocument/2006/relationships/image" Target="../media/image9.png"/><Relationship Id="rId12" Type="http://schemas.openxmlformats.org/officeDocument/2006/relationships/image" Target="../media/image311.png"/><Relationship Id="rId17" Type="http://schemas.openxmlformats.org/officeDocument/2006/relationships/image" Target="../media/image371.png"/><Relationship Id="rId25" Type="http://schemas.openxmlformats.org/officeDocument/2006/relationships/image" Target="../media/image460.png"/><Relationship Id="rId33" Type="http://schemas.openxmlformats.org/officeDocument/2006/relationships/image" Target="../media/image520.png"/><Relationship Id="rId2" Type="http://schemas.openxmlformats.org/officeDocument/2006/relationships/image" Target="../media/image410.png"/><Relationship Id="rId16" Type="http://schemas.openxmlformats.org/officeDocument/2006/relationships/image" Target="../media/image361.png"/><Relationship Id="rId20" Type="http://schemas.openxmlformats.org/officeDocument/2006/relationships/image" Target="../media/image88.png"/><Relationship Id="rId29" Type="http://schemas.openxmlformats.org/officeDocument/2006/relationships/image" Target="../media/image3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11" Type="http://schemas.openxmlformats.org/officeDocument/2006/relationships/image" Target="../media/image301.png"/><Relationship Id="rId24" Type="http://schemas.openxmlformats.org/officeDocument/2006/relationships/image" Target="../media/image92.png"/><Relationship Id="rId32" Type="http://schemas.openxmlformats.org/officeDocument/2006/relationships/image" Target="../media/image511.png"/><Relationship Id="rId5" Type="http://schemas.openxmlformats.org/officeDocument/2006/relationships/image" Target="../media/image7.png"/><Relationship Id="rId15" Type="http://schemas.openxmlformats.org/officeDocument/2006/relationships/image" Target="../media/image341.png"/><Relationship Id="rId23" Type="http://schemas.openxmlformats.org/officeDocument/2006/relationships/image" Target="../media/image91.png"/><Relationship Id="rId28" Type="http://schemas.openxmlformats.org/officeDocument/2006/relationships/image" Target="../media/image490.png"/><Relationship Id="rId10" Type="http://schemas.openxmlformats.org/officeDocument/2006/relationships/image" Target="../media/image110.png"/><Relationship Id="rId19" Type="http://schemas.openxmlformats.org/officeDocument/2006/relationships/image" Target="../media/image391.png"/><Relationship Id="rId31" Type="http://schemas.openxmlformats.org/officeDocument/2006/relationships/image" Target="../media/image500.png"/><Relationship Id="rId4" Type="http://schemas.openxmlformats.org/officeDocument/2006/relationships/image" Target="../media/image610.png"/><Relationship Id="rId9" Type="http://schemas.openxmlformats.org/officeDocument/2006/relationships/image" Target="../media/image1010.png"/><Relationship Id="rId14" Type="http://schemas.openxmlformats.org/officeDocument/2006/relationships/image" Target="../media/image331.png"/><Relationship Id="rId22" Type="http://schemas.openxmlformats.org/officeDocument/2006/relationships/image" Target="../media/image90.png"/><Relationship Id="rId27" Type="http://schemas.openxmlformats.org/officeDocument/2006/relationships/image" Target="../media/image480.png"/><Relationship Id="rId30" Type="http://schemas.openxmlformats.org/officeDocument/2006/relationships/image" Target="../media/image421.png"/><Relationship Id="rId8" Type="http://schemas.openxmlformats.org/officeDocument/2006/relationships/image" Target="../media/image13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550.png"/><Relationship Id="rId18" Type="http://schemas.openxmlformats.org/officeDocument/2006/relationships/image" Target="../media/image600.png"/><Relationship Id="rId26" Type="http://schemas.openxmlformats.org/officeDocument/2006/relationships/image" Target="../media/image480.png"/><Relationship Id="rId3" Type="http://schemas.openxmlformats.org/officeDocument/2006/relationships/image" Target="../media/image510.png"/><Relationship Id="rId21" Type="http://schemas.openxmlformats.org/officeDocument/2006/relationships/image" Target="../media/image90.png"/><Relationship Id="rId7" Type="http://schemas.openxmlformats.org/officeDocument/2006/relationships/image" Target="../media/image9.png"/><Relationship Id="rId12" Type="http://schemas.openxmlformats.org/officeDocument/2006/relationships/image" Target="../media/image540.png"/><Relationship Id="rId17" Type="http://schemas.openxmlformats.org/officeDocument/2006/relationships/image" Target="../media/image590.png"/><Relationship Id="rId25" Type="http://schemas.openxmlformats.org/officeDocument/2006/relationships/image" Target="../media/image470.png"/><Relationship Id="rId2" Type="http://schemas.openxmlformats.org/officeDocument/2006/relationships/image" Target="../media/image410.png"/><Relationship Id="rId16" Type="http://schemas.openxmlformats.org/officeDocument/2006/relationships/image" Target="../media/image580.png"/><Relationship Id="rId20" Type="http://schemas.openxmlformats.org/officeDocument/2006/relationships/image" Target="../media/image89.png"/><Relationship Id="rId29" Type="http://schemas.openxmlformats.org/officeDocument/2006/relationships/image" Target="../media/image6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11" Type="http://schemas.openxmlformats.org/officeDocument/2006/relationships/image" Target="../media/image530.png"/><Relationship Id="rId24" Type="http://schemas.openxmlformats.org/officeDocument/2006/relationships/image" Target="../media/image460.png"/><Relationship Id="rId5" Type="http://schemas.openxmlformats.org/officeDocument/2006/relationships/image" Target="../media/image7.png"/><Relationship Id="rId15" Type="http://schemas.openxmlformats.org/officeDocument/2006/relationships/image" Target="../media/image570.png"/><Relationship Id="rId23" Type="http://schemas.openxmlformats.org/officeDocument/2006/relationships/image" Target="../media/image92.png"/><Relationship Id="rId28" Type="http://schemas.openxmlformats.org/officeDocument/2006/relationships/image" Target="../media/image611.png"/><Relationship Id="rId10" Type="http://schemas.openxmlformats.org/officeDocument/2006/relationships/image" Target="../media/image110.png"/><Relationship Id="rId19" Type="http://schemas.openxmlformats.org/officeDocument/2006/relationships/image" Target="../media/image88.png"/><Relationship Id="rId4" Type="http://schemas.openxmlformats.org/officeDocument/2006/relationships/image" Target="../media/image610.png"/><Relationship Id="rId9" Type="http://schemas.openxmlformats.org/officeDocument/2006/relationships/image" Target="../media/image1010.png"/><Relationship Id="rId14" Type="http://schemas.openxmlformats.org/officeDocument/2006/relationships/image" Target="../media/image560.png"/><Relationship Id="rId22" Type="http://schemas.openxmlformats.org/officeDocument/2006/relationships/image" Target="../media/image91.png"/><Relationship Id="rId27" Type="http://schemas.openxmlformats.org/officeDocument/2006/relationships/image" Target="../media/image490.png"/></Relationships>
</file>

<file path=ppt/slides/_rels/slide6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0.png"/><Relationship Id="rId18" Type="http://schemas.openxmlformats.org/officeDocument/2006/relationships/image" Target="../media/image600.png"/><Relationship Id="rId26" Type="http://schemas.openxmlformats.org/officeDocument/2006/relationships/image" Target="../media/image480.png"/><Relationship Id="rId3" Type="http://schemas.openxmlformats.org/officeDocument/2006/relationships/image" Target="../media/image510.png"/><Relationship Id="rId21" Type="http://schemas.openxmlformats.org/officeDocument/2006/relationships/image" Target="../media/image90.png"/><Relationship Id="rId7" Type="http://schemas.openxmlformats.org/officeDocument/2006/relationships/image" Target="../media/image9.png"/><Relationship Id="rId12" Type="http://schemas.openxmlformats.org/officeDocument/2006/relationships/image" Target="../media/image540.png"/><Relationship Id="rId17" Type="http://schemas.openxmlformats.org/officeDocument/2006/relationships/image" Target="../media/image590.png"/><Relationship Id="rId25" Type="http://schemas.openxmlformats.org/officeDocument/2006/relationships/image" Target="../media/image470.png"/><Relationship Id="rId33" Type="http://schemas.openxmlformats.org/officeDocument/2006/relationships/image" Target="../media/image660.png"/><Relationship Id="rId2" Type="http://schemas.openxmlformats.org/officeDocument/2006/relationships/image" Target="../media/image410.png"/><Relationship Id="rId16" Type="http://schemas.openxmlformats.org/officeDocument/2006/relationships/image" Target="../media/image580.png"/><Relationship Id="rId20" Type="http://schemas.openxmlformats.org/officeDocument/2006/relationships/image" Target="../media/image89.png"/><Relationship Id="rId29" Type="http://schemas.openxmlformats.org/officeDocument/2006/relationships/image" Target="../media/image6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11" Type="http://schemas.openxmlformats.org/officeDocument/2006/relationships/image" Target="../media/image530.png"/><Relationship Id="rId24" Type="http://schemas.openxmlformats.org/officeDocument/2006/relationships/image" Target="../media/image460.png"/><Relationship Id="rId32" Type="http://schemas.openxmlformats.org/officeDocument/2006/relationships/image" Target="../media/image650.png"/><Relationship Id="rId5" Type="http://schemas.openxmlformats.org/officeDocument/2006/relationships/image" Target="../media/image7.png"/><Relationship Id="rId15" Type="http://schemas.openxmlformats.org/officeDocument/2006/relationships/image" Target="../media/image570.png"/><Relationship Id="rId23" Type="http://schemas.openxmlformats.org/officeDocument/2006/relationships/image" Target="../media/image92.png"/><Relationship Id="rId28" Type="http://schemas.openxmlformats.org/officeDocument/2006/relationships/image" Target="../media/image611.png"/><Relationship Id="rId10" Type="http://schemas.openxmlformats.org/officeDocument/2006/relationships/image" Target="../media/image110.png"/><Relationship Id="rId19" Type="http://schemas.openxmlformats.org/officeDocument/2006/relationships/image" Target="../media/image88.png"/><Relationship Id="rId31" Type="http://schemas.openxmlformats.org/officeDocument/2006/relationships/image" Target="../media/image640.png"/><Relationship Id="rId4" Type="http://schemas.openxmlformats.org/officeDocument/2006/relationships/image" Target="../media/image610.png"/><Relationship Id="rId9" Type="http://schemas.openxmlformats.org/officeDocument/2006/relationships/image" Target="../media/image1010.png"/><Relationship Id="rId14" Type="http://schemas.openxmlformats.org/officeDocument/2006/relationships/image" Target="../media/image560.png"/><Relationship Id="rId22" Type="http://schemas.openxmlformats.org/officeDocument/2006/relationships/image" Target="../media/image91.png"/><Relationship Id="rId27" Type="http://schemas.openxmlformats.org/officeDocument/2006/relationships/image" Target="../media/image490.png"/><Relationship Id="rId30" Type="http://schemas.openxmlformats.org/officeDocument/2006/relationships/image" Target="../media/image630.png"/><Relationship Id="rId8" Type="http://schemas.openxmlformats.org/officeDocument/2006/relationships/image" Target="../media/image13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490.png"/><Relationship Id="rId18" Type="http://schemas.openxmlformats.org/officeDocument/2006/relationships/image" Target="../media/image640.png"/><Relationship Id="rId26" Type="http://schemas.openxmlformats.org/officeDocument/2006/relationships/image" Target="../media/image740.png"/><Relationship Id="rId3" Type="http://schemas.openxmlformats.org/officeDocument/2006/relationships/image" Target="../media/image510.png"/><Relationship Id="rId21" Type="http://schemas.openxmlformats.org/officeDocument/2006/relationships/image" Target="../media/image690.png"/><Relationship Id="rId7" Type="http://schemas.openxmlformats.org/officeDocument/2006/relationships/image" Target="../media/image9.png"/><Relationship Id="rId12" Type="http://schemas.openxmlformats.org/officeDocument/2006/relationships/image" Target="../media/image480.png"/><Relationship Id="rId17" Type="http://schemas.openxmlformats.org/officeDocument/2006/relationships/image" Target="../media/image470.png"/><Relationship Id="rId25" Type="http://schemas.openxmlformats.org/officeDocument/2006/relationships/image" Target="../media/image730.png"/><Relationship Id="rId2" Type="http://schemas.openxmlformats.org/officeDocument/2006/relationships/image" Target="../media/image410.png"/><Relationship Id="rId16" Type="http://schemas.openxmlformats.org/officeDocument/2006/relationships/image" Target="../media/image650.png"/><Relationship Id="rId20" Type="http://schemas.openxmlformats.org/officeDocument/2006/relationships/image" Target="../media/image6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11" Type="http://schemas.openxmlformats.org/officeDocument/2006/relationships/image" Target="../media/image460.png"/><Relationship Id="rId24" Type="http://schemas.openxmlformats.org/officeDocument/2006/relationships/image" Target="../media/image720.png"/><Relationship Id="rId5" Type="http://schemas.openxmlformats.org/officeDocument/2006/relationships/image" Target="../media/image7.png"/><Relationship Id="rId15" Type="http://schemas.openxmlformats.org/officeDocument/2006/relationships/image" Target="../media/image630.png"/><Relationship Id="rId23" Type="http://schemas.openxmlformats.org/officeDocument/2006/relationships/image" Target="../media/image710.png"/><Relationship Id="rId10" Type="http://schemas.openxmlformats.org/officeDocument/2006/relationships/image" Target="../media/image110.png"/><Relationship Id="rId19" Type="http://schemas.openxmlformats.org/officeDocument/2006/relationships/image" Target="../media/image670.png"/><Relationship Id="rId4" Type="http://schemas.openxmlformats.org/officeDocument/2006/relationships/image" Target="../media/image610.png"/><Relationship Id="rId9" Type="http://schemas.openxmlformats.org/officeDocument/2006/relationships/image" Target="../media/image1010.png"/><Relationship Id="rId14" Type="http://schemas.openxmlformats.org/officeDocument/2006/relationships/image" Target="../media/image611.png"/><Relationship Id="rId22" Type="http://schemas.openxmlformats.org/officeDocument/2006/relationships/image" Target="../media/image700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e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e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e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94.emf"/><Relationship Id="rId9" Type="http://schemas.openxmlformats.org/officeDocument/2006/relationships/image" Target="../media/image117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e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e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2" Type="http://schemas.openxmlformats.org/officeDocument/2006/relationships/image" Target="../media/image1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12" Type="http://schemas.openxmlformats.org/officeDocument/2006/relationships/image" Target="../media/image124.png"/><Relationship Id="rId2" Type="http://schemas.openxmlformats.org/officeDocument/2006/relationships/image" Target="../media/image1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23.png"/><Relationship Id="rId5" Type="http://schemas.openxmlformats.org/officeDocument/2006/relationships/image" Target="../media/image129.png"/><Relationship Id="rId10" Type="http://schemas.openxmlformats.org/officeDocument/2006/relationships/image" Target="../media/image122.png"/><Relationship Id="rId4" Type="http://schemas.openxmlformats.org/officeDocument/2006/relationships/image" Target="../media/image128.png"/><Relationship Id="rId9" Type="http://schemas.openxmlformats.org/officeDocument/2006/relationships/image" Target="../media/image127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4.png"/><Relationship Id="rId18" Type="http://schemas.openxmlformats.org/officeDocument/2006/relationships/image" Target="../media/image139.png"/><Relationship Id="rId3" Type="http://schemas.openxmlformats.org/officeDocument/2006/relationships/image" Target="../media/image121.png"/><Relationship Id="rId21" Type="http://schemas.openxmlformats.org/officeDocument/2006/relationships/image" Target="../media/image124.png"/><Relationship Id="rId7" Type="http://schemas.openxmlformats.org/officeDocument/2006/relationships/image" Target="../media/image125.png"/><Relationship Id="rId12" Type="http://schemas.openxmlformats.org/officeDocument/2006/relationships/image" Target="../media/image133.png"/><Relationship Id="rId17" Type="http://schemas.openxmlformats.org/officeDocument/2006/relationships/image" Target="../media/image138.png"/><Relationship Id="rId2" Type="http://schemas.openxmlformats.org/officeDocument/2006/relationships/image" Target="../media/image1200.png"/><Relationship Id="rId16" Type="http://schemas.openxmlformats.org/officeDocument/2006/relationships/image" Target="../media/image137.png"/><Relationship Id="rId20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32.png"/><Relationship Id="rId5" Type="http://schemas.openxmlformats.org/officeDocument/2006/relationships/image" Target="../media/image129.png"/><Relationship Id="rId15" Type="http://schemas.openxmlformats.org/officeDocument/2006/relationships/image" Target="../media/image136.png"/><Relationship Id="rId10" Type="http://schemas.openxmlformats.org/officeDocument/2006/relationships/image" Target="../media/image131.png"/><Relationship Id="rId19" Type="http://schemas.openxmlformats.org/officeDocument/2006/relationships/image" Target="../media/image122.png"/><Relationship Id="rId4" Type="http://schemas.openxmlformats.org/officeDocument/2006/relationships/image" Target="../media/image128.png"/><Relationship Id="rId9" Type="http://schemas.openxmlformats.org/officeDocument/2006/relationships/image" Target="../media/image127.png"/><Relationship Id="rId14" Type="http://schemas.openxmlformats.org/officeDocument/2006/relationships/image" Target="../media/image135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4.png"/><Relationship Id="rId18" Type="http://schemas.openxmlformats.org/officeDocument/2006/relationships/image" Target="../media/image139.png"/><Relationship Id="rId26" Type="http://schemas.openxmlformats.org/officeDocument/2006/relationships/image" Target="../media/image144.png"/><Relationship Id="rId3" Type="http://schemas.openxmlformats.org/officeDocument/2006/relationships/image" Target="../media/image121.png"/><Relationship Id="rId21" Type="http://schemas.openxmlformats.org/officeDocument/2006/relationships/image" Target="../media/image124.png"/><Relationship Id="rId7" Type="http://schemas.openxmlformats.org/officeDocument/2006/relationships/image" Target="../media/image125.png"/><Relationship Id="rId12" Type="http://schemas.openxmlformats.org/officeDocument/2006/relationships/image" Target="../media/image133.png"/><Relationship Id="rId17" Type="http://schemas.openxmlformats.org/officeDocument/2006/relationships/image" Target="../media/image138.png"/><Relationship Id="rId25" Type="http://schemas.openxmlformats.org/officeDocument/2006/relationships/image" Target="../media/image143.png"/><Relationship Id="rId2" Type="http://schemas.openxmlformats.org/officeDocument/2006/relationships/image" Target="../media/image1200.png"/><Relationship Id="rId16" Type="http://schemas.openxmlformats.org/officeDocument/2006/relationships/image" Target="../media/image137.png"/><Relationship Id="rId20" Type="http://schemas.openxmlformats.org/officeDocument/2006/relationships/image" Target="../media/image123.png"/><Relationship Id="rId29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32.png"/><Relationship Id="rId24" Type="http://schemas.openxmlformats.org/officeDocument/2006/relationships/image" Target="../media/image142.png"/><Relationship Id="rId5" Type="http://schemas.openxmlformats.org/officeDocument/2006/relationships/image" Target="../media/image129.png"/><Relationship Id="rId15" Type="http://schemas.openxmlformats.org/officeDocument/2006/relationships/image" Target="../media/image136.png"/><Relationship Id="rId23" Type="http://schemas.openxmlformats.org/officeDocument/2006/relationships/image" Target="../media/image141.png"/><Relationship Id="rId28" Type="http://schemas.openxmlformats.org/officeDocument/2006/relationships/image" Target="../media/image146.png"/><Relationship Id="rId10" Type="http://schemas.openxmlformats.org/officeDocument/2006/relationships/image" Target="../media/image131.png"/><Relationship Id="rId19" Type="http://schemas.openxmlformats.org/officeDocument/2006/relationships/image" Target="../media/image122.png"/><Relationship Id="rId31" Type="http://schemas.openxmlformats.org/officeDocument/2006/relationships/image" Target="../media/image149.png"/><Relationship Id="rId4" Type="http://schemas.openxmlformats.org/officeDocument/2006/relationships/image" Target="../media/image128.png"/><Relationship Id="rId9" Type="http://schemas.openxmlformats.org/officeDocument/2006/relationships/image" Target="../media/image127.png"/><Relationship Id="rId14" Type="http://schemas.openxmlformats.org/officeDocument/2006/relationships/image" Target="../media/image135.png"/><Relationship Id="rId22" Type="http://schemas.openxmlformats.org/officeDocument/2006/relationships/image" Target="../media/image140.png"/><Relationship Id="rId27" Type="http://schemas.openxmlformats.org/officeDocument/2006/relationships/image" Target="../media/image145.png"/><Relationship Id="rId30" Type="http://schemas.openxmlformats.org/officeDocument/2006/relationships/image" Target="../media/image148.png"/></Relationships>
</file>

<file path=ppt/slides/_rels/slide8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7.png"/><Relationship Id="rId18" Type="http://schemas.openxmlformats.org/officeDocument/2006/relationships/image" Target="../media/image142.png"/><Relationship Id="rId26" Type="http://schemas.openxmlformats.org/officeDocument/2006/relationships/image" Target="../media/image128.png"/><Relationship Id="rId3" Type="http://schemas.openxmlformats.org/officeDocument/2006/relationships/image" Target="../media/image121.png"/><Relationship Id="rId21" Type="http://schemas.openxmlformats.org/officeDocument/2006/relationships/image" Target="../media/image145.png"/><Relationship Id="rId34" Type="http://schemas.openxmlformats.org/officeDocument/2006/relationships/image" Target="../media/image127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17" Type="http://schemas.openxmlformats.org/officeDocument/2006/relationships/image" Target="../media/image141.png"/><Relationship Id="rId25" Type="http://schemas.openxmlformats.org/officeDocument/2006/relationships/image" Target="../media/image149.png"/><Relationship Id="rId33" Type="http://schemas.openxmlformats.org/officeDocument/2006/relationships/image" Target="../media/image126.png"/><Relationship Id="rId2" Type="http://schemas.openxmlformats.org/officeDocument/2006/relationships/image" Target="../media/image1200.png"/><Relationship Id="rId16" Type="http://schemas.openxmlformats.org/officeDocument/2006/relationships/image" Target="../media/image140.png"/><Relationship Id="rId20" Type="http://schemas.openxmlformats.org/officeDocument/2006/relationships/image" Target="../media/image144.png"/><Relationship Id="rId29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11" Type="http://schemas.openxmlformats.org/officeDocument/2006/relationships/image" Target="../media/image135.png"/><Relationship Id="rId24" Type="http://schemas.openxmlformats.org/officeDocument/2006/relationships/image" Target="../media/image148.png"/><Relationship Id="rId32" Type="http://schemas.openxmlformats.org/officeDocument/2006/relationships/image" Target="../media/image125.png"/><Relationship Id="rId5" Type="http://schemas.openxmlformats.org/officeDocument/2006/relationships/image" Target="../media/image123.png"/><Relationship Id="rId15" Type="http://schemas.openxmlformats.org/officeDocument/2006/relationships/image" Target="../media/image139.png"/><Relationship Id="rId23" Type="http://schemas.openxmlformats.org/officeDocument/2006/relationships/image" Target="../media/image147.png"/><Relationship Id="rId28" Type="http://schemas.openxmlformats.org/officeDocument/2006/relationships/image" Target="../media/image130.png"/><Relationship Id="rId10" Type="http://schemas.openxmlformats.org/officeDocument/2006/relationships/image" Target="../media/image134.png"/><Relationship Id="rId19" Type="http://schemas.openxmlformats.org/officeDocument/2006/relationships/image" Target="../media/image143.png"/><Relationship Id="rId31" Type="http://schemas.openxmlformats.org/officeDocument/2006/relationships/image" Target="../media/image152.png"/><Relationship Id="rId4" Type="http://schemas.openxmlformats.org/officeDocument/2006/relationships/image" Target="../media/image122.png"/><Relationship Id="rId9" Type="http://schemas.openxmlformats.org/officeDocument/2006/relationships/image" Target="../media/image133.png"/><Relationship Id="rId14" Type="http://schemas.openxmlformats.org/officeDocument/2006/relationships/image" Target="../media/image138.png"/><Relationship Id="rId22" Type="http://schemas.openxmlformats.org/officeDocument/2006/relationships/image" Target="../media/image146.png"/><Relationship Id="rId27" Type="http://schemas.openxmlformats.org/officeDocument/2006/relationships/image" Target="../media/image129.png"/><Relationship Id="rId30" Type="http://schemas.openxmlformats.org/officeDocument/2006/relationships/image" Target="../media/image151.png"/><Relationship Id="rId8" Type="http://schemas.openxmlformats.org/officeDocument/2006/relationships/image" Target="../media/image132.png"/></Relationships>
</file>

<file path=ppt/slides/_rels/slide8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7.png"/><Relationship Id="rId18" Type="http://schemas.openxmlformats.org/officeDocument/2006/relationships/image" Target="../media/image142.png"/><Relationship Id="rId26" Type="http://schemas.openxmlformats.org/officeDocument/2006/relationships/image" Target="../media/image153.png"/><Relationship Id="rId21" Type="http://schemas.openxmlformats.org/officeDocument/2006/relationships/image" Target="../media/image145.png"/><Relationship Id="rId34" Type="http://schemas.openxmlformats.org/officeDocument/2006/relationships/image" Target="../media/image151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17" Type="http://schemas.openxmlformats.org/officeDocument/2006/relationships/image" Target="../media/image141.png"/><Relationship Id="rId25" Type="http://schemas.openxmlformats.org/officeDocument/2006/relationships/image" Target="../media/image149.png"/><Relationship Id="rId33" Type="http://schemas.openxmlformats.org/officeDocument/2006/relationships/image" Target="../media/image150.png"/><Relationship Id="rId38" Type="http://schemas.openxmlformats.org/officeDocument/2006/relationships/image" Target="../media/image127.png"/><Relationship Id="rId2" Type="http://schemas.openxmlformats.org/officeDocument/2006/relationships/image" Target="../media/image1200.png"/><Relationship Id="rId16" Type="http://schemas.openxmlformats.org/officeDocument/2006/relationships/image" Target="../media/image140.png"/><Relationship Id="rId20" Type="http://schemas.openxmlformats.org/officeDocument/2006/relationships/image" Target="../media/image144.png"/><Relationship Id="rId29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11" Type="http://schemas.openxmlformats.org/officeDocument/2006/relationships/image" Target="../media/image135.png"/><Relationship Id="rId24" Type="http://schemas.openxmlformats.org/officeDocument/2006/relationships/image" Target="../media/image148.png"/><Relationship Id="rId32" Type="http://schemas.openxmlformats.org/officeDocument/2006/relationships/image" Target="../media/image130.png"/><Relationship Id="rId37" Type="http://schemas.openxmlformats.org/officeDocument/2006/relationships/image" Target="../media/image126.png"/><Relationship Id="rId5" Type="http://schemas.openxmlformats.org/officeDocument/2006/relationships/image" Target="../media/image123.png"/><Relationship Id="rId15" Type="http://schemas.openxmlformats.org/officeDocument/2006/relationships/image" Target="../media/image139.png"/><Relationship Id="rId23" Type="http://schemas.openxmlformats.org/officeDocument/2006/relationships/image" Target="../media/image147.png"/><Relationship Id="rId28" Type="http://schemas.openxmlformats.org/officeDocument/2006/relationships/image" Target="../media/image155.png"/><Relationship Id="rId36" Type="http://schemas.openxmlformats.org/officeDocument/2006/relationships/image" Target="../media/image125.png"/><Relationship Id="rId10" Type="http://schemas.openxmlformats.org/officeDocument/2006/relationships/image" Target="../media/image134.png"/><Relationship Id="rId19" Type="http://schemas.openxmlformats.org/officeDocument/2006/relationships/image" Target="../media/image143.png"/><Relationship Id="rId31" Type="http://schemas.openxmlformats.org/officeDocument/2006/relationships/image" Target="../media/image129.png"/><Relationship Id="rId4" Type="http://schemas.openxmlformats.org/officeDocument/2006/relationships/image" Target="../media/image122.png"/><Relationship Id="rId9" Type="http://schemas.openxmlformats.org/officeDocument/2006/relationships/image" Target="../media/image133.png"/><Relationship Id="rId14" Type="http://schemas.openxmlformats.org/officeDocument/2006/relationships/image" Target="../media/image138.png"/><Relationship Id="rId22" Type="http://schemas.openxmlformats.org/officeDocument/2006/relationships/image" Target="../media/image146.png"/><Relationship Id="rId27" Type="http://schemas.openxmlformats.org/officeDocument/2006/relationships/image" Target="../media/image154.png"/><Relationship Id="rId30" Type="http://schemas.openxmlformats.org/officeDocument/2006/relationships/image" Target="../media/image128.png"/><Relationship Id="rId35" Type="http://schemas.openxmlformats.org/officeDocument/2006/relationships/image" Target="../media/image152.png"/><Relationship Id="rId8" Type="http://schemas.openxmlformats.org/officeDocument/2006/relationships/image" Target="../media/image132.png"/><Relationship Id="rId3" Type="http://schemas.openxmlformats.org/officeDocument/2006/relationships/image" Target="../media/image121.png"/></Relationships>
</file>

<file path=ppt/slides/_rels/slide8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7.png"/><Relationship Id="rId18" Type="http://schemas.openxmlformats.org/officeDocument/2006/relationships/image" Target="../media/image142.png"/><Relationship Id="rId26" Type="http://schemas.openxmlformats.org/officeDocument/2006/relationships/image" Target="../media/image153.png"/><Relationship Id="rId21" Type="http://schemas.openxmlformats.org/officeDocument/2006/relationships/image" Target="../media/image145.png"/><Relationship Id="rId34" Type="http://schemas.openxmlformats.org/officeDocument/2006/relationships/image" Target="../media/image151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17" Type="http://schemas.openxmlformats.org/officeDocument/2006/relationships/image" Target="../media/image141.png"/><Relationship Id="rId25" Type="http://schemas.openxmlformats.org/officeDocument/2006/relationships/image" Target="../media/image149.png"/><Relationship Id="rId33" Type="http://schemas.openxmlformats.org/officeDocument/2006/relationships/image" Target="../media/image150.png"/><Relationship Id="rId38" Type="http://schemas.openxmlformats.org/officeDocument/2006/relationships/image" Target="../media/image127.png"/><Relationship Id="rId2" Type="http://schemas.openxmlformats.org/officeDocument/2006/relationships/image" Target="../media/image1200.png"/><Relationship Id="rId16" Type="http://schemas.openxmlformats.org/officeDocument/2006/relationships/image" Target="../media/image140.png"/><Relationship Id="rId20" Type="http://schemas.openxmlformats.org/officeDocument/2006/relationships/image" Target="../media/image144.png"/><Relationship Id="rId29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11" Type="http://schemas.openxmlformats.org/officeDocument/2006/relationships/image" Target="../media/image135.png"/><Relationship Id="rId24" Type="http://schemas.openxmlformats.org/officeDocument/2006/relationships/image" Target="../media/image148.png"/><Relationship Id="rId32" Type="http://schemas.openxmlformats.org/officeDocument/2006/relationships/image" Target="../media/image130.png"/><Relationship Id="rId37" Type="http://schemas.openxmlformats.org/officeDocument/2006/relationships/image" Target="../media/image126.png"/><Relationship Id="rId5" Type="http://schemas.openxmlformats.org/officeDocument/2006/relationships/image" Target="../media/image123.png"/><Relationship Id="rId15" Type="http://schemas.openxmlformats.org/officeDocument/2006/relationships/image" Target="../media/image139.png"/><Relationship Id="rId23" Type="http://schemas.openxmlformats.org/officeDocument/2006/relationships/image" Target="../media/image147.png"/><Relationship Id="rId28" Type="http://schemas.openxmlformats.org/officeDocument/2006/relationships/image" Target="../media/image155.png"/><Relationship Id="rId36" Type="http://schemas.openxmlformats.org/officeDocument/2006/relationships/image" Target="../media/image125.png"/><Relationship Id="rId10" Type="http://schemas.openxmlformats.org/officeDocument/2006/relationships/image" Target="../media/image134.png"/><Relationship Id="rId19" Type="http://schemas.openxmlformats.org/officeDocument/2006/relationships/image" Target="../media/image143.png"/><Relationship Id="rId31" Type="http://schemas.openxmlformats.org/officeDocument/2006/relationships/image" Target="../media/image129.png"/><Relationship Id="rId4" Type="http://schemas.openxmlformats.org/officeDocument/2006/relationships/image" Target="../media/image122.png"/><Relationship Id="rId9" Type="http://schemas.openxmlformats.org/officeDocument/2006/relationships/image" Target="../media/image133.png"/><Relationship Id="rId14" Type="http://schemas.openxmlformats.org/officeDocument/2006/relationships/image" Target="../media/image138.png"/><Relationship Id="rId22" Type="http://schemas.openxmlformats.org/officeDocument/2006/relationships/image" Target="../media/image146.png"/><Relationship Id="rId27" Type="http://schemas.openxmlformats.org/officeDocument/2006/relationships/image" Target="../media/image154.png"/><Relationship Id="rId30" Type="http://schemas.openxmlformats.org/officeDocument/2006/relationships/image" Target="../media/image128.png"/><Relationship Id="rId35" Type="http://schemas.openxmlformats.org/officeDocument/2006/relationships/image" Target="../media/image152.png"/><Relationship Id="rId8" Type="http://schemas.openxmlformats.org/officeDocument/2006/relationships/image" Target="../media/image132.png"/><Relationship Id="rId3" Type="http://schemas.openxmlformats.org/officeDocument/2006/relationships/image" Target="../media/image12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Relationship Id="rId9" Type="http://schemas.openxmlformats.org/officeDocument/2006/relationships/image" Target="../media/image164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12" Type="http://schemas.openxmlformats.org/officeDocument/2006/relationships/image" Target="../media/image167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11" Type="http://schemas.openxmlformats.org/officeDocument/2006/relationships/image" Target="../media/image166.png"/><Relationship Id="rId5" Type="http://schemas.openxmlformats.org/officeDocument/2006/relationships/image" Target="../media/image160.png"/><Relationship Id="rId10" Type="http://schemas.openxmlformats.org/officeDocument/2006/relationships/image" Target="../media/image165.png"/><Relationship Id="rId4" Type="http://schemas.openxmlformats.org/officeDocument/2006/relationships/image" Target="../media/image159.png"/><Relationship Id="rId9" Type="http://schemas.openxmlformats.org/officeDocument/2006/relationships/image" Target="../media/image164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image" Target="../media/image168.png"/><Relationship Id="rId18" Type="http://schemas.openxmlformats.org/officeDocument/2006/relationships/image" Target="../media/image173.png"/><Relationship Id="rId3" Type="http://schemas.openxmlformats.org/officeDocument/2006/relationships/image" Target="../media/image158.png"/><Relationship Id="rId21" Type="http://schemas.openxmlformats.org/officeDocument/2006/relationships/image" Target="../media/image176.png"/><Relationship Id="rId7" Type="http://schemas.openxmlformats.org/officeDocument/2006/relationships/image" Target="../media/image162.png"/><Relationship Id="rId12" Type="http://schemas.openxmlformats.org/officeDocument/2006/relationships/image" Target="../media/image167.png"/><Relationship Id="rId17" Type="http://schemas.openxmlformats.org/officeDocument/2006/relationships/image" Target="../media/image172.png"/><Relationship Id="rId2" Type="http://schemas.openxmlformats.org/officeDocument/2006/relationships/image" Target="../media/image157.png"/><Relationship Id="rId16" Type="http://schemas.openxmlformats.org/officeDocument/2006/relationships/image" Target="../media/image171.png"/><Relationship Id="rId20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11" Type="http://schemas.openxmlformats.org/officeDocument/2006/relationships/image" Target="../media/image166.png"/><Relationship Id="rId5" Type="http://schemas.openxmlformats.org/officeDocument/2006/relationships/image" Target="../media/image160.png"/><Relationship Id="rId15" Type="http://schemas.openxmlformats.org/officeDocument/2006/relationships/image" Target="../media/image1700.png"/><Relationship Id="rId10" Type="http://schemas.openxmlformats.org/officeDocument/2006/relationships/image" Target="../media/image165.png"/><Relationship Id="rId19" Type="http://schemas.openxmlformats.org/officeDocument/2006/relationships/image" Target="../media/image174.png"/><Relationship Id="rId4" Type="http://schemas.openxmlformats.org/officeDocument/2006/relationships/image" Target="../media/image159.png"/><Relationship Id="rId9" Type="http://schemas.openxmlformats.org/officeDocument/2006/relationships/image" Target="../media/image164.png"/><Relationship Id="rId14" Type="http://schemas.openxmlformats.org/officeDocument/2006/relationships/image" Target="../media/image169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image" Target="../media/image168.png"/><Relationship Id="rId18" Type="http://schemas.openxmlformats.org/officeDocument/2006/relationships/image" Target="../media/image173.png"/><Relationship Id="rId26" Type="http://schemas.openxmlformats.org/officeDocument/2006/relationships/image" Target="../media/image181.png"/><Relationship Id="rId3" Type="http://schemas.openxmlformats.org/officeDocument/2006/relationships/image" Target="../media/image158.png"/><Relationship Id="rId21" Type="http://schemas.openxmlformats.org/officeDocument/2006/relationships/image" Target="../media/image176.png"/><Relationship Id="rId7" Type="http://schemas.openxmlformats.org/officeDocument/2006/relationships/image" Target="../media/image162.png"/><Relationship Id="rId12" Type="http://schemas.openxmlformats.org/officeDocument/2006/relationships/image" Target="../media/image167.png"/><Relationship Id="rId17" Type="http://schemas.openxmlformats.org/officeDocument/2006/relationships/image" Target="../media/image172.png"/><Relationship Id="rId25" Type="http://schemas.openxmlformats.org/officeDocument/2006/relationships/image" Target="../media/image1800.png"/><Relationship Id="rId2" Type="http://schemas.openxmlformats.org/officeDocument/2006/relationships/image" Target="../media/image157.png"/><Relationship Id="rId16" Type="http://schemas.openxmlformats.org/officeDocument/2006/relationships/image" Target="../media/image171.png"/><Relationship Id="rId20" Type="http://schemas.openxmlformats.org/officeDocument/2006/relationships/image" Target="../media/image175.png"/><Relationship Id="rId29" Type="http://schemas.openxmlformats.org/officeDocument/2006/relationships/image" Target="../media/image1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11" Type="http://schemas.openxmlformats.org/officeDocument/2006/relationships/image" Target="../media/image166.png"/><Relationship Id="rId24" Type="http://schemas.openxmlformats.org/officeDocument/2006/relationships/image" Target="../media/image179.png"/><Relationship Id="rId5" Type="http://schemas.openxmlformats.org/officeDocument/2006/relationships/image" Target="../media/image160.png"/><Relationship Id="rId15" Type="http://schemas.openxmlformats.org/officeDocument/2006/relationships/image" Target="../media/image1700.png"/><Relationship Id="rId23" Type="http://schemas.openxmlformats.org/officeDocument/2006/relationships/image" Target="../media/image178.png"/><Relationship Id="rId28" Type="http://schemas.openxmlformats.org/officeDocument/2006/relationships/image" Target="../media/image183.png"/><Relationship Id="rId10" Type="http://schemas.openxmlformats.org/officeDocument/2006/relationships/image" Target="../media/image165.png"/><Relationship Id="rId19" Type="http://schemas.openxmlformats.org/officeDocument/2006/relationships/image" Target="../media/image174.png"/><Relationship Id="rId31" Type="http://schemas.openxmlformats.org/officeDocument/2006/relationships/image" Target="../media/image186.png"/><Relationship Id="rId4" Type="http://schemas.openxmlformats.org/officeDocument/2006/relationships/image" Target="../media/image159.png"/><Relationship Id="rId9" Type="http://schemas.openxmlformats.org/officeDocument/2006/relationships/image" Target="../media/image164.png"/><Relationship Id="rId14" Type="http://schemas.openxmlformats.org/officeDocument/2006/relationships/image" Target="../media/image169.png"/><Relationship Id="rId22" Type="http://schemas.openxmlformats.org/officeDocument/2006/relationships/image" Target="../media/image177.png"/><Relationship Id="rId27" Type="http://schemas.openxmlformats.org/officeDocument/2006/relationships/image" Target="../media/image182.png"/><Relationship Id="rId30" Type="http://schemas.openxmlformats.org/officeDocument/2006/relationships/image" Target="../media/image185.png"/></Relationships>
</file>

<file path=ppt/slides/_rels/slide9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1.png"/><Relationship Id="rId18" Type="http://schemas.openxmlformats.org/officeDocument/2006/relationships/image" Target="../media/image176.png"/><Relationship Id="rId26" Type="http://schemas.openxmlformats.org/officeDocument/2006/relationships/image" Target="../media/image184.png"/><Relationship Id="rId3" Type="http://schemas.openxmlformats.org/officeDocument/2006/relationships/image" Target="../media/image158.png"/><Relationship Id="rId21" Type="http://schemas.openxmlformats.org/officeDocument/2006/relationships/image" Target="../media/image179.png"/><Relationship Id="rId34" Type="http://schemas.openxmlformats.org/officeDocument/2006/relationships/image" Target="../media/image189.png"/><Relationship Id="rId7" Type="http://schemas.openxmlformats.org/officeDocument/2006/relationships/image" Target="../media/image162.png"/><Relationship Id="rId12" Type="http://schemas.openxmlformats.org/officeDocument/2006/relationships/image" Target="../media/image1700.png"/><Relationship Id="rId17" Type="http://schemas.openxmlformats.org/officeDocument/2006/relationships/image" Target="../media/image175.png"/><Relationship Id="rId25" Type="http://schemas.openxmlformats.org/officeDocument/2006/relationships/image" Target="../media/image183.png"/><Relationship Id="rId33" Type="http://schemas.openxmlformats.org/officeDocument/2006/relationships/image" Target="../media/image188.png"/><Relationship Id="rId2" Type="http://schemas.openxmlformats.org/officeDocument/2006/relationships/image" Target="../media/image157.png"/><Relationship Id="rId16" Type="http://schemas.openxmlformats.org/officeDocument/2006/relationships/image" Target="../media/image174.png"/><Relationship Id="rId20" Type="http://schemas.openxmlformats.org/officeDocument/2006/relationships/image" Target="../media/image178.png"/><Relationship Id="rId29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11" Type="http://schemas.openxmlformats.org/officeDocument/2006/relationships/image" Target="../media/image169.png"/><Relationship Id="rId24" Type="http://schemas.openxmlformats.org/officeDocument/2006/relationships/image" Target="../media/image182.png"/><Relationship Id="rId32" Type="http://schemas.openxmlformats.org/officeDocument/2006/relationships/image" Target="../media/image187.png"/><Relationship Id="rId5" Type="http://schemas.openxmlformats.org/officeDocument/2006/relationships/image" Target="../media/image160.png"/><Relationship Id="rId15" Type="http://schemas.openxmlformats.org/officeDocument/2006/relationships/image" Target="../media/image173.png"/><Relationship Id="rId23" Type="http://schemas.openxmlformats.org/officeDocument/2006/relationships/image" Target="../media/image181.png"/><Relationship Id="rId28" Type="http://schemas.openxmlformats.org/officeDocument/2006/relationships/image" Target="../media/image186.png"/><Relationship Id="rId10" Type="http://schemas.openxmlformats.org/officeDocument/2006/relationships/image" Target="../media/image168.png"/><Relationship Id="rId19" Type="http://schemas.openxmlformats.org/officeDocument/2006/relationships/image" Target="../media/image177.png"/><Relationship Id="rId31" Type="http://schemas.openxmlformats.org/officeDocument/2006/relationships/image" Target="../media/image167.png"/><Relationship Id="rId4" Type="http://schemas.openxmlformats.org/officeDocument/2006/relationships/image" Target="../media/image159.png"/><Relationship Id="rId9" Type="http://schemas.openxmlformats.org/officeDocument/2006/relationships/image" Target="../media/image164.png"/><Relationship Id="rId14" Type="http://schemas.openxmlformats.org/officeDocument/2006/relationships/image" Target="../media/image172.png"/><Relationship Id="rId22" Type="http://schemas.openxmlformats.org/officeDocument/2006/relationships/image" Target="../media/image1800.png"/><Relationship Id="rId27" Type="http://schemas.openxmlformats.org/officeDocument/2006/relationships/image" Target="../media/image185.png"/><Relationship Id="rId30" Type="http://schemas.openxmlformats.org/officeDocument/2006/relationships/image" Target="../media/image166.png"/><Relationship Id="rId8" Type="http://schemas.openxmlformats.org/officeDocument/2006/relationships/image" Target="../media/image163.png"/></Relationships>
</file>

<file path=ppt/slides/_rels/slide9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00.png"/><Relationship Id="rId18" Type="http://schemas.openxmlformats.org/officeDocument/2006/relationships/image" Target="../media/image175.png"/><Relationship Id="rId26" Type="http://schemas.openxmlformats.org/officeDocument/2006/relationships/image" Target="../media/image183.png"/><Relationship Id="rId39" Type="http://schemas.openxmlformats.org/officeDocument/2006/relationships/image" Target="../media/image189.png"/><Relationship Id="rId21" Type="http://schemas.openxmlformats.org/officeDocument/2006/relationships/image" Target="../media/image178.png"/><Relationship Id="rId34" Type="http://schemas.openxmlformats.org/officeDocument/2006/relationships/image" Target="../media/image165.png"/><Relationship Id="rId7" Type="http://schemas.openxmlformats.org/officeDocument/2006/relationships/image" Target="../media/image161.png"/><Relationship Id="rId12" Type="http://schemas.openxmlformats.org/officeDocument/2006/relationships/image" Target="../media/image169.png"/><Relationship Id="rId17" Type="http://schemas.openxmlformats.org/officeDocument/2006/relationships/image" Target="../media/image174.png"/><Relationship Id="rId25" Type="http://schemas.openxmlformats.org/officeDocument/2006/relationships/image" Target="../media/image182.png"/><Relationship Id="rId33" Type="http://schemas.openxmlformats.org/officeDocument/2006/relationships/image" Target="../media/image193.png"/><Relationship Id="rId38" Type="http://schemas.openxmlformats.org/officeDocument/2006/relationships/image" Target="../media/image18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73.png"/><Relationship Id="rId20" Type="http://schemas.openxmlformats.org/officeDocument/2006/relationships/image" Target="../media/image177.png"/><Relationship Id="rId29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1" Type="http://schemas.openxmlformats.org/officeDocument/2006/relationships/image" Target="../media/image168.png"/><Relationship Id="rId24" Type="http://schemas.openxmlformats.org/officeDocument/2006/relationships/image" Target="../media/image181.png"/><Relationship Id="rId32" Type="http://schemas.openxmlformats.org/officeDocument/2006/relationships/image" Target="../media/image192.png"/><Relationship Id="rId37" Type="http://schemas.openxmlformats.org/officeDocument/2006/relationships/image" Target="../media/image187.png"/><Relationship Id="rId5" Type="http://schemas.openxmlformats.org/officeDocument/2006/relationships/image" Target="../media/image159.png"/><Relationship Id="rId15" Type="http://schemas.openxmlformats.org/officeDocument/2006/relationships/image" Target="../media/image172.png"/><Relationship Id="rId23" Type="http://schemas.openxmlformats.org/officeDocument/2006/relationships/image" Target="../media/image1800.png"/><Relationship Id="rId28" Type="http://schemas.openxmlformats.org/officeDocument/2006/relationships/image" Target="../media/image185.png"/><Relationship Id="rId36" Type="http://schemas.openxmlformats.org/officeDocument/2006/relationships/image" Target="../media/image167.png"/><Relationship Id="rId10" Type="http://schemas.openxmlformats.org/officeDocument/2006/relationships/image" Target="../media/image164.png"/><Relationship Id="rId19" Type="http://schemas.openxmlformats.org/officeDocument/2006/relationships/image" Target="../media/image176.png"/><Relationship Id="rId31" Type="http://schemas.openxmlformats.org/officeDocument/2006/relationships/image" Target="../media/image191.png"/><Relationship Id="rId4" Type="http://schemas.openxmlformats.org/officeDocument/2006/relationships/image" Target="../media/image158.png"/><Relationship Id="rId9" Type="http://schemas.openxmlformats.org/officeDocument/2006/relationships/image" Target="../media/image163.png"/><Relationship Id="rId14" Type="http://schemas.openxmlformats.org/officeDocument/2006/relationships/image" Target="../media/image171.png"/><Relationship Id="rId22" Type="http://schemas.openxmlformats.org/officeDocument/2006/relationships/image" Target="../media/image179.png"/><Relationship Id="rId27" Type="http://schemas.openxmlformats.org/officeDocument/2006/relationships/image" Target="../media/image184.png"/><Relationship Id="rId30" Type="http://schemas.openxmlformats.org/officeDocument/2006/relationships/image" Target="../media/image1900.png"/><Relationship Id="rId35" Type="http://schemas.openxmlformats.org/officeDocument/2006/relationships/image" Target="../media/image166.png"/><Relationship Id="rId8" Type="http://schemas.openxmlformats.org/officeDocument/2006/relationships/image" Target="../media/image162.png"/><Relationship Id="rId3" Type="http://schemas.openxmlformats.org/officeDocument/2006/relationships/image" Target="../media/image157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13.xml"/><Relationship Id="rId20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0.png"/><Relationship Id="rId5" Type="http://schemas.openxmlformats.org/officeDocument/2006/relationships/image" Target="../media/image750.png"/><Relationship Id="rId4" Type="http://schemas.openxmlformats.org/officeDocument/2006/relationships/image" Target="../media/image158.png"/><Relationship Id="rId30" Type="http://schemas.openxmlformats.org/officeDocument/2006/relationships/image" Target="../media/image190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34" Type="http://schemas.openxmlformats.org/officeDocument/2006/relationships/image" Target="../media/image194.png"/><Relationship Id="rId7" Type="http://schemas.openxmlformats.org/officeDocument/2006/relationships/image" Target="../media/image102.png"/><Relationship Id="rId33" Type="http://schemas.openxmlformats.org/officeDocument/2006/relationships/image" Target="../media/image105.png"/><Relationship Id="rId2" Type="http://schemas.openxmlformats.org/officeDocument/2006/relationships/notesSlide" Target="../notesSlides/notesSlide14.xml"/><Relationship Id="rId20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0.png"/><Relationship Id="rId32" Type="http://schemas.openxmlformats.org/officeDocument/2006/relationships/image" Target="../media/image104.png"/><Relationship Id="rId5" Type="http://schemas.openxmlformats.org/officeDocument/2006/relationships/image" Target="../media/image750.png"/><Relationship Id="rId36" Type="http://schemas.openxmlformats.org/officeDocument/2006/relationships/image" Target="../media/image196.png"/><Relationship Id="rId31" Type="http://schemas.openxmlformats.org/officeDocument/2006/relationships/image" Target="../media/image103.png"/><Relationship Id="rId4" Type="http://schemas.openxmlformats.org/officeDocument/2006/relationships/image" Target="../media/image158.png"/><Relationship Id="rId30" Type="http://schemas.openxmlformats.org/officeDocument/2006/relationships/image" Target="../media/image1900.png"/><Relationship Id="rId35" Type="http://schemas.openxmlformats.org/officeDocument/2006/relationships/image" Target="../media/image195.png"/></Relationships>
</file>

<file path=ppt/slides/_rels/slide94.xml.rels><?xml version="1.0" encoding="UTF-8" standalone="yes"?>
<Relationships xmlns="http://schemas.openxmlformats.org/package/2006/relationships"><Relationship Id="rId39" Type="http://schemas.openxmlformats.org/officeDocument/2006/relationships/image" Target="../media/image199.png"/><Relationship Id="rId3" Type="http://schemas.openxmlformats.org/officeDocument/2006/relationships/image" Target="../media/image157.png"/><Relationship Id="rId34" Type="http://schemas.openxmlformats.org/officeDocument/2006/relationships/image" Target="../media/image194.png"/><Relationship Id="rId42" Type="http://schemas.openxmlformats.org/officeDocument/2006/relationships/image" Target="../media/image202.png"/><Relationship Id="rId7" Type="http://schemas.openxmlformats.org/officeDocument/2006/relationships/image" Target="../media/image102.png"/><Relationship Id="rId33" Type="http://schemas.openxmlformats.org/officeDocument/2006/relationships/image" Target="../media/image105.png"/><Relationship Id="rId38" Type="http://schemas.openxmlformats.org/officeDocument/2006/relationships/image" Target="../media/image198.png"/><Relationship Id="rId2" Type="http://schemas.openxmlformats.org/officeDocument/2006/relationships/notesSlide" Target="../notesSlides/notesSlide15.xml"/><Relationship Id="rId20" Type="http://schemas.openxmlformats.org/officeDocument/2006/relationships/image" Target="../media/image177.png"/><Relationship Id="rId41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0.png"/><Relationship Id="rId32" Type="http://schemas.openxmlformats.org/officeDocument/2006/relationships/image" Target="../media/image104.png"/><Relationship Id="rId37" Type="http://schemas.openxmlformats.org/officeDocument/2006/relationships/image" Target="../media/image197.png"/><Relationship Id="rId40" Type="http://schemas.openxmlformats.org/officeDocument/2006/relationships/image" Target="../media/image2000.png"/><Relationship Id="rId45" Type="http://schemas.openxmlformats.org/officeDocument/2006/relationships/image" Target="../media/image205.png"/><Relationship Id="rId5" Type="http://schemas.openxmlformats.org/officeDocument/2006/relationships/image" Target="../media/image750.png"/><Relationship Id="rId36" Type="http://schemas.openxmlformats.org/officeDocument/2006/relationships/image" Target="../media/image196.png"/><Relationship Id="rId31" Type="http://schemas.openxmlformats.org/officeDocument/2006/relationships/image" Target="../media/image103.png"/><Relationship Id="rId44" Type="http://schemas.openxmlformats.org/officeDocument/2006/relationships/image" Target="../media/image204.png"/><Relationship Id="rId4" Type="http://schemas.openxmlformats.org/officeDocument/2006/relationships/image" Target="../media/image158.png"/><Relationship Id="rId30" Type="http://schemas.openxmlformats.org/officeDocument/2006/relationships/image" Target="../media/image1900.png"/><Relationship Id="rId35" Type="http://schemas.openxmlformats.org/officeDocument/2006/relationships/image" Target="../media/image195.png"/><Relationship Id="rId43" Type="http://schemas.openxmlformats.org/officeDocument/2006/relationships/image" Target="../media/image203.png"/></Relationships>
</file>

<file path=ppt/slides/_rels/slide95.xml.rels><?xml version="1.0" encoding="UTF-8" standalone="yes"?>
<Relationships xmlns="http://schemas.openxmlformats.org/package/2006/relationships"><Relationship Id="rId39" Type="http://schemas.openxmlformats.org/officeDocument/2006/relationships/image" Target="../media/image199.png"/><Relationship Id="rId3" Type="http://schemas.openxmlformats.org/officeDocument/2006/relationships/image" Target="../media/image157.png"/><Relationship Id="rId34" Type="http://schemas.openxmlformats.org/officeDocument/2006/relationships/image" Target="../media/image194.png"/><Relationship Id="rId42" Type="http://schemas.openxmlformats.org/officeDocument/2006/relationships/image" Target="../media/image202.png"/><Relationship Id="rId47" Type="http://schemas.openxmlformats.org/officeDocument/2006/relationships/image" Target="../media/image207.png"/><Relationship Id="rId50" Type="http://schemas.openxmlformats.org/officeDocument/2006/relationships/image" Target="../media/image2100.png"/><Relationship Id="rId7" Type="http://schemas.openxmlformats.org/officeDocument/2006/relationships/image" Target="../media/image102.png"/><Relationship Id="rId33" Type="http://schemas.openxmlformats.org/officeDocument/2006/relationships/image" Target="../media/image105.png"/><Relationship Id="rId38" Type="http://schemas.openxmlformats.org/officeDocument/2006/relationships/image" Target="../media/image198.png"/><Relationship Id="rId46" Type="http://schemas.openxmlformats.org/officeDocument/2006/relationships/image" Target="../media/image206.png"/><Relationship Id="rId2" Type="http://schemas.openxmlformats.org/officeDocument/2006/relationships/notesSlide" Target="../notesSlides/notesSlide16.xml"/><Relationship Id="rId20" Type="http://schemas.openxmlformats.org/officeDocument/2006/relationships/image" Target="../media/image177.png"/><Relationship Id="rId41" Type="http://schemas.openxmlformats.org/officeDocument/2006/relationships/image" Target="../media/image201.png"/><Relationship Id="rId54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0.png"/><Relationship Id="rId32" Type="http://schemas.openxmlformats.org/officeDocument/2006/relationships/image" Target="../media/image104.png"/><Relationship Id="rId37" Type="http://schemas.openxmlformats.org/officeDocument/2006/relationships/image" Target="../media/image197.png"/><Relationship Id="rId40" Type="http://schemas.openxmlformats.org/officeDocument/2006/relationships/image" Target="../media/image2000.png"/><Relationship Id="rId45" Type="http://schemas.openxmlformats.org/officeDocument/2006/relationships/image" Target="../media/image205.png"/><Relationship Id="rId53" Type="http://schemas.openxmlformats.org/officeDocument/2006/relationships/image" Target="../media/image213.png"/><Relationship Id="rId5" Type="http://schemas.openxmlformats.org/officeDocument/2006/relationships/image" Target="../media/image750.png"/><Relationship Id="rId36" Type="http://schemas.openxmlformats.org/officeDocument/2006/relationships/image" Target="../media/image196.png"/><Relationship Id="rId49" Type="http://schemas.openxmlformats.org/officeDocument/2006/relationships/image" Target="../media/image209.png"/><Relationship Id="rId31" Type="http://schemas.openxmlformats.org/officeDocument/2006/relationships/image" Target="../media/image103.png"/><Relationship Id="rId44" Type="http://schemas.openxmlformats.org/officeDocument/2006/relationships/image" Target="../media/image204.png"/><Relationship Id="rId52" Type="http://schemas.openxmlformats.org/officeDocument/2006/relationships/image" Target="../media/image212.png"/><Relationship Id="rId4" Type="http://schemas.openxmlformats.org/officeDocument/2006/relationships/image" Target="../media/image158.png"/><Relationship Id="rId30" Type="http://schemas.openxmlformats.org/officeDocument/2006/relationships/image" Target="../media/image1900.png"/><Relationship Id="rId35" Type="http://schemas.openxmlformats.org/officeDocument/2006/relationships/image" Target="../media/image195.png"/><Relationship Id="rId43" Type="http://schemas.openxmlformats.org/officeDocument/2006/relationships/image" Target="../media/image203.png"/><Relationship Id="rId48" Type="http://schemas.openxmlformats.org/officeDocument/2006/relationships/image" Target="../media/image208.png"/><Relationship Id="rId51" Type="http://schemas.openxmlformats.org/officeDocument/2006/relationships/image" Target="../media/image211.png"/></Relationships>
</file>

<file path=ppt/slides/_rels/slide96.xml.rels><?xml version="1.0" encoding="UTF-8" standalone="yes"?>
<Relationships xmlns="http://schemas.openxmlformats.org/package/2006/relationships"><Relationship Id="rId39" Type="http://schemas.openxmlformats.org/officeDocument/2006/relationships/image" Target="../media/image199.png"/><Relationship Id="rId3" Type="http://schemas.openxmlformats.org/officeDocument/2006/relationships/image" Target="../media/image157.png"/><Relationship Id="rId34" Type="http://schemas.openxmlformats.org/officeDocument/2006/relationships/image" Target="../media/image194.png"/><Relationship Id="rId42" Type="http://schemas.openxmlformats.org/officeDocument/2006/relationships/image" Target="../media/image202.png"/><Relationship Id="rId47" Type="http://schemas.openxmlformats.org/officeDocument/2006/relationships/image" Target="../media/image207.png"/><Relationship Id="rId50" Type="http://schemas.openxmlformats.org/officeDocument/2006/relationships/image" Target="../media/image2100.png"/><Relationship Id="rId55" Type="http://schemas.openxmlformats.org/officeDocument/2006/relationships/image" Target="../media/image215.png"/><Relationship Id="rId7" Type="http://schemas.openxmlformats.org/officeDocument/2006/relationships/image" Target="../media/image102.png"/><Relationship Id="rId33" Type="http://schemas.openxmlformats.org/officeDocument/2006/relationships/image" Target="../media/image105.png"/><Relationship Id="rId38" Type="http://schemas.openxmlformats.org/officeDocument/2006/relationships/image" Target="../media/image198.png"/><Relationship Id="rId46" Type="http://schemas.openxmlformats.org/officeDocument/2006/relationships/image" Target="../media/image206.png"/><Relationship Id="rId2" Type="http://schemas.openxmlformats.org/officeDocument/2006/relationships/notesSlide" Target="../notesSlides/notesSlide17.xml"/><Relationship Id="rId20" Type="http://schemas.openxmlformats.org/officeDocument/2006/relationships/image" Target="../media/image177.png"/><Relationship Id="rId41" Type="http://schemas.openxmlformats.org/officeDocument/2006/relationships/image" Target="../media/image201.png"/><Relationship Id="rId54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0.png"/><Relationship Id="rId32" Type="http://schemas.openxmlformats.org/officeDocument/2006/relationships/image" Target="../media/image104.png"/><Relationship Id="rId37" Type="http://schemas.openxmlformats.org/officeDocument/2006/relationships/image" Target="../media/image197.png"/><Relationship Id="rId40" Type="http://schemas.openxmlformats.org/officeDocument/2006/relationships/image" Target="../media/image2000.png"/><Relationship Id="rId45" Type="http://schemas.openxmlformats.org/officeDocument/2006/relationships/image" Target="../media/image205.png"/><Relationship Id="rId53" Type="http://schemas.openxmlformats.org/officeDocument/2006/relationships/image" Target="../media/image213.png"/><Relationship Id="rId5" Type="http://schemas.openxmlformats.org/officeDocument/2006/relationships/image" Target="../media/image750.png"/><Relationship Id="rId36" Type="http://schemas.openxmlformats.org/officeDocument/2006/relationships/image" Target="../media/image196.png"/><Relationship Id="rId49" Type="http://schemas.openxmlformats.org/officeDocument/2006/relationships/image" Target="../media/image209.png"/><Relationship Id="rId57" Type="http://schemas.openxmlformats.org/officeDocument/2006/relationships/image" Target="../media/image217.png"/><Relationship Id="rId31" Type="http://schemas.openxmlformats.org/officeDocument/2006/relationships/image" Target="../media/image103.png"/><Relationship Id="rId44" Type="http://schemas.openxmlformats.org/officeDocument/2006/relationships/image" Target="../media/image204.png"/><Relationship Id="rId52" Type="http://schemas.openxmlformats.org/officeDocument/2006/relationships/image" Target="../media/image212.png"/><Relationship Id="rId4" Type="http://schemas.openxmlformats.org/officeDocument/2006/relationships/image" Target="../media/image158.png"/><Relationship Id="rId30" Type="http://schemas.openxmlformats.org/officeDocument/2006/relationships/image" Target="../media/image1900.png"/><Relationship Id="rId35" Type="http://schemas.openxmlformats.org/officeDocument/2006/relationships/image" Target="../media/image195.png"/><Relationship Id="rId43" Type="http://schemas.openxmlformats.org/officeDocument/2006/relationships/image" Target="../media/image203.png"/><Relationship Id="rId48" Type="http://schemas.openxmlformats.org/officeDocument/2006/relationships/image" Target="../media/image208.png"/><Relationship Id="rId56" Type="http://schemas.openxmlformats.org/officeDocument/2006/relationships/image" Target="../media/image216.png"/><Relationship Id="rId51" Type="http://schemas.openxmlformats.org/officeDocument/2006/relationships/image" Target="../media/image211.png"/></Relationships>
</file>

<file path=ppt/slides/_rels/slide9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9.png"/><Relationship Id="rId18" Type="http://schemas.openxmlformats.org/officeDocument/2006/relationships/image" Target="../media/image204.png"/><Relationship Id="rId26" Type="http://schemas.openxmlformats.org/officeDocument/2006/relationships/image" Target="../media/image211.png"/><Relationship Id="rId39" Type="http://schemas.openxmlformats.org/officeDocument/2006/relationships/image" Target="../media/image217.png"/><Relationship Id="rId21" Type="http://schemas.openxmlformats.org/officeDocument/2006/relationships/image" Target="../media/image206.png"/><Relationship Id="rId34" Type="http://schemas.openxmlformats.org/officeDocument/2006/relationships/image" Target="../media/image194.png"/><Relationship Id="rId7" Type="http://schemas.openxmlformats.org/officeDocument/2006/relationships/image" Target="../media/image102.png"/><Relationship Id="rId12" Type="http://schemas.openxmlformats.org/officeDocument/2006/relationships/image" Target="../media/image198.png"/><Relationship Id="rId17" Type="http://schemas.openxmlformats.org/officeDocument/2006/relationships/image" Target="../media/image203.png"/><Relationship Id="rId25" Type="http://schemas.openxmlformats.org/officeDocument/2006/relationships/image" Target="../media/image2100.png"/><Relationship Id="rId33" Type="http://schemas.openxmlformats.org/officeDocument/2006/relationships/image" Target="../media/image220.png"/><Relationship Id="rId38" Type="http://schemas.openxmlformats.org/officeDocument/2006/relationships/image" Target="../media/image216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02.png"/><Relationship Id="rId20" Type="http://schemas.openxmlformats.org/officeDocument/2006/relationships/image" Target="../media/image177.png"/><Relationship Id="rId29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0.png"/><Relationship Id="rId11" Type="http://schemas.openxmlformats.org/officeDocument/2006/relationships/image" Target="../media/image197.png"/><Relationship Id="rId24" Type="http://schemas.openxmlformats.org/officeDocument/2006/relationships/image" Target="../media/image209.png"/><Relationship Id="rId32" Type="http://schemas.openxmlformats.org/officeDocument/2006/relationships/image" Target="../media/image219.png"/><Relationship Id="rId37" Type="http://schemas.openxmlformats.org/officeDocument/2006/relationships/image" Target="../media/image215.png"/><Relationship Id="rId5" Type="http://schemas.openxmlformats.org/officeDocument/2006/relationships/image" Target="../media/image750.png"/><Relationship Id="rId15" Type="http://schemas.openxmlformats.org/officeDocument/2006/relationships/image" Target="../media/image201.png"/><Relationship Id="rId23" Type="http://schemas.openxmlformats.org/officeDocument/2006/relationships/image" Target="../media/image208.png"/><Relationship Id="rId28" Type="http://schemas.openxmlformats.org/officeDocument/2006/relationships/image" Target="../media/image213.png"/><Relationship Id="rId36" Type="http://schemas.openxmlformats.org/officeDocument/2006/relationships/image" Target="../media/image196.png"/><Relationship Id="rId10" Type="http://schemas.openxmlformats.org/officeDocument/2006/relationships/image" Target="../media/image105.png"/><Relationship Id="rId19" Type="http://schemas.openxmlformats.org/officeDocument/2006/relationships/image" Target="../media/image205.png"/><Relationship Id="rId31" Type="http://schemas.openxmlformats.org/officeDocument/2006/relationships/image" Target="../media/image218.png"/><Relationship Id="rId4" Type="http://schemas.openxmlformats.org/officeDocument/2006/relationships/image" Target="../media/image158.png"/><Relationship Id="rId9" Type="http://schemas.openxmlformats.org/officeDocument/2006/relationships/image" Target="../media/image104.png"/><Relationship Id="rId14" Type="http://schemas.openxmlformats.org/officeDocument/2006/relationships/image" Target="../media/image2000.png"/><Relationship Id="rId22" Type="http://schemas.openxmlformats.org/officeDocument/2006/relationships/image" Target="../media/image207.png"/><Relationship Id="rId27" Type="http://schemas.openxmlformats.org/officeDocument/2006/relationships/image" Target="../media/image212.png"/><Relationship Id="rId30" Type="http://schemas.openxmlformats.org/officeDocument/2006/relationships/image" Target="../media/image1900.png"/><Relationship Id="rId35" Type="http://schemas.openxmlformats.org/officeDocument/2006/relationships/image" Target="../media/image195.png"/><Relationship Id="rId8" Type="http://schemas.openxmlformats.org/officeDocument/2006/relationships/image" Target="../media/image103.png"/><Relationship Id="rId3" Type="http://schemas.openxmlformats.org/officeDocument/2006/relationships/image" Target="../media/image157.png"/></Relationships>
</file>

<file path=ppt/slides/_rels/slide9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9.png"/><Relationship Id="rId18" Type="http://schemas.openxmlformats.org/officeDocument/2006/relationships/image" Target="../media/image204.png"/><Relationship Id="rId26" Type="http://schemas.openxmlformats.org/officeDocument/2006/relationships/image" Target="../media/image211.png"/><Relationship Id="rId39" Type="http://schemas.openxmlformats.org/officeDocument/2006/relationships/image" Target="../media/image217.png"/><Relationship Id="rId21" Type="http://schemas.openxmlformats.org/officeDocument/2006/relationships/image" Target="../media/image206.png"/><Relationship Id="rId34" Type="http://schemas.openxmlformats.org/officeDocument/2006/relationships/image" Target="../media/image194.png"/><Relationship Id="rId7" Type="http://schemas.openxmlformats.org/officeDocument/2006/relationships/image" Target="../media/image102.png"/><Relationship Id="rId12" Type="http://schemas.openxmlformats.org/officeDocument/2006/relationships/image" Target="../media/image198.png"/><Relationship Id="rId17" Type="http://schemas.openxmlformats.org/officeDocument/2006/relationships/image" Target="../media/image203.png"/><Relationship Id="rId25" Type="http://schemas.openxmlformats.org/officeDocument/2006/relationships/image" Target="../media/image2100.png"/><Relationship Id="rId33" Type="http://schemas.openxmlformats.org/officeDocument/2006/relationships/image" Target="../media/image220.png"/><Relationship Id="rId38" Type="http://schemas.openxmlformats.org/officeDocument/2006/relationships/image" Target="../media/image216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02.png"/><Relationship Id="rId20" Type="http://schemas.openxmlformats.org/officeDocument/2006/relationships/image" Target="../media/image177.png"/><Relationship Id="rId29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0.png"/><Relationship Id="rId11" Type="http://schemas.openxmlformats.org/officeDocument/2006/relationships/image" Target="../media/image197.png"/><Relationship Id="rId24" Type="http://schemas.openxmlformats.org/officeDocument/2006/relationships/image" Target="../media/image209.png"/><Relationship Id="rId32" Type="http://schemas.openxmlformats.org/officeDocument/2006/relationships/image" Target="../media/image219.png"/><Relationship Id="rId37" Type="http://schemas.openxmlformats.org/officeDocument/2006/relationships/image" Target="../media/image215.png"/><Relationship Id="rId40" Type="http://schemas.openxmlformats.org/officeDocument/2006/relationships/image" Target="../media/image221.png"/><Relationship Id="rId5" Type="http://schemas.openxmlformats.org/officeDocument/2006/relationships/image" Target="../media/image750.png"/><Relationship Id="rId15" Type="http://schemas.openxmlformats.org/officeDocument/2006/relationships/image" Target="../media/image201.png"/><Relationship Id="rId23" Type="http://schemas.openxmlformats.org/officeDocument/2006/relationships/image" Target="../media/image208.png"/><Relationship Id="rId28" Type="http://schemas.openxmlformats.org/officeDocument/2006/relationships/image" Target="../media/image213.png"/><Relationship Id="rId36" Type="http://schemas.openxmlformats.org/officeDocument/2006/relationships/image" Target="../media/image196.png"/><Relationship Id="rId10" Type="http://schemas.openxmlformats.org/officeDocument/2006/relationships/image" Target="../media/image105.png"/><Relationship Id="rId19" Type="http://schemas.openxmlformats.org/officeDocument/2006/relationships/image" Target="../media/image205.png"/><Relationship Id="rId31" Type="http://schemas.openxmlformats.org/officeDocument/2006/relationships/image" Target="../media/image218.png"/><Relationship Id="rId4" Type="http://schemas.openxmlformats.org/officeDocument/2006/relationships/image" Target="../media/image158.png"/><Relationship Id="rId9" Type="http://schemas.openxmlformats.org/officeDocument/2006/relationships/image" Target="../media/image104.png"/><Relationship Id="rId14" Type="http://schemas.openxmlformats.org/officeDocument/2006/relationships/image" Target="../media/image2000.png"/><Relationship Id="rId22" Type="http://schemas.openxmlformats.org/officeDocument/2006/relationships/image" Target="../media/image207.png"/><Relationship Id="rId27" Type="http://schemas.openxmlformats.org/officeDocument/2006/relationships/image" Target="../media/image212.png"/><Relationship Id="rId30" Type="http://schemas.openxmlformats.org/officeDocument/2006/relationships/image" Target="../media/image1900.png"/><Relationship Id="rId35" Type="http://schemas.openxmlformats.org/officeDocument/2006/relationships/image" Target="../media/image195.png"/><Relationship Id="rId8" Type="http://schemas.openxmlformats.org/officeDocument/2006/relationships/image" Target="../media/image103.png"/><Relationship Id="rId3" Type="http://schemas.openxmlformats.org/officeDocument/2006/relationships/image" Target="../media/image157.png"/></Relationships>
</file>

<file path=ppt/slides/_rels/slide99.xml.rels><?xml version="1.0" encoding="UTF-8" standalone="yes"?>
<Relationships xmlns="http://schemas.openxmlformats.org/package/2006/relationships"><Relationship Id="rId39" Type="http://schemas.openxmlformats.org/officeDocument/2006/relationships/image" Target="../media/image189.png"/><Relationship Id="rId42" Type="http://schemas.openxmlformats.org/officeDocument/2006/relationships/image" Target="../media/image223.png"/><Relationship Id="rId47" Type="http://schemas.openxmlformats.org/officeDocument/2006/relationships/image" Target="../media/image228.png"/><Relationship Id="rId50" Type="http://schemas.openxmlformats.org/officeDocument/2006/relationships/image" Target="../media/image231.png"/><Relationship Id="rId55" Type="http://schemas.openxmlformats.org/officeDocument/2006/relationships/image" Target="../media/image236.png"/><Relationship Id="rId34" Type="http://schemas.openxmlformats.org/officeDocument/2006/relationships/image" Target="../media/image165.png"/><Relationship Id="rId63" Type="http://schemas.openxmlformats.org/officeDocument/2006/relationships/image" Target="../media/image244.png"/><Relationship Id="rId7" Type="http://schemas.openxmlformats.org/officeDocument/2006/relationships/image" Target="../media/image161.png"/><Relationship Id="rId2" Type="http://schemas.openxmlformats.org/officeDocument/2006/relationships/notesSlide" Target="../notesSlides/notesSlide20.xml"/><Relationship Id="rId41" Type="http://schemas.openxmlformats.org/officeDocument/2006/relationships/image" Target="../media/image222.png"/><Relationship Id="rId54" Type="http://schemas.openxmlformats.org/officeDocument/2006/relationships/image" Target="../media/image235.png"/><Relationship Id="rId62" Type="http://schemas.openxmlformats.org/officeDocument/2006/relationships/image" Target="../media/image243.png"/><Relationship Id="rId1" Type="http://schemas.openxmlformats.org/officeDocument/2006/relationships/slideLayout" Target="../slideLayouts/slideLayout2.xml"/><Relationship Id="rId40" Type="http://schemas.openxmlformats.org/officeDocument/2006/relationships/image" Target="../media/image221.png"/><Relationship Id="rId6" Type="http://schemas.openxmlformats.org/officeDocument/2006/relationships/image" Target="../media/image160.png"/><Relationship Id="rId45" Type="http://schemas.openxmlformats.org/officeDocument/2006/relationships/image" Target="../media/image226.png"/><Relationship Id="rId53" Type="http://schemas.openxmlformats.org/officeDocument/2006/relationships/image" Target="../media/image234.png"/><Relationship Id="rId58" Type="http://schemas.openxmlformats.org/officeDocument/2006/relationships/image" Target="../media/image239.png"/><Relationship Id="rId32" Type="http://schemas.openxmlformats.org/officeDocument/2006/relationships/image" Target="../media/image192.png"/><Relationship Id="rId37" Type="http://schemas.openxmlformats.org/officeDocument/2006/relationships/image" Target="../media/image187.png"/><Relationship Id="rId5" Type="http://schemas.openxmlformats.org/officeDocument/2006/relationships/image" Target="../media/image159.png"/><Relationship Id="rId49" Type="http://schemas.openxmlformats.org/officeDocument/2006/relationships/image" Target="../media/image230.png"/><Relationship Id="rId57" Type="http://schemas.openxmlformats.org/officeDocument/2006/relationships/image" Target="../media/image238.png"/><Relationship Id="rId36" Type="http://schemas.openxmlformats.org/officeDocument/2006/relationships/image" Target="../media/image167.png"/><Relationship Id="rId61" Type="http://schemas.openxmlformats.org/officeDocument/2006/relationships/image" Target="../media/image242.png"/><Relationship Id="rId10" Type="http://schemas.openxmlformats.org/officeDocument/2006/relationships/image" Target="../media/image164.png"/><Relationship Id="rId44" Type="http://schemas.openxmlformats.org/officeDocument/2006/relationships/image" Target="../media/image225.png"/><Relationship Id="rId52" Type="http://schemas.openxmlformats.org/officeDocument/2006/relationships/image" Target="../media/image233.png"/><Relationship Id="rId60" Type="http://schemas.openxmlformats.org/officeDocument/2006/relationships/image" Target="../media/image241.png"/><Relationship Id="rId31" Type="http://schemas.openxmlformats.org/officeDocument/2006/relationships/image" Target="../media/image191.png"/><Relationship Id="rId4" Type="http://schemas.openxmlformats.org/officeDocument/2006/relationships/image" Target="../media/image158.png"/><Relationship Id="rId9" Type="http://schemas.openxmlformats.org/officeDocument/2006/relationships/image" Target="../media/image163.png"/><Relationship Id="rId43" Type="http://schemas.openxmlformats.org/officeDocument/2006/relationships/image" Target="../media/image224.png"/><Relationship Id="rId48" Type="http://schemas.openxmlformats.org/officeDocument/2006/relationships/image" Target="../media/image229.png"/><Relationship Id="rId56" Type="http://schemas.openxmlformats.org/officeDocument/2006/relationships/image" Target="../media/image237.png"/><Relationship Id="rId35" Type="http://schemas.openxmlformats.org/officeDocument/2006/relationships/image" Target="../media/image166.png"/><Relationship Id="rId8" Type="http://schemas.openxmlformats.org/officeDocument/2006/relationships/image" Target="../media/image162.png"/><Relationship Id="rId51" Type="http://schemas.openxmlformats.org/officeDocument/2006/relationships/image" Target="../media/image232.png"/><Relationship Id="rId3" Type="http://schemas.openxmlformats.org/officeDocument/2006/relationships/image" Target="../media/image157.png"/><Relationship Id="rId46" Type="http://schemas.openxmlformats.org/officeDocument/2006/relationships/image" Target="../media/image227.png"/><Relationship Id="rId59" Type="http://schemas.openxmlformats.org/officeDocument/2006/relationships/image" Target="../media/image240.png"/><Relationship Id="rId33" Type="http://schemas.openxmlformats.org/officeDocument/2006/relationships/image" Target="../media/image193.png"/><Relationship Id="rId38" Type="http://schemas.openxmlformats.org/officeDocument/2006/relationships/image" Target="../media/image188.png"/></Relationships>
</file>

<file path=ppt/slides/_rels/slide10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00.png"/><Relationship Id="rId18" Type="http://schemas.openxmlformats.org/officeDocument/2006/relationships/image" Target="../media/image247.png"/><Relationship Id="rId26" Type="http://schemas.openxmlformats.org/officeDocument/2006/relationships/image" Target="../media/image183.png"/><Relationship Id="rId39" Type="http://schemas.openxmlformats.org/officeDocument/2006/relationships/image" Target="../media/image189.png"/><Relationship Id="rId21" Type="http://schemas.openxmlformats.org/officeDocument/2006/relationships/image" Target="../media/image178.png"/><Relationship Id="rId34" Type="http://schemas.openxmlformats.org/officeDocument/2006/relationships/image" Target="../media/image165.png"/><Relationship Id="rId7" Type="http://schemas.openxmlformats.org/officeDocument/2006/relationships/image" Target="../media/image161.png"/><Relationship Id="rId12" Type="http://schemas.openxmlformats.org/officeDocument/2006/relationships/image" Target="../media/image169.png"/><Relationship Id="rId17" Type="http://schemas.openxmlformats.org/officeDocument/2006/relationships/image" Target="../media/image246.png"/><Relationship Id="rId25" Type="http://schemas.openxmlformats.org/officeDocument/2006/relationships/image" Target="../media/image182.png"/><Relationship Id="rId33" Type="http://schemas.openxmlformats.org/officeDocument/2006/relationships/image" Target="../media/image193.png"/><Relationship Id="rId38" Type="http://schemas.openxmlformats.org/officeDocument/2006/relationships/image" Target="../media/image188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73.png"/><Relationship Id="rId20" Type="http://schemas.openxmlformats.org/officeDocument/2006/relationships/image" Target="../media/image177.png"/><Relationship Id="rId29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1" Type="http://schemas.openxmlformats.org/officeDocument/2006/relationships/image" Target="../media/image168.png"/><Relationship Id="rId24" Type="http://schemas.openxmlformats.org/officeDocument/2006/relationships/image" Target="../media/image248.png"/><Relationship Id="rId32" Type="http://schemas.openxmlformats.org/officeDocument/2006/relationships/image" Target="../media/image192.png"/><Relationship Id="rId37" Type="http://schemas.openxmlformats.org/officeDocument/2006/relationships/image" Target="../media/image187.png"/><Relationship Id="rId5" Type="http://schemas.openxmlformats.org/officeDocument/2006/relationships/image" Target="../media/image159.png"/><Relationship Id="rId15" Type="http://schemas.openxmlformats.org/officeDocument/2006/relationships/image" Target="../media/image172.png"/><Relationship Id="rId23" Type="http://schemas.openxmlformats.org/officeDocument/2006/relationships/image" Target="../media/image1800.png"/><Relationship Id="rId28" Type="http://schemas.openxmlformats.org/officeDocument/2006/relationships/image" Target="../media/image250.png"/><Relationship Id="rId36" Type="http://schemas.openxmlformats.org/officeDocument/2006/relationships/image" Target="../media/image167.png"/><Relationship Id="rId10" Type="http://schemas.openxmlformats.org/officeDocument/2006/relationships/image" Target="../media/image164.png"/><Relationship Id="rId19" Type="http://schemas.openxmlformats.org/officeDocument/2006/relationships/image" Target="../media/image176.png"/><Relationship Id="rId31" Type="http://schemas.openxmlformats.org/officeDocument/2006/relationships/image" Target="../media/image191.png"/><Relationship Id="rId4" Type="http://schemas.openxmlformats.org/officeDocument/2006/relationships/image" Target="../media/image158.png"/><Relationship Id="rId9" Type="http://schemas.openxmlformats.org/officeDocument/2006/relationships/image" Target="../media/image163.png"/><Relationship Id="rId14" Type="http://schemas.openxmlformats.org/officeDocument/2006/relationships/image" Target="../media/image245.png"/><Relationship Id="rId22" Type="http://schemas.openxmlformats.org/officeDocument/2006/relationships/image" Target="../media/image179.png"/><Relationship Id="rId27" Type="http://schemas.openxmlformats.org/officeDocument/2006/relationships/image" Target="../media/image249.png"/><Relationship Id="rId30" Type="http://schemas.openxmlformats.org/officeDocument/2006/relationships/image" Target="../media/image1900.png"/><Relationship Id="rId35" Type="http://schemas.openxmlformats.org/officeDocument/2006/relationships/image" Target="../media/image166.png"/><Relationship Id="rId8" Type="http://schemas.openxmlformats.org/officeDocument/2006/relationships/image" Target="../media/image162.png"/><Relationship Id="rId3" Type="http://schemas.openxmlformats.org/officeDocument/2006/relationships/image" Target="../media/image157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png"/><Relationship Id="rId3" Type="http://schemas.openxmlformats.org/officeDocument/2006/relationships/image" Target="../media/image157.png"/><Relationship Id="rId7" Type="http://schemas.openxmlformats.org/officeDocument/2006/relationships/image" Target="../media/image25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2.png"/><Relationship Id="rId5" Type="http://schemas.openxmlformats.org/officeDocument/2006/relationships/image" Target="../media/image251.png"/><Relationship Id="rId4" Type="http://schemas.openxmlformats.org/officeDocument/2006/relationships/image" Target="../media/image158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png"/><Relationship Id="rId13" Type="http://schemas.openxmlformats.org/officeDocument/2006/relationships/image" Target="../media/image262.png"/><Relationship Id="rId3" Type="http://schemas.openxmlformats.org/officeDocument/2006/relationships/image" Target="../media/image157.png"/><Relationship Id="rId7" Type="http://schemas.openxmlformats.org/officeDocument/2006/relationships/image" Target="../media/image256.png"/><Relationship Id="rId12" Type="http://schemas.openxmlformats.org/officeDocument/2006/relationships/image" Target="../media/image26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5.png"/><Relationship Id="rId11" Type="http://schemas.openxmlformats.org/officeDocument/2006/relationships/image" Target="../media/image260.png"/><Relationship Id="rId5" Type="http://schemas.openxmlformats.org/officeDocument/2006/relationships/image" Target="../media/image251.png"/><Relationship Id="rId10" Type="http://schemas.openxmlformats.org/officeDocument/2006/relationships/image" Target="../media/image259.png"/><Relationship Id="rId4" Type="http://schemas.openxmlformats.org/officeDocument/2006/relationships/image" Target="../media/image158.png"/><Relationship Id="rId9" Type="http://schemas.openxmlformats.org/officeDocument/2006/relationships/image" Target="../media/image258.png"/><Relationship Id="rId14" Type="http://schemas.openxmlformats.org/officeDocument/2006/relationships/image" Target="../media/image263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png"/><Relationship Id="rId13" Type="http://schemas.openxmlformats.org/officeDocument/2006/relationships/image" Target="../media/image259.png"/><Relationship Id="rId3" Type="http://schemas.openxmlformats.org/officeDocument/2006/relationships/image" Target="../media/image157.png"/><Relationship Id="rId7" Type="http://schemas.openxmlformats.org/officeDocument/2006/relationships/image" Target="../media/image265.png"/><Relationship Id="rId12" Type="http://schemas.openxmlformats.org/officeDocument/2006/relationships/image" Target="../media/image258.png"/><Relationship Id="rId17" Type="http://schemas.openxmlformats.org/officeDocument/2006/relationships/image" Target="../media/image263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2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4.png"/><Relationship Id="rId11" Type="http://schemas.openxmlformats.org/officeDocument/2006/relationships/image" Target="../media/image257.png"/><Relationship Id="rId5" Type="http://schemas.openxmlformats.org/officeDocument/2006/relationships/image" Target="../media/image251.png"/><Relationship Id="rId15" Type="http://schemas.openxmlformats.org/officeDocument/2006/relationships/image" Target="../media/image261.png"/><Relationship Id="rId10" Type="http://schemas.openxmlformats.org/officeDocument/2006/relationships/image" Target="../media/image256.png"/><Relationship Id="rId4" Type="http://schemas.openxmlformats.org/officeDocument/2006/relationships/image" Target="../media/image158.png"/><Relationship Id="rId9" Type="http://schemas.openxmlformats.org/officeDocument/2006/relationships/image" Target="../media/image255.png"/><Relationship Id="rId14" Type="http://schemas.openxmlformats.org/officeDocument/2006/relationships/image" Target="../media/image260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png"/><Relationship Id="rId13" Type="http://schemas.openxmlformats.org/officeDocument/2006/relationships/image" Target="../media/image256.png"/><Relationship Id="rId18" Type="http://schemas.openxmlformats.org/officeDocument/2006/relationships/image" Target="../media/image261.png"/><Relationship Id="rId3" Type="http://schemas.openxmlformats.org/officeDocument/2006/relationships/image" Target="../media/image157.png"/><Relationship Id="rId7" Type="http://schemas.openxmlformats.org/officeDocument/2006/relationships/image" Target="../media/image267.png"/><Relationship Id="rId12" Type="http://schemas.openxmlformats.org/officeDocument/2006/relationships/image" Target="../media/image255.png"/><Relationship Id="rId17" Type="http://schemas.openxmlformats.org/officeDocument/2006/relationships/image" Target="../media/image260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259.png"/><Relationship Id="rId20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4.png"/><Relationship Id="rId11" Type="http://schemas.openxmlformats.org/officeDocument/2006/relationships/image" Target="../media/image269.png"/><Relationship Id="rId5" Type="http://schemas.openxmlformats.org/officeDocument/2006/relationships/image" Target="../media/image251.png"/><Relationship Id="rId15" Type="http://schemas.openxmlformats.org/officeDocument/2006/relationships/image" Target="../media/image258.png"/><Relationship Id="rId10" Type="http://schemas.openxmlformats.org/officeDocument/2006/relationships/image" Target="../media/image266.png"/><Relationship Id="rId19" Type="http://schemas.openxmlformats.org/officeDocument/2006/relationships/image" Target="../media/image262.png"/><Relationship Id="rId4" Type="http://schemas.openxmlformats.org/officeDocument/2006/relationships/image" Target="../media/image158.png"/><Relationship Id="rId9" Type="http://schemas.openxmlformats.org/officeDocument/2006/relationships/image" Target="../media/image268.png"/><Relationship Id="rId14" Type="http://schemas.openxmlformats.org/officeDocument/2006/relationships/image" Target="../media/image257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13" Type="http://schemas.openxmlformats.org/officeDocument/2006/relationships/image" Target="../media/image269.png"/><Relationship Id="rId18" Type="http://schemas.openxmlformats.org/officeDocument/2006/relationships/image" Target="../media/image258.png"/><Relationship Id="rId3" Type="http://schemas.openxmlformats.org/officeDocument/2006/relationships/image" Target="../media/image157.png"/><Relationship Id="rId21" Type="http://schemas.openxmlformats.org/officeDocument/2006/relationships/image" Target="../media/image261.png"/><Relationship Id="rId7" Type="http://schemas.openxmlformats.org/officeDocument/2006/relationships/image" Target="../media/image267.png"/><Relationship Id="rId12" Type="http://schemas.openxmlformats.org/officeDocument/2006/relationships/image" Target="../media/image266.png"/><Relationship Id="rId17" Type="http://schemas.openxmlformats.org/officeDocument/2006/relationships/image" Target="../media/image257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256.png"/><Relationship Id="rId20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4.png"/><Relationship Id="rId11" Type="http://schemas.openxmlformats.org/officeDocument/2006/relationships/image" Target="../media/image271.png"/><Relationship Id="rId5" Type="http://schemas.openxmlformats.org/officeDocument/2006/relationships/image" Target="../media/image251.png"/><Relationship Id="rId15" Type="http://schemas.openxmlformats.org/officeDocument/2006/relationships/image" Target="../media/image255.png"/><Relationship Id="rId23" Type="http://schemas.openxmlformats.org/officeDocument/2006/relationships/image" Target="../media/image263.png"/><Relationship Id="rId10" Type="http://schemas.openxmlformats.org/officeDocument/2006/relationships/image" Target="../media/image268.png"/><Relationship Id="rId19" Type="http://schemas.openxmlformats.org/officeDocument/2006/relationships/image" Target="../media/image259.png"/><Relationship Id="rId4" Type="http://schemas.openxmlformats.org/officeDocument/2006/relationships/image" Target="../media/image158.png"/><Relationship Id="rId9" Type="http://schemas.openxmlformats.org/officeDocument/2006/relationships/image" Target="../media/image265.png"/><Relationship Id="rId14" Type="http://schemas.openxmlformats.org/officeDocument/2006/relationships/image" Target="../media/image272.png"/><Relationship Id="rId22" Type="http://schemas.openxmlformats.org/officeDocument/2006/relationships/image" Target="../media/image262.png"/></Relationships>
</file>

<file path=ppt/slides/_rels/slide10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6.png"/><Relationship Id="rId18" Type="http://schemas.openxmlformats.org/officeDocument/2006/relationships/image" Target="../media/image276.png"/><Relationship Id="rId26" Type="http://schemas.openxmlformats.org/officeDocument/2006/relationships/image" Target="../media/image256.png"/><Relationship Id="rId3" Type="http://schemas.openxmlformats.org/officeDocument/2006/relationships/image" Target="../media/image157.png"/><Relationship Id="rId21" Type="http://schemas.openxmlformats.org/officeDocument/2006/relationships/image" Target="../media/image279.png"/><Relationship Id="rId7" Type="http://schemas.openxmlformats.org/officeDocument/2006/relationships/image" Target="../media/image267.png"/><Relationship Id="rId12" Type="http://schemas.openxmlformats.org/officeDocument/2006/relationships/image" Target="../media/image271.png"/><Relationship Id="rId17" Type="http://schemas.openxmlformats.org/officeDocument/2006/relationships/image" Target="../media/image275.png"/><Relationship Id="rId25" Type="http://schemas.openxmlformats.org/officeDocument/2006/relationships/image" Target="../media/image255.png"/><Relationship Id="rId33" Type="http://schemas.openxmlformats.org/officeDocument/2006/relationships/image" Target="../media/image263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274.png"/><Relationship Id="rId20" Type="http://schemas.openxmlformats.org/officeDocument/2006/relationships/image" Target="../media/image278.png"/><Relationship Id="rId29" Type="http://schemas.openxmlformats.org/officeDocument/2006/relationships/image" Target="../media/image2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4.png"/><Relationship Id="rId11" Type="http://schemas.openxmlformats.org/officeDocument/2006/relationships/image" Target="../media/image268.png"/><Relationship Id="rId24" Type="http://schemas.openxmlformats.org/officeDocument/2006/relationships/image" Target="../media/image282.png"/><Relationship Id="rId32" Type="http://schemas.openxmlformats.org/officeDocument/2006/relationships/image" Target="../media/image262.png"/><Relationship Id="rId5" Type="http://schemas.openxmlformats.org/officeDocument/2006/relationships/image" Target="../media/image251.png"/><Relationship Id="rId15" Type="http://schemas.openxmlformats.org/officeDocument/2006/relationships/image" Target="../media/image272.png"/><Relationship Id="rId23" Type="http://schemas.openxmlformats.org/officeDocument/2006/relationships/image" Target="../media/image281.png"/><Relationship Id="rId28" Type="http://schemas.openxmlformats.org/officeDocument/2006/relationships/image" Target="../media/image258.png"/><Relationship Id="rId10" Type="http://schemas.openxmlformats.org/officeDocument/2006/relationships/image" Target="../media/image265.png"/><Relationship Id="rId19" Type="http://schemas.openxmlformats.org/officeDocument/2006/relationships/image" Target="../media/image277.png"/><Relationship Id="rId31" Type="http://schemas.openxmlformats.org/officeDocument/2006/relationships/image" Target="../media/image261.png"/><Relationship Id="rId4" Type="http://schemas.openxmlformats.org/officeDocument/2006/relationships/image" Target="../media/image158.png"/><Relationship Id="rId9" Type="http://schemas.openxmlformats.org/officeDocument/2006/relationships/image" Target="../media/image95.emf"/><Relationship Id="rId14" Type="http://schemas.openxmlformats.org/officeDocument/2006/relationships/image" Target="../media/image269.png"/><Relationship Id="rId22" Type="http://schemas.openxmlformats.org/officeDocument/2006/relationships/image" Target="../media/image280.png"/><Relationship Id="rId27" Type="http://schemas.openxmlformats.org/officeDocument/2006/relationships/image" Target="../media/image257.png"/><Relationship Id="rId30" Type="http://schemas.openxmlformats.org/officeDocument/2006/relationships/image" Target="../media/image260.png"/><Relationship Id="rId8" Type="http://schemas.openxmlformats.org/officeDocument/2006/relationships/image" Target="../media/image270.png"/></Relationships>
</file>

<file path=ppt/slides/_rels/slide10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6.png"/><Relationship Id="rId18" Type="http://schemas.openxmlformats.org/officeDocument/2006/relationships/image" Target="../media/image276.png"/><Relationship Id="rId26" Type="http://schemas.openxmlformats.org/officeDocument/2006/relationships/image" Target="../media/image256.png"/><Relationship Id="rId39" Type="http://schemas.openxmlformats.org/officeDocument/2006/relationships/image" Target="../media/image288.png"/><Relationship Id="rId21" Type="http://schemas.openxmlformats.org/officeDocument/2006/relationships/image" Target="../media/image279.png"/><Relationship Id="rId34" Type="http://schemas.openxmlformats.org/officeDocument/2006/relationships/image" Target="../media/image283.png"/><Relationship Id="rId42" Type="http://schemas.openxmlformats.org/officeDocument/2006/relationships/image" Target="../media/image291.png"/><Relationship Id="rId7" Type="http://schemas.openxmlformats.org/officeDocument/2006/relationships/image" Target="../media/image267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274.png"/><Relationship Id="rId20" Type="http://schemas.openxmlformats.org/officeDocument/2006/relationships/image" Target="../media/image278.png"/><Relationship Id="rId29" Type="http://schemas.openxmlformats.org/officeDocument/2006/relationships/image" Target="../media/image259.png"/><Relationship Id="rId41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4.png"/><Relationship Id="rId11" Type="http://schemas.openxmlformats.org/officeDocument/2006/relationships/image" Target="../media/image268.png"/><Relationship Id="rId24" Type="http://schemas.openxmlformats.org/officeDocument/2006/relationships/image" Target="../media/image282.png"/><Relationship Id="rId32" Type="http://schemas.openxmlformats.org/officeDocument/2006/relationships/image" Target="../media/image262.png"/><Relationship Id="rId37" Type="http://schemas.openxmlformats.org/officeDocument/2006/relationships/image" Target="../media/image286.png"/><Relationship Id="rId40" Type="http://schemas.openxmlformats.org/officeDocument/2006/relationships/image" Target="../media/image289.png"/><Relationship Id="rId5" Type="http://schemas.openxmlformats.org/officeDocument/2006/relationships/image" Target="../media/image251.png"/><Relationship Id="rId15" Type="http://schemas.openxmlformats.org/officeDocument/2006/relationships/image" Target="../media/image272.png"/><Relationship Id="rId23" Type="http://schemas.openxmlformats.org/officeDocument/2006/relationships/image" Target="../media/image281.png"/><Relationship Id="rId28" Type="http://schemas.openxmlformats.org/officeDocument/2006/relationships/image" Target="../media/image258.png"/><Relationship Id="rId36" Type="http://schemas.openxmlformats.org/officeDocument/2006/relationships/image" Target="../media/image285.png"/><Relationship Id="rId10" Type="http://schemas.openxmlformats.org/officeDocument/2006/relationships/image" Target="../media/image265.png"/><Relationship Id="rId19" Type="http://schemas.openxmlformats.org/officeDocument/2006/relationships/image" Target="../media/image277.png"/><Relationship Id="rId31" Type="http://schemas.openxmlformats.org/officeDocument/2006/relationships/image" Target="../media/image261.png"/><Relationship Id="rId4" Type="http://schemas.openxmlformats.org/officeDocument/2006/relationships/image" Target="../media/image158.png"/><Relationship Id="rId9" Type="http://schemas.openxmlformats.org/officeDocument/2006/relationships/image" Target="../media/image95.emf"/><Relationship Id="rId14" Type="http://schemas.openxmlformats.org/officeDocument/2006/relationships/image" Target="../media/image269.png"/><Relationship Id="rId22" Type="http://schemas.openxmlformats.org/officeDocument/2006/relationships/image" Target="../media/image280.png"/><Relationship Id="rId27" Type="http://schemas.openxmlformats.org/officeDocument/2006/relationships/image" Target="../media/image257.png"/><Relationship Id="rId30" Type="http://schemas.openxmlformats.org/officeDocument/2006/relationships/image" Target="../media/image260.png"/><Relationship Id="rId35" Type="http://schemas.openxmlformats.org/officeDocument/2006/relationships/image" Target="../media/image284.png"/><Relationship Id="rId8" Type="http://schemas.openxmlformats.org/officeDocument/2006/relationships/image" Target="../media/image270.png"/><Relationship Id="rId3" Type="http://schemas.openxmlformats.org/officeDocument/2006/relationships/image" Target="../media/image157.png"/><Relationship Id="rId12" Type="http://schemas.openxmlformats.org/officeDocument/2006/relationships/image" Target="../media/image271.png"/><Relationship Id="rId17" Type="http://schemas.openxmlformats.org/officeDocument/2006/relationships/image" Target="../media/image275.png"/><Relationship Id="rId25" Type="http://schemas.openxmlformats.org/officeDocument/2006/relationships/image" Target="../media/image255.png"/><Relationship Id="rId33" Type="http://schemas.openxmlformats.org/officeDocument/2006/relationships/image" Target="../media/image263.png"/><Relationship Id="rId38" Type="http://schemas.openxmlformats.org/officeDocument/2006/relationships/image" Target="../media/image287.png"/></Relationships>
</file>

<file path=ppt/slides/_rels/slide10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6.png"/><Relationship Id="rId18" Type="http://schemas.openxmlformats.org/officeDocument/2006/relationships/image" Target="../media/image276.png"/><Relationship Id="rId26" Type="http://schemas.openxmlformats.org/officeDocument/2006/relationships/image" Target="../media/image256.png"/><Relationship Id="rId39" Type="http://schemas.openxmlformats.org/officeDocument/2006/relationships/image" Target="../media/image288.png"/><Relationship Id="rId21" Type="http://schemas.openxmlformats.org/officeDocument/2006/relationships/image" Target="../media/image279.png"/><Relationship Id="rId34" Type="http://schemas.openxmlformats.org/officeDocument/2006/relationships/image" Target="../media/image283.png"/><Relationship Id="rId42" Type="http://schemas.openxmlformats.org/officeDocument/2006/relationships/image" Target="../media/image291.png"/><Relationship Id="rId7" Type="http://schemas.openxmlformats.org/officeDocument/2006/relationships/image" Target="../media/image267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274.png"/><Relationship Id="rId29" Type="http://schemas.openxmlformats.org/officeDocument/2006/relationships/image" Target="../media/image2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4.png"/><Relationship Id="rId11" Type="http://schemas.openxmlformats.org/officeDocument/2006/relationships/image" Target="../media/image268.png"/><Relationship Id="rId24" Type="http://schemas.openxmlformats.org/officeDocument/2006/relationships/image" Target="../media/image282.png"/><Relationship Id="rId32" Type="http://schemas.openxmlformats.org/officeDocument/2006/relationships/image" Target="../media/image262.png"/><Relationship Id="rId37" Type="http://schemas.openxmlformats.org/officeDocument/2006/relationships/image" Target="../media/image286.png"/><Relationship Id="rId40" Type="http://schemas.openxmlformats.org/officeDocument/2006/relationships/image" Target="../media/image289.png"/><Relationship Id="rId45" Type="http://schemas.openxmlformats.org/officeDocument/2006/relationships/image" Target="../media/image294.png"/><Relationship Id="rId5" Type="http://schemas.openxmlformats.org/officeDocument/2006/relationships/image" Target="../media/image251.png"/><Relationship Id="rId15" Type="http://schemas.openxmlformats.org/officeDocument/2006/relationships/image" Target="../media/image272.png"/><Relationship Id="rId23" Type="http://schemas.openxmlformats.org/officeDocument/2006/relationships/image" Target="../media/image281.png"/><Relationship Id="rId28" Type="http://schemas.openxmlformats.org/officeDocument/2006/relationships/image" Target="../media/image258.png"/><Relationship Id="rId36" Type="http://schemas.openxmlformats.org/officeDocument/2006/relationships/image" Target="../media/image285.png"/><Relationship Id="rId10" Type="http://schemas.openxmlformats.org/officeDocument/2006/relationships/image" Target="../media/image265.png"/><Relationship Id="rId19" Type="http://schemas.openxmlformats.org/officeDocument/2006/relationships/image" Target="../media/image277.png"/><Relationship Id="rId31" Type="http://schemas.openxmlformats.org/officeDocument/2006/relationships/image" Target="../media/image261.png"/><Relationship Id="rId44" Type="http://schemas.openxmlformats.org/officeDocument/2006/relationships/image" Target="../media/image293.png"/><Relationship Id="rId4" Type="http://schemas.openxmlformats.org/officeDocument/2006/relationships/image" Target="../media/image158.png"/><Relationship Id="rId9" Type="http://schemas.openxmlformats.org/officeDocument/2006/relationships/image" Target="../media/image95.emf"/><Relationship Id="rId14" Type="http://schemas.openxmlformats.org/officeDocument/2006/relationships/image" Target="../media/image269.png"/><Relationship Id="rId22" Type="http://schemas.openxmlformats.org/officeDocument/2006/relationships/image" Target="../media/image280.png"/><Relationship Id="rId27" Type="http://schemas.openxmlformats.org/officeDocument/2006/relationships/image" Target="../media/image257.png"/><Relationship Id="rId30" Type="http://schemas.openxmlformats.org/officeDocument/2006/relationships/image" Target="../media/image260.png"/><Relationship Id="rId35" Type="http://schemas.openxmlformats.org/officeDocument/2006/relationships/image" Target="../media/image284.png"/><Relationship Id="rId43" Type="http://schemas.openxmlformats.org/officeDocument/2006/relationships/image" Target="../media/image292.png"/><Relationship Id="rId8" Type="http://schemas.openxmlformats.org/officeDocument/2006/relationships/image" Target="../media/image270.png"/><Relationship Id="rId3" Type="http://schemas.openxmlformats.org/officeDocument/2006/relationships/image" Target="../media/image157.png"/><Relationship Id="rId12" Type="http://schemas.openxmlformats.org/officeDocument/2006/relationships/image" Target="../media/image271.png"/><Relationship Id="rId17" Type="http://schemas.openxmlformats.org/officeDocument/2006/relationships/image" Target="../media/image275.png"/><Relationship Id="rId25" Type="http://schemas.openxmlformats.org/officeDocument/2006/relationships/image" Target="../media/image255.png"/><Relationship Id="rId33" Type="http://schemas.openxmlformats.org/officeDocument/2006/relationships/image" Target="../media/image263.png"/><Relationship Id="rId38" Type="http://schemas.openxmlformats.org/officeDocument/2006/relationships/image" Target="../media/image287.png"/><Relationship Id="rId20" Type="http://schemas.openxmlformats.org/officeDocument/2006/relationships/image" Target="../media/image278.png"/><Relationship Id="rId41" Type="http://schemas.openxmlformats.org/officeDocument/2006/relationships/image" Target="../media/image290.png"/></Relationships>
</file>

<file path=ppt/slides/_rels/slide109.xml.rels><?xml version="1.0" encoding="UTF-8" standalone="yes"?>
<Relationships xmlns="http://schemas.openxmlformats.org/package/2006/relationships"><Relationship Id="rId7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/Relationships>
</file>

<file path=ppt/slides/_rels/slide1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/Relationships>
</file>

<file path=ppt/slides/_rels/slide11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png"/><Relationship Id="rId7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9" Type="http://schemas.openxmlformats.org/officeDocument/2006/relationships/image" Target="../media/image296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png"/><Relationship Id="rId7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9" Type="http://schemas.openxmlformats.org/officeDocument/2006/relationships/image" Target="../media/image296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png"/><Relationship Id="rId7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9" Type="http://schemas.openxmlformats.org/officeDocument/2006/relationships/image" Target="../media/image296.png"/></Relationships>
</file>

<file path=ppt/slides/_rels/slide115.xml.rels><?xml version="1.0" encoding="UTF-8" standalone="yes"?>
<Relationships xmlns="http://schemas.openxmlformats.org/package/2006/relationships"><Relationship Id="rId34" Type="http://schemas.openxmlformats.org/officeDocument/2006/relationships/image" Target="../media/image295.png"/><Relationship Id="rId7" Type="http://schemas.openxmlformats.org/officeDocument/2006/relationships/image" Target="../media/image161.png"/><Relationship Id="rId33" Type="http://schemas.openxmlformats.org/officeDocument/2006/relationships/image" Target="../media/image19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32" Type="http://schemas.openxmlformats.org/officeDocument/2006/relationships/image" Target="../media/image192.png"/><Relationship Id="rId5" Type="http://schemas.openxmlformats.org/officeDocument/2006/relationships/image" Target="../media/image159.png"/><Relationship Id="rId31" Type="http://schemas.openxmlformats.org/officeDocument/2006/relationships/image" Target="../media/image191.png"/><Relationship Id="rId35" Type="http://schemas.openxmlformats.org/officeDocument/2006/relationships/image" Target="../media/image296.png"/></Relationships>
</file>

<file path=ppt/slides/_rels/slide116.xml.rels><?xml version="1.0" encoding="UTF-8" standalone="yes"?>
<Relationships xmlns="http://schemas.openxmlformats.org/package/2006/relationships"><Relationship Id="rId34" Type="http://schemas.openxmlformats.org/officeDocument/2006/relationships/image" Target="../media/image297.png"/><Relationship Id="rId7" Type="http://schemas.openxmlformats.org/officeDocument/2006/relationships/image" Target="../media/image161.png"/><Relationship Id="rId33" Type="http://schemas.openxmlformats.org/officeDocument/2006/relationships/image" Target="../media/image19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32" Type="http://schemas.openxmlformats.org/officeDocument/2006/relationships/image" Target="../media/image192.png"/><Relationship Id="rId5" Type="http://schemas.openxmlformats.org/officeDocument/2006/relationships/image" Target="../media/image159.png"/><Relationship Id="rId31" Type="http://schemas.openxmlformats.org/officeDocument/2006/relationships/image" Target="../media/image191.png"/></Relationships>
</file>

<file path=ppt/slides/_rels/slide117.xml.rels><?xml version="1.0" encoding="UTF-8" standalone="yes"?>
<Relationships xmlns="http://schemas.openxmlformats.org/package/2006/relationships"><Relationship Id="rId7" Type="http://schemas.openxmlformats.org/officeDocument/2006/relationships/image" Target="../media/image161.png"/><Relationship Id="rId33" Type="http://schemas.openxmlformats.org/officeDocument/2006/relationships/image" Target="../media/image19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32" Type="http://schemas.openxmlformats.org/officeDocument/2006/relationships/image" Target="../media/image192.png"/><Relationship Id="rId5" Type="http://schemas.openxmlformats.org/officeDocument/2006/relationships/image" Target="../media/image159.png"/><Relationship Id="rId31" Type="http://schemas.openxmlformats.org/officeDocument/2006/relationships/image" Target="../media/image191.png"/></Relationships>
</file>

<file path=ppt/slides/_rels/slide118.xml.rels><?xml version="1.0" encoding="UTF-8" standalone="yes"?>
<Relationships xmlns="http://schemas.openxmlformats.org/package/2006/relationships"><Relationship Id="rId7" Type="http://schemas.openxmlformats.org/officeDocument/2006/relationships/image" Target="../media/image161.png"/><Relationship Id="rId33" Type="http://schemas.openxmlformats.org/officeDocument/2006/relationships/image" Target="../media/image19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32" Type="http://schemas.openxmlformats.org/officeDocument/2006/relationships/image" Target="../media/image192.png"/><Relationship Id="rId5" Type="http://schemas.openxmlformats.org/officeDocument/2006/relationships/image" Target="../media/image159.png"/><Relationship Id="rId31" Type="http://schemas.openxmlformats.org/officeDocument/2006/relationships/image" Target="../media/image191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7.pn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na-voita.github.io/nlp_course/language_modeling.html" TargetMode="External"/><Relationship Id="rId5" Type="http://schemas.openxmlformats.org/officeDocument/2006/relationships/image" Target="../media/image1110.png"/><Relationship Id="rId4" Type="http://schemas.openxmlformats.org/officeDocument/2006/relationships/image" Target="../media/image99.gif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2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3.pn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5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6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04D5D-1C9D-234E-CA62-22782B0879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en-US" sz="5400" dirty="0"/>
              <a:t>Large Language Models</a:t>
            </a:r>
          </a:p>
          <a:p>
            <a:r>
              <a:rPr kumimoji="1" lang="en-US" altLang="en-US" sz="2400" i="1" dirty="0"/>
              <a:t>building up from RNNs through Transformers</a:t>
            </a:r>
            <a:endParaRPr kumimoji="1" lang="ko-Kore-KR" altLang="en-US" sz="2400" i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6BE4A4-6522-F759-2EE5-D83841EA7F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ore-KR" dirty="0"/>
              <a:t>Paul </a:t>
            </a:r>
            <a:r>
              <a:rPr kumimoji="1" lang="en-US" altLang="ko-Kore-KR" dirty="0" err="1"/>
              <a:t>Hongsuck</a:t>
            </a:r>
            <a:r>
              <a:rPr kumimoji="1" lang="en-US" altLang="ko-Kore-KR" dirty="0"/>
              <a:t> </a:t>
            </a:r>
            <a:r>
              <a:rPr kumimoji="1" lang="en-US" altLang="ko-Kore-KR" dirty="0" err="1"/>
              <a:t>Seo</a:t>
            </a:r>
            <a:endParaRPr kumimoji="1" lang="en-US" altLang="ko-Kore-KR" dirty="0"/>
          </a:p>
          <a:p>
            <a:r>
              <a:rPr kumimoji="1" lang="en-US" altLang="ko-Kore-KR" sz="2000" u="sng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phseo@korea.ac.kr</a:t>
            </a:r>
            <a:endParaRPr kumimoji="1" lang="en-US" altLang="ko-Kore-KR" sz="2000" u="sng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ko-KR" dirty="0"/>
              <a:t>Korea</a:t>
            </a:r>
            <a:r>
              <a:rPr kumimoji="1" lang="ko-KR" altLang="en-US" dirty="0"/>
              <a:t> </a:t>
            </a:r>
            <a:r>
              <a:rPr kumimoji="1" lang="en-US" altLang="ko-KR" dirty="0"/>
              <a:t>University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046730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7CA092-2D6F-2067-8EFB-2FDC9A938E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/>
              <a:t>Processing Sequential Data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6712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220A-0278-1124-5512-FC22EB7E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Examples of Sequence Data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F7F2A0-6B63-C6B6-64F6-4DE0300F4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80000"/>
              </a:lnSpc>
            </a:pPr>
            <a:r>
              <a:rPr kumimoji="1" lang="en" altLang="ko-KR" dirty="0"/>
              <a:t>Speech Recognition:</a:t>
            </a:r>
          </a:p>
          <a:p>
            <a:pPr>
              <a:lnSpc>
                <a:spcPct val="180000"/>
              </a:lnSpc>
            </a:pPr>
            <a:r>
              <a:rPr kumimoji="1" lang="en" altLang="ko-KR" dirty="0"/>
              <a:t>Music Generation:</a:t>
            </a:r>
          </a:p>
          <a:p>
            <a:pPr>
              <a:lnSpc>
                <a:spcPct val="180000"/>
              </a:lnSpc>
            </a:pPr>
            <a:r>
              <a:rPr kumimoji="1" lang="en" altLang="ko-KR" dirty="0"/>
              <a:t>Sentiment Classification:</a:t>
            </a:r>
          </a:p>
          <a:p>
            <a:pPr>
              <a:lnSpc>
                <a:spcPct val="180000"/>
              </a:lnSpc>
            </a:pPr>
            <a:r>
              <a:rPr kumimoji="1" lang="en" altLang="ko-KR" dirty="0"/>
              <a:t>DNA Sequence Analysis:</a:t>
            </a:r>
          </a:p>
          <a:p>
            <a:pPr>
              <a:lnSpc>
                <a:spcPct val="180000"/>
              </a:lnSpc>
            </a:pPr>
            <a:r>
              <a:rPr kumimoji="1" lang="en" altLang="ko-KR" dirty="0"/>
              <a:t>Machine Translation:</a:t>
            </a:r>
          </a:p>
          <a:p>
            <a:pPr>
              <a:lnSpc>
                <a:spcPct val="180000"/>
              </a:lnSpc>
            </a:pPr>
            <a:r>
              <a:rPr kumimoji="1" lang="en" altLang="ko-KR" dirty="0"/>
              <a:t>Video Activity Recognition:</a:t>
            </a:r>
          </a:p>
          <a:p>
            <a:pPr>
              <a:lnSpc>
                <a:spcPct val="180000"/>
              </a:lnSpc>
            </a:pPr>
            <a:r>
              <a:rPr kumimoji="1" lang="en" altLang="ko-KR" dirty="0"/>
              <a:t>Name Entity Recognition: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77165-0F96-D1F8-FAFE-7231369357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F81D20FF-DDB8-0BAA-1CD1-DF2876129364}"/>
              </a:ext>
            </a:extLst>
          </p:cNvPr>
          <p:cNvGrpSpPr/>
          <p:nvPr/>
        </p:nvGrpSpPr>
        <p:grpSpPr>
          <a:xfrm>
            <a:off x="4985109" y="818859"/>
            <a:ext cx="5819006" cy="1486129"/>
            <a:chOff x="4985109" y="718405"/>
            <a:chExt cx="5819006" cy="1486129"/>
          </a:xfrm>
        </p:grpSpPr>
        <p:sp>
          <p:nvSpPr>
            <p:cNvPr id="35" name="object 7">
              <a:extLst>
                <a:ext uri="{FF2B5EF4-FFF2-40B4-BE49-F238E27FC236}">
                  <a16:creationId xmlns:a16="http://schemas.microsoft.com/office/drawing/2014/main" id="{39039028-56DA-5A7D-1E95-D51ED632EA69}"/>
                </a:ext>
              </a:extLst>
            </p:cNvPr>
            <p:cNvSpPr/>
            <p:nvPr/>
          </p:nvSpPr>
          <p:spPr>
            <a:xfrm>
              <a:off x="4985109" y="718405"/>
              <a:ext cx="2189591" cy="148612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8">
              <a:extLst>
                <a:ext uri="{FF2B5EF4-FFF2-40B4-BE49-F238E27FC236}">
                  <a16:creationId xmlns:a16="http://schemas.microsoft.com/office/drawing/2014/main" id="{A0E0546A-65DB-9B9C-4783-0B3CD4EDE732}"/>
                </a:ext>
              </a:extLst>
            </p:cNvPr>
            <p:cNvSpPr txBox="1"/>
            <p:nvPr/>
          </p:nvSpPr>
          <p:spPr>
            <a:xfrm>
              <a:off x="7885556" y="1170802"/>
              <a:ext cx="2918559" cy="42728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algn="ctr">
                <a:lnSpc>
                  <a:spcPct val="100000"/>
                </a:lnSpc>
                <a:spcBef>
                  <a:spcPts val="100"/>
                </a:spcBef>
              </a:pPr>
              <a:r>
                <a:rPr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“The quick brown fox jumped  </a:t>
              </a:r>
              <a:br>
                <a:rPr lang="en-US" altLang="ko-Kore-KR"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over </a:t>
              </a:r>
              <a:r>
                <a:rPr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lazy</a:t>
              </a:r>
              <a:r>
                <a:rPr sz="1600" spc="-3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dog.”</a:t>
              </a:r>
              <a:endParaRPr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object 9">
              <a:extLst>
                <a:ext uri="{FF2B5EF4-FFF2-40B4-BE49-F238E27FC236}">
                  <a16:creationId xmlns:a16="http://schemas.microsoft.com/office/drawing/2014/main" id="{5088A7E8-6093-C167-C42D-325AAFE5E25F}"/>
                </a:ext>
              </a:extLst>
            </p:cNvPr>
            <p:cNvSpPr/>
            <p:nvPr/>
          </p:nvSpPr>
          <p:spPr>
            <a:xfrm>
              <a:off x="7569315" y="1332957"/>
              <a:ext cx="327097" cy="107399"/>
            </a:xfrm>
            <a:custGeom>
              <a:avLst/>
              <a:gdLst/>
              <a:ahLst/>
              <a:cxnLst/>
              <a:rect l="l" t="t" r="r" b="b"/>
              <a:pathLst>
                <a:path w="622934" h="127000">
                  <a:moveTo>
                    <a:pt x="0" y="50798"/>
                  </a:moveTo>
                  <a:lnTo>
                    <a:pt x="0" y="76198"/>
                  </a:lnTo>
                  <a:lnTo>
                    <a:pt x="495473" y="76200"/>
                  </a:lnTo>
                  <a:lnTo>
                    <a:pt x="495473" y="127000"/>
                  </a:lnTo>
                  <a:lnTo>
                    <a:pt x="622473" y="63500"/>
                  </a:lnTo>
                  <a:lnTo>
                    <a:pt x="597073" y="50800"/>
                  </a:lnTo>
                  <a:lnTo>
                    <a:pt x="0" y="50798"/>
                  </a:lnTo>
                  <a:close/>
                </a:path>
                <a:path w="622934" h="127000">
                  <a:moveTo>
                    <a:pt x="495473" y="0"/>
                  </a:moveTo>
                  <a:lnTo>
                    <a:pt x="495473" y="50800"/>
                  </a:lnTo>
                  <a:lnTo>
                    <a:pt x="597073" y="50800"/>
                  </a:lnTo>
                  <a:lnTo>
                    <a:pt x="4954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79045063-E7E1-A788-3AA3-B6CD8D1E7B38}"/>
              </a:ext>
            </a:extLst>
          </p:cNvPr>
          <p:cNvGrpSpPr/>
          <p:nvPr/>
        </p:nvGrpSpPr>
        <p:grpSpPr>
          <a:xfrm>
            <a:off x="4869639" y="1815376"/>
            <a:ext cx="5568733" cy="724940"/>
            <a:chOff x="4869639" y="1681784"/>
            <a:chExt cx="5568733" cy="724940"/>
          </a:xfrm>
        </p:grpSpPr>
        <p:sp>
          <p:nvSpPr>
            <p:cNvPr id="33" name="object 4">
              <a:extLst>
                <a:ext uri="{FF2B5EF4-FFF2-40B4-BE49-F238E27FC236}">
                  <a16:creationId xmlns:a16="http://schemas.microsoft.com/office/drawing/2014/main" id="{7EFADCC3-FE04-4B20-83AB-3EA3A8C368FD}"/>
                </a:ext>
              </a:extLst>
            </p:cNvPr>
            <p:cNvSpPr/>
            <p:nvPr/>
          </p:nvSpPr>
          <p:spPr>
            <a:xfrm>
              <a:off x="8324703" y="1681784"/>
              <a:ext cx="2113669" cy="7249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object 5">
              <a:extLst>
                <a:ext uri="{FF2B5EF4-FFF2-40B4-BE49-F238E27FC236}">
                  <a16:creationId xmlns:a16="http://schemas.microsoft.com/office/drawing/2014/main" id="{63A24DE4-65EB-C4BE-7815-24344B99247A}"/>
                </a:ext>
              </a:extLst>
            </p:cNvPr>
            <p:cNvSpPr/>
            <p:nvPr/>
          </p:nvSpPr>
          <p:spPr>
            <a:xfrm>
              <a:off x="7569315" y="2012240"/>
              <a:ext cx="327097" cy="107399"/>
            </a:xfrm>
            <a:custGeom>
              <a:avLst/>
              <a:gdLst/>
              <a:ahLst/>
              <a:cxnLst/>
              <a:rect l="l" t="t" r="r" b="b"/>
              <a:pathLst>
                <a:path w="622934" h="127000">
                  <a:moveTo>
                    <a:pt x="495473" y="0"/>
                  </a:moveTo>
                  <a:lnTo>
                    <a:pt x="495473" y="50800"/>
                  </a:lnTo>
                  <a:lnTo>
                    <a:pt x="0" y="50800"/>
                  </a:lnTo>
                  <a:lnTo>
                    <a:pt x="0" y="76200"/>
                  </a:lnTo>
                  <a:lnTo>
                    <a:pt x="495473" y="76200"/>
                  </a:lnTo>
                  <a:lnTo>
                    <a:pt x="495473" y="127000"/>
                  </a:lnTo>
                  <a:lnTo>
                    <a:pt x="622473" y="63500"/>
                  </a:lnTo>
                  <a:lnTo>
                    <a:pt x="4954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object 11">
              <a:extLst>
                <a:ext uri="{FF2B5EF4-FFF2-40B4-BE49-F238E27FC236}">
                  <a16:creationId xmlns:a16="http://schemas.microsoft.com/office/drawing/2014/main" id="{85A50C1D-2D98-63B6-CFC7-8E086B1C0879}"/>
                </a:ext>
              </a:extLst>
            </p:cNvPr>
            <p:cNvSpPr txBox="1"/>
            <p:nvPr/>
          </p:nvSpPr>
          <p:spPr>
            <a:xfrm>
              <a:off x="4869639" y="1940859"/>
              <a:ext cx="2420766" cy="27111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R="79375" algn="ctr">
                <a:lnSpc>
                  <a:spcPct val="100000"/>
                </a:lnSpc>
                <a:spcBef>
                  <a:spcPts val="100"/>
                </a:spcBef>
              </a:pPr>
              <a:r>
                <a:rPr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∅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3A55E9B-EE88-C8AF-4B43-03B71F471EA3}"/>
              </a:ext>
            </a:extLst>
          </p:cNvPr>
          <p:cNvGrpSpPr/>
          <p:nvPr/>
        </p:nvGrpSpPr>
        <p:grpSpPr>
          <a:xfrm>
            <a:off x="4751915" y="3529358"/>
            <a:ext cx="5972936" cy="230611"/>
            <a:chOff x="4751915" y="3226533"/>
            <a:chExt cx="5972936" cy="230611"/>
          </a:xfrm>
        </p:grpSpPr>
        <p:sp>
          <p:nvSpPr>
            <p:cNvPr id="45" name="object 19">
              <a:extLst>
                <a:ext uri="{FF2B5EF4-FFF2-40B4-BE49-F238E27FC236}">
                  <a16:creationId xmlns:a16="http://schemas.microsoft.com/office/drawing/2014/main" id="{8F69907E-2763-CE9F-F9DD-8F664B952671}"/>
                </a:ext>
              </a:extLst>
            </p:cNvPr>
            <p:cNvSpPr txBox="1"/>
            <p:nvPr/>
          </p:nvSpPr>
          <p:spPr>
            <a:xfrm>
              <a:off x="4751915" y="3238080"/>
              <a:ext cx="2706984" cy="21906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AGCCCCTGTGAGGAACTAG</a:t>
              </a:r>
              <a:endParaRPr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object 20">
              <a:extLst>
                <a:ext uri="{FF2B5EF4-FFF2-40B4-BE49-F238E27FC236}">
                  <a16:creationId xmlns:a16="http://schemas.microsoft.com/office/drawing/2014/main" id="{3776A371-61CE-1767-BE36-911C970A42CD}"/>
                </a:ext>
              </a:extLst>
            </p:cNvPr>
            <p:cNvSpPr/>
            <p:nvPr/>
          </p:nvSpPr>
          <p:spPr>
            <a:xfrm>
              <a:off x="7569315" y="3265638"/>
              <a:ext cx="327097" cy="107399"/>
            </a:xfrm>
            <a:custGeom>
              <a:avLst/>
              <a:gdLst/>
              <a:ahLst/>
              <a:cxnLst/>
              <a:rect l="l" t="t" r="r" b="b"/>
              <a:pathLst>
                <a:path w="622934" h="127000">
                  <a:moveTo>
                    <a:pt x="0" y="50798"/>
                  </a:moveTo>
                  <a:lnTo>
                    <a:pt x="0" y="76198"/>
                  </a:lnTo>
                  <a:lnTo>
                    <a:pt x="495473" y="76200"/>
                  </a:lnTo>
                  <a:lnTo>
                    <a:pt x="495473" y="126999"/>
                  </a:lnTo>
                  <a:lnTo>
                    <a:pt x="622473" y="63500"/>
                  </a:lnTo>
                  <a:lnTo>
                    <a:pt x="597073" y="50800"/>
                  </a:lnTo>
                  <a:lnTo>
                    <a:pt x="0" y="50798"/>
                  </a:lnTo>
                  <a:close/>
                </a:path>
                <a:path w="622934" h="127000">
                  <a:moveTo>
                    <a:pt x="495473" y="0"/>
                  </a:moveTo>
                  <a:lnTo>
                    <a:pt x="495473" y="50800"/>
                  </a:lnTo>
                  <a:lnTo>
                    <a:pt x="597073" y="50800"/>
                  </a:lnTo>
                  <a:lnTo>
                    <a:pt x="4954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object 21">
              <a:extLst>
                <a:ext uri="{FF2B5EF4-FFF2-40B4-BE49-F238E27FC236}">
                  <a16:creationId xmlns:a16="http://schemas.microsoft.com/office/drawing/2014/main" id="{317C02BE-3EFE-7D83-8FD9-94CAAC85C5F1}"/>
                </a:ext>
              </a:extLst>
            </p:cNvPr>
            <p:cNvSpPr txBox="1"/>
            <p:nvPr/>
          </p:nvSpPr>
          <p:spPr>
            <a:xfrm>
              <a:off x="8017867" y="3226533"/>
              <a:ext cx="2706984" cy="21906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AG</a:t>
              </a:r>
              <a:r>
                <a:rPr sz="1600" spc="-5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CCCCTGTGAGGAACT</a:t>
              </a:r>
              <a:r>
                <a:rPr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AG</a:t>
              </a:r>
              <a:endParaRPr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BB96D3F3-050F-1A66-026D-BA7C635AB6FC}"/>
              </a:ext>
            </a:extLst>
          </p:cNvPr>
          <p:cNvGrpSpPr/>
          <p:nvPr/>
        </p:nvGrpSpPr>
        <p:grpSpPr>
          <a:xfrm>
            <a:off x="4825173" y="4194766"/>
            <a:ext cx="5805277" cy="259045"/>
            <a:chOff x="4825173" y="3796121"/>
            <a:chExt cx="5805277" cy="259045"/>
          </a:xfrm>
        </p:grpSpPr>
        <p:sp>
          <p:nvSpPr>
            <p:cNvPr id="48" name="object 23">
              <a:extLst>
                <a:ext uri="{FF2B5EF4-FFF2-40B4-BE49-F238E27FC236}">
                  <a16:creationId xmlns:a16="http://schemas.microsoft.com/office/drawing/2014/main" id="{E70C89DC-F0A8-050A-C0E0-6C5834A6EE0F}"/>
                </a:ext>
              </a:extLst>
            </p:cNvPr>
            <p:cNvSpPr txBox="1"/>
            <p:nvPr/>
          </p:nvSpPr>
          <p:spPr>
            <a:xfrm>
              <a:off x="4825173" y="3796121"/>
              <a:ext cx="2706983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28725" marR="5080" indent="-1216025" algn="ctr">
                <a:lnSpc>
                  <a:spcPct val="100000"/>
                </a:lnSpc>
                <a:spcBef>
                  <a:spcPts val="100"/>
                </a:spcBef>
              </a:pPr>
              <a:r>
                <a:rPr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Voulez-vous chanter</a:t>
              </a:r>
              <a:r>
                <a:rPr sz="1600" spc="-4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avec </a:t>
              </a:r>
              <a:r>
                <a:rPr sz="1600" spc="-5" dirty="0" err="1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moi</a:t>
              </a:r>
              <a:r>
                <a:rPr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?</a:t>
              </a:r>
              <a:endParaRPr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object 24">
              <a:extLst>
                <a:ext uri="{FF2B5EF4-FFF2-40B4-BE49-F238E27FC236}">
                  <a16:creationId xmlns:a16="http://schemas.microsoft.com/office/drawing/2014/main" id="{A047E94B-54AC-0B5A-26E2-CA24BA7989B5}"/>
                </a:ext>
              </a:extLst>
            </p:cNvPr>
            <p:cNvSpPr/>
            <p:nvPr/>
          </p:nvSpPr>
          <p:spPr>
            <a:xfrm>
              <a:off x="7569315" y="3877233"/>
              <a:ext cx="327097" cy="107399"/>
            </a:xfrm>
            <a:custGeom>
              <a:avLst/>
              <a:gdLst/>
              <a:ahLst/>
              <a:cxnLst/>
              <a:rect l="l" t="t" r="r" b="b"/>
              <a:pathLst>
                <a:path w="622934" h="127000">
                  <a:moveTo>
                    <a:pt x="0" y="50798"/>
                  </a:moveTo>
                  <a:lnTo>
                    <a:pt x="0" y="76198"/>
                  </a:lnTo>
                  <a:lnTo>
                    <a:pt x="495473" y="76199"/>
                  </a:lnTo>
                  <a:lnTo>
                    <a:pt x="495473" y="126999"/>
                  </a:lnTo>
                  <a:lnTo>
                    <a:pt x="622473" y="63499"/>
                  </a:lnTo>
                  <a:lnTo>
                    <a:pt x="597073" y="50799"/>
                  </a:lnTo>
                  <a:lnTo>
                    <a:pt x="0" y="50798"/>
                  </a:lnTo>
                  <a:close/>
                </a:path>
                <a:path w="622934" h="127000">
                  <a:moveTo>
                    <a:pt x="495473" y="0"/>
                  </a:moveTo>
                  <a:lnTo>
                    <a:pt x="495473" y="50799"/>
                  </a:lnTo>
                  <a:lnTo>
                    <a:pt x="597073" y="50799"/>
                  </a:lnTo>
                  <a:lnTo>
                    <a:pt x="4954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object 25">
              <a:extLst>
                <a:ext uri="{FF2B5EF4-FFF2-40B4-BE49-F238E27FC236}">
                  <a16:creationId xmlns:a16="http://schemas.microsoft.com/office/drawing/2014/main" id="{224275E8-7A1B-F5CC-AA62-540E64594824}"/>
                </a:ext>
              </a:extLst>
            </p:cNvPr>
            <p:cNvSpPr txBox="1"/>
            <p:nvPr/>
          </p:nvSpPr>
          <p:spPr>
            <a:xfrm>
              <a:off x="8132357" y="3805101"/>
              <a:ext cx="2498093" cy="21906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44600" marR="5080" indent="-1231900" algn="ctr">
                <a:lnSpc>
                  <a:spcPct val="100000"/>
                </a:lnSpc>
                <a:spcBef>
                  <a:spcPts val="100"/>
                </a:spcBef>
              </a:pPr>
              <a:r>
                <a:rPr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Do </a:t>
              </a:r>
              <a:r>
                <a:rPr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 </a:t>
              </a:r>
              <a:r>
                <a:rPr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sing</a:t>
              </a:r>
              <a:r>
                <a:rPr sz="1600" spc="-1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with me?</a:t>
              </a:r>
              <a:endParaRPr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0B0275E9-79DC-F13D-5E6C-2060C6716F2C}"/>
              </a:ext>
            </a:extLst>
          </p:cNvPr>
          <p:cNvGrpSpPr/>
          <p:nvPr/>
        </p:nvGrpSpPr>
        <p:grpSpPr>
          <a:xfrm>
            <a:off x="5225224" y="4717250"/>
            <a:ext cx="4628654" cy="714056"/>
            <a:chOff x="5225224" y="4386314"/>
            <a:chExt cx="4628654" cy="714056"/>
          </a:xfrm>
        </p:grpSpPr>
        <p:sp>
          <p:nvSpPr>
            <p:cNvPr id="51" name="object 27">
              <a:extLst>
                <a:ext uri="{FF2B5EF4-FFF2-40B4-BE49-F238E27FC236}">
                  <a16:creationId xmlns:a16="http://schemas.microsoft.com/office/drawing/2014/main" id="{B04E157D-39CE-3EED-5744-6CD07277A6C0}"/>
                </a:ext>
              </a:extLst>
            </p:cNvPr>
            <p:cNvSpPr/>
            <p:nvPr/>
          </p:nvSpPr>
          <p:spPr>
            <a:xfrm>
              <a:off x="5225224" y="4386315"/>
              <a:ext cx="468436" cy="71405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object 28">
              <a:extLst>
                <a:ext uri="{FF2B5EF4-FFF2-40B4-BE49-F238E27FC236}">
                  <a16:creationId xmlns:a16="http://schemas.microsoft.com/office/drawing/2014/main" id="{8AFAB1F6-AEAA-0402-E53C-7D47AD551F2C}"/>
                </a:ext>
              </a:extLst>
            </p:cNvPr>
            <p:cNvSpPr/>
            <p:nvPr/>
          </p:nvSpPr>
          <p:spPr>
            <a:xfrm>
              <a:off x="6257206" y="4386314"/>
              <a:ext cx="461397" cy="7140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object 29">
              <a:extLst>
                <a:ext uri="{FF2B5EF4-FFF2-40B4-BE49-F238E27FC236}">
                  <a16:creationId xmlns:a16="http://schemas.microsoft.com/office/drawing/2014/main" id="{36ECD2A7-B25A-3029-D2C8-6FE120AA59E8}"/>
                </a:ext>
              </a:extLst>
            </p:cNvPr>
            <p:cNvSpPr/>
            <p:nvPr/>
          </p:nvSpPr>
          <p:spPr>
            <a:xfrm>
              <a:off x="6763364" y="4386314"/>
              <a:ext cx="468437" cy="71405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object 30">
              <a:extLst>
                <a:ext uri="{FF2B5EF4-FFF2-40B4-BE49-F238E27FC236}">
                  <a16:creationId xmlns:a16="http://schemas.microsoft.com/office/drawing/2014/main" id="{BD997EB5-71F7-3E50-D568-85B196A97F7B}"/>
                </a:ext>
              </a:extLst>
            </p:cNvPr>
            <p:cNvSpPr/>
            <p:nvPr/>
          </p:nvSpPr>
          <p:spPr>
            <a:xfrm>
              <a:off x="5748443" y="4386314"/>
              <a:ext cx="461396" cy="71405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object 31">
              <a:extLst>
                <a:ext uri="{FF2B5EF4-FFF2-40B4-BE49-F238E27FC236}">
                  <a16:creationId xmlns:a16="http://schemas.microsoft.com/office/drawing/2014/main" id="{4B614796-9F5A-B2A1-3699-C5D4BEC38DC5}"/>
                </a:ext>
              </a:extLst>
            </p:cNvPr>
            <p:cNvSpPr/>
            <p:nvPr/>
          </p:nvSpPr>
          <p:spPr>
            <a:xfrm>
              <a:off x="7569315" y="4697660"/>
              <a:ext cx="327097" cy="107399"/>
            </a:xfrm>
            <a:custGeom>
              <a:avLst/>
              <a:gdLst/>
              <a:ahLst/>
              <a:cxnLst/>
              <a:rect l="l" t="t" r="r" b="b"/>
              <a:pathLst>
                <a:path w="622934" h="127000">
                  <a:moveTo>
                    <a:pt x="495473" y="0"/>
                  </a:moveTo>
                  <a:lnTo>
                    <a:pt x="495473" y="50799"/>
                  </a:lnTo>
                  <a:lnTo>
                    <a:pt x="0" y="50799"/>
                  </a:lnTo>
                  <a:lnTo>
                    <a:pt x="0" y="76199"/>
                  </a:lnTo>
                  <a:lnTo>
                    <a:pt x="495473" y="76199"/>
                  </a:lnTo>
                  <a:lnTo>
                    <a:pt x="495473" y="126999"/>
                  </a:lnTo>
                  <a:lnTo>
                    <a:pt x="622473" y="63501"/>
                  </a:lnTo>
                  <a:lnTo>
                    <a:pt x="4954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object 32">
              <a:extLst>
                <a:ext uri="{FF2B5EF4-FFF2-40B4-BE49-F238E27FC236}">
                  <a16:creationId xmlns:a16="http://schemas.microsoft.com/office/drawing/2014/main" id="{0FAD188C-7185-1DD2-C203-0E648F87A0BA}"/>
                </a:ext>
              </a:extLst>
            </p:cNvPr>
            <p:cNvSpPr txBox="1"/>
            <p:nvPr/>
          </p:nvSpPr>
          <p:spPr>
            <a:xfrm>
              <a:off x="8968376" y="4610862"/>
              <a:ext cx="885502" cy="21906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Running</a:t>
              </a:r>
              <a:endParaRPr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50870B43-4BC6-B64A-5724-8C2D9403A8EB}"/>
              </a:ext>
            </a:extLst>
          </p:cNvPr>
          <p:cNvGrpSpPr/>
          <p:nvPr/>
        </p:nvGrpSpPr>
        <p:grpSpPr>
          <a:xfrm>
            <a:off x="5095279" y="5596686"/>
            <a:ext cx="5790116" cy="427283"/>
            <a:chOff x="5095279" y="5340089"/>
            <a:chExt cx="5790116" cy="427283"/>
          </a:xfrm>
        </p:grpSpPr>
        <p:sp>
          <p:nvSpPr>
            <p:cNvPr id="57" name="object 34">
              <a:extLst>
                <a:ext uri="{FF2B5EF4-FFF2-40B4-BE49-F238E27FC236}">
                  <a16:creationId xmlns:a16="http://schemas.microsoft.com/office/drawing/2014/main" id="{970935FF-EE1E-B263-9985-A2B7BFA4E92C}"/>
                </a:ext>
              </a:extLst>
            </p:cNvPr>
            <p:cNvSpPr txBox="1"/>
            <p:nvPr/>
          </p:nvSpPr>
          <p:spPr>
            <a:xfrm>
              <a:off x="5095279" y="5340089"/>
              <a:ext cx="2426136" cy="42728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29845" marR="5080" indent="-17780">
                <a:lnSpc>
                  <a:spcPct val="100000"/>
                </a:lnSpc>
                <a:spcBef>
                  <a:spcPts val="100"/>
                </a:spcBef>
              </a:pPr>
              <a:r>
                <a:rPr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Yesterday, Harry Potter met </a:t>
              </a:r>
              <a:br>
                <a:rPr lang="en-US" altLang="ko-Kore-KR"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Hermione</a:t>
              </a:r>
              <a:r>
                <a:rPr sz="1600" spc="-6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Granger.</a:t>
              </a:r>
              <a:endParaRPr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object 35">
              <a:extLst>
                <a:ext uri="{FF2B5EF4-FFF2-40B4-BE49-F238E27FC236}">
                  <a16:creationId xmlns:a16="http://schemas.microsoft.com/office/drawing/2014/main" id="{E6D6E9E6-E29D-B4B0-9773-4F57FE211EDD}"/>
                </a:ext>
              </a:extLst>
            </p:cNvPr>
            <p:cNvSpPr/>
            <p:nvPr/>
          </p:nvSpPr>
          <p:spPr>
            <a:xfrm>
              <a:off x="7569315" y="5424665"/>
              <a:ext cx="327097" cy="107399"/>
            </a:xfrm>
            <a:custGeom>
              <a:avLst/>
              <a:gdLst/>
              <a:ahLst/>
              <a:cxnLst/>
              <a:rect l="l" t="t" r="r" b="b"/>
              <a:pathLst>
                <a:path w="622934" h="127000">
                  <a:moveTo>
                    <a:pt x="0" y="50799"/>
                  </a:moveTo>
                  <a:lnTo>
                    <a:pt x="0" y="76199"/>
                  </a:lnTo>
                  <a:lnTo>
                    <a:pt x="495473" y="76199"/>
                  </a:lnTo>
                  <a:lnTo>
                    <a:pt x="495473" y="126999"/>
                  </a:lnTo>
                  <a:lnTo>
                    <a:pt x="622473" y="63500"/>
                  </a:lnTo>
                  <a:lnTo>
                    <a:pt x="597073" y="50799"/>
                  </a:lnTo>
                  <a:lnTo>
                    <a:pt x="0" y="50799"/>
                  </a:lnTo>
                  <a:close/>
                </a:path>
                <a:path w="622934" h="127000">
                  <a:moveTo>
                    <a:pt x="495473" y="0"/>
                  </a:moveTo>
                  <a:lnTo>
                    <a:pt x="495473" y="50799"/>
                  </a:lnTo>
                  <a:lnTo>
                    <a:pt x="597073" y="50799"/>
                  </a:lnTo>
                  <a:lnTo>
                    <a:pt x="4954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object 34">
              <a:extLst>
                <a:ext uri="{FF2B5EF4-FFF2-40B4-BE49-F238E27FC236}">
                  <a16:creationId xmlns:a16="http://schemas.microsoft.com/office/drawing/2014/main" id="{C96510CF-3666-E4D4-2F97-D2F4ADB00310}"/>
                </a:ext>
              </a:extLst>
            </p:cNvPr>
            <p:cNvSpPr txBox="1"/>
            <p:nvPr/>
          </p:nvSpPr>
          <p:spPr>
            <a:xfrm>
              <a:off x="8459259" y="5340089"/>
              <a:ext cx="2426136" cy="42728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29845" marR="5080" indent="-17780">
                <a:lnSpc>
                  <a:spcPct val="100000"/>
                </a:lnSpc>
                <a:spcBef>
                  <a:spcPts val="100"/>
                </a:spcBef>
              </a:pPr>
              <a:r>
                <a:rPr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Yesterday, </a:t>
              </a:r>
              <a:r>
                <a:rPr sz="1600" spc="-5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Harry Potter</a:t>
              </a:r>
              <a:r>
                <a:rPr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met </a:t>
              </a:r>
              <a:br>
                <a:rPr lang="en-US" altLang="ko-Kore-KR"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sz="1600" spc="-5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Hermione</a:t>
              </a:r>
              <a:r>
                <a:rPr sz="1600" spc="-6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sz="1600" spc="-5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Granger</a:t>
              </a:r>
              <a:r>
                <a:rPr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endParaRPr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9DA30FB0-E99A-7477-2331-F54ECE90A8BF}"/>
              </a:ext>
            </a:extLst>
          </p:cNvPr>
          <p:cNvGrpSpPr/>
          <p:nvPr/>
        </p:nvGrpSpPr>
        <p:grpSpPr>
          <a:xfrm>
            <a:off x="5207303" y="2709896"/>
            <a:ext cx="5178447" cy="430742"/>
            <a:chOff x="5207303" y="2441137"/>
            <a:chExt cx="5178447" cy="430742"/>
          </a:xfrm>
        </p:grpSpPr>
        <p:sp>
          <p:nvSpPr>
            <p:cNvPr id="39" name="object 12">
              <a:extLst>
                <a:ext uri="{FF2B5EF4-FFF2-40B4-BE49-F238E27FC236}">
                  <a16:creationId xmlns:a16="http://schemas.microsoft.com/office/drawing/2014/main" id="{7E690934-5B05-D6B5-A0E9-D120B6EAEE65}"/>
                </a:ext>
              </a:extLst>
            </p:cNvPr>
            <p:cNvSpPr/>
            <p:nvPr/>
          </p:nvSpPr>
          <p:spPr>
            <a:xfrm>
              <a:off x="7569315" y="2610557"/>
              <a:ext cx="327097" cy="107399"/>
            </a:xfrm>
            <a:custGeom>
              <a:avLst/>
              <a:gdLst/>
              <a:ahLst/>
              <a:cxnLst/>
              <a:rect l="l" t="t" r="r" b="b"/>
              <a:pathLst>
                <a:path w="622934" h="127000">
                  <a:moveTo>
                    <a:pt x="0" y="50798"/>
                  </a:moveTo>
                  <a:lnTo>
                    <a:pt x="0" y="76198"/>
                  </a:lnTo>
                  <a:lnTo>
                    <a:pt x="495473" y="76200"/>
                  </a:lnTo>
                  <a:lnTo>
                    <a:pt x="495473" y="127000"/>
                  </a:lnTo>
                  <a:lnTo>
                    <a:pt x="622473" y="63500"/>
                  </a:lnTo>
                  <a:lnTo>
                    <a:pt x="597073" y="50800"/>
                  </a:lnTo>
                  <a:lnTo>
                    <a:pt x="0" y="50798"/>
                  </a:lnTo>
                  <a:close/>
                </a:path>
                <a:path w="622934" h="127000">
                  <a:moveTo>
                    <a:pt x="495473" y="0"/>
                  </a:moveTo>
                  <a:lnTo>
                    <a:pt x="495473" y="50800"/>
                  </a:lnTo>
                  <a:lnTo>
                    <a:pt x="597073" y="50800"/>
                  </a:lnTo>
                  <a:lnTo>
                    <a:pt x="4954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object 13">
              <a:extLst>
                <a:ext uri="{FF2B5EF4-FFF2-40B4-BE49-F238E27FC236}">
                  <a16:creationId xmlns:a16="http://schemas.microsoft.com/office/drawing/2014/main" id="{FC601078-D595-47E0-AF8E-74E42BCF87D8}"/>
                </a:ext>
              </a:extLst>
            </p:cNvPr>
            <p:cNvSpPr/>
            <p:nvPr/>
          </p:nvSpPr>
          <p:spPr>
            <a:xfrm>
              <a:off x="8436505" y="2556616"/>
              <a:ext cx="338306" cy="315215"/>
            </a:xfrm>
            <a:custGeom>
              <a:avLst/>
              <a:gdLst/>
              <a:ahLst/>
              <a:cxnLst/>
              <a:rect l="l" t="t" r="r" b="b"/>
              <a:pathLst>
                <a:path w="400050" h="372744">
                  <a:moveTo>
                    <a:pt x="400046" y="142206"/>
                  </a:moveTo>
                  <a:lnTo>
                    <a:pt x="247240" y="142208"/>
                  </a:lnTo>
                  <a:lnTo>
                    <a:pt x="0" y="142208"/>
                  </a:lnTo>
                  <a:lnTo>
                    <a:pt x="123621" y="230096"/>
                  </a:lnTo>
                  <a:lnTo>
                    <a:pt x="76400" y="372303"/>
                  </a:lnTo>
                  <a:lnTo>
                    <a:pt x="200021" y="284412"/>
                  </a:lnTo>
                  <a:lnTo>
                    <a:pt x="294460" y="284412"/>
                  </a:lnTo>
                  <a:lnTo>
                    <a:pt x="276423" y="230096"/>
                  </a:lnTo>
                  <a:lnTo>
                    <a:pt x="400045" y="142208"/>
                  </a:lnTo>
                  <a:lnTo>
                    <a:pt x="152803" y="142208"/>
                  </a:lnTo>
                  <a:lnTo>
                    <a:pt x="400046" y="142206"/>
                  </a:lnTo>
                  <a:close/>
                </a:path>
                <a:path w="400050" h="372744">
                  <a:moveTo>
                    <a:pt x="294460" y="284412"/>
                  </a:moveTo>
                  <a:lnTo>
                    <a:pt x="200021" y="284412"/>
                  </a:lnTo>
                  <a:lnTo>
                    <a:pt x="323645" y="372303"/>
                  </a:lnTo>
                  <a:lnTo>
                    <a:pt x="294460" y="284412"/>
                  </a:lnTo>
                  <a:close/>
                </a:path>
                <a:path w="400050" h="372744">
                  <a:moveTo>
                    <a:pt x="200021" y="0"/>
                  </a:moveTo>
                  <a:lnTo>
                    <a:pt x="152803" y="142208"/>
                  </a:lnTo>
                  <a:lnTo>
                    <a:pt x="247240" y="142208"/>
                  </a:lnTo>
                  <a:lnTo>
                    <a:pt x="20002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object 14">
              <a:extLst>
                <a:ext uri="{FF2B5EF4-FFF2-40B4-BE49-F238E27FC236}">
                  <a16:creationId xmlns:a16="http://schemas.microsoft.com/office/drawing/2014/main" id="{93DEFE41-2756-91B0-3BDE-B52E47FE0F6E}"/>
                </a:ext>
              </a:extLst>
            </p:cNvPr>
            <p:cNvSpPr/>
            <p:nvPr/>
          </p:nvSpPr>
          <p:spPr>
            <a:xfrm>
              <a:off x="8839239" y="2552181"/>
              <a:ext cx="338306" cy="315215"/>
            </a:xfrm>
            <a:custGeom>
              <a:avLst/>
              <a:gdLst/>
              <a:ahLst/>
              <a:cxnLst/>
              <a:rect l="l" t="t" r="r" b="b"/>
              <a:pathLst>
                <a:path w="400050" h="372744">
                  <a:moveTo>
                    <a:pt x="0" y="142206"/>
                  </a:moveTo>
                  <a:lnTo>
                    <a:pt x="152806" y="142207"/>
                  </a:lnTo>
                  <a:lnTo>
                    <a:pt x="200024" y="0"/>
                  </a:lnTo>
                  <a:lnTo>
                    <a:pt x="247243" y="142207"/>
                  </a:lnTo>
                  <a:lnTo>
                    <a:pt x="400049" y="142206"/>
                  </a:lnTo>
                  <a:lnTo>
                    <a:pt x="276426" y="230095"/>
                  </a:lnTo>
                  <a:lnTo>
                    <a:pt x="323646" y="372302"/>
                  </a:lnTo>
                  <a:lnTo>
                    <a:pt x="200024" y="284412"/>
                  </a:lnTo>
                  <a:lnTo>
                    <a:pt x="76402" y="372302"/>
                  </a:lnTo>
                  <a:lnTo>
                    <a:pt x="123623" y="230095"/>
                  </a:lnTo>
                  <a:lnTo>
                    <a:pt x="0" y="14220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object 15">
              <a:extLst>
                <a:ext uri="{FF2B5EF4-FFF2-40B4-BE49-F238E27FC236}">
                  <a16:creationId xmlns:a16="http://schemas.microsoft.com/office/drawing/2014/main" id="{2CDEF3FA-286C-6360-6198-E4B3B1DBC334}"/>
                </a:ext>
              </a:extLst>
            </p:cNvPr>
            <p:cNvSpPr/>
            <p:nvPr/>
          </p:nvSpPr>
          <p:spPr>
            <a:xfrm>
              <a:off x="9241975" y="2552181"/>
              <a:ext cx="338306" cy="315215"/>
            </a:xfrm>
            <a:custGeom>
              <a:avLst/>
              <a:gdLst/>
              <a:ahLst/>
              <a:cxnLst/>
              <a:rect l="l" t="t" r="r" b="b"/>
              <a:pathLst>
                <a:path w="400050" h="372744">
                  <a:moveTo>
                    <a:pt x="0" y="142206"/>
                  </a:moveTo>
                  <a:lnTo>
                    <a:pt x="152806" y="142207"/>
                  </a:lnTo>
                  <a:lnTo>
                    <a:pt x="200024" y="0"/>
                  </a:lnTo>
                  <a:lnTo>
                    <a:pt x="247243" y="142207"/>
                  </a:lnTo>
                  <a:lnTo>
                    <a:pt x="400049" y="142206"/>
                  </a:lnTo>
                  <a:lnTo>
                    <a:pt x="276426" y="230095"/>
                  </a:lnTo>
                  <a:lnTo>
                    <a:pt x="323646" y="372302"/>
                  </a:lnTo>
                  <a:lnTo>
                    <a:pt x="200024" y="284412"/>
                  </a:lnTo>
                  <a:lnTo>
                    <a:pt x="76402" y="372302"/>
                  </a:lnTo>
                  <a:lnTo>
                    <a:pt x="123623" y="230095"/>
                  </a:lnTo>
                  <a:lnTo>
                    <a:pt x="0" y="14220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object 16">
              <a:extLst>
                <a:ext uri="{FF2B5EF4-FFF2-40B4-BE49-F238E27FC236}">
                  <a16:creationId xmlns:a16="http://schemas.microsoft.com/office/drawing/2014/main" id="{FDD72BA0-D847-E2D0-6A08-29D3F4073041}"/>
                </a:ext>
              </a:extLst>
            </p:cNvPr>
            <p:cNvSpPr/>
            <p:nvPr/>
          </p:nvSpPr>
          <p:spPr>
            <a:xfrm>
              <a:off x="9644709" y="2556664"/>
              <a:ext cx="338306" cy="315215"/>
            </a:xfrm>
            <a:custGeom>
              <a:avLst/>
              <a:gdLst/>
              <a:ahLst/>
              <a:cxnLst/>
              <a:rect l="l" t="t" r="r" b="b"/>
              <a:pathLst>
                <a:path w="400050" h="372744">
                  <a:moveTo>
                    <a:pt x="0" y="142206"/>
                  </a:moveTo>
                  <a:lnTo>
                    <a:pt x="152806" y="142207"/>
                  </a:lnTo>
                  <a:lnTo>
                    <a:pt x="200024" y="0"/>
                  </a:lnTo>
                  <a:lnTo>
                    <a:pt x="247243" y="142207"/>
                  </a:lnTo>
                  <a:lnTo>
                    <a:pt x="400049" y="142206"/>
                  </a:lnTo>
                  <a:lnTo>
                    <a:pt x="276426" y="230095"/>
                  </a:lnTo>
                  <a:lnTo>
                    <a:pt x="323646" y="372302"/>
                  </a:lnTo>
                  <a:lnTo>
                    <a:pt x="200024" y="284412"/>
                  </a:lnTo>
                  <a:lnTo>
                    <a:pt x="76402" y="372302"/>
                  </a:lnTo>
                  <a:lnTo>
                    <a:pt x="123623" y="230095"/>
                  </a:lnTo>
                  <a:lnTo>
                    <a:pt x="0" y="14220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object 17">
              <a:extLst>
                <a:ext uri="{FF2B5EF4-FFF2-40B4-BE49-F238E27FC236}">
                  <a16:creationId xmlns:a16="http://schemas.microsoft.com/office/drawing/2014/main" id="{2306FDA8-3146-66D5-6286-17AFCD45268B}"/>
                </a:ext>
              </a:extLst>
            </p:cNvPr>
            <p:cNvSpPr/>
            <p:nvPr/>
          </p:nvSpPr>
          <p:spPr>
            <a:xfrm>
              <a:off x="10047444" y="2552180"/>
              <a:ext cx="338306" cy="315215"/>
            </a:xfrm>
            <a:custGeom>
              <a:avLst/>
              <a:gdLst/>
              <a:ahLst/>
              <a:cxnLst/>
              <a:rect l="l" t="t" r="r" b="b"/>
              <a:pathLst>
                <a:path w="400050" h="372744">
                  <a:moveTo>
                    <a:pt x="0" y="142206"/>
                  </a:moveTo>
                  <a:lnTo>
                    <a:pt x="152806" y="142207"/>
                  </a:lnTo>
                  <a:lnTo>
                    <a:pt x="200024" y="0"/>
                  </a:lnTo>
                  <a:lnTo>
                    <a:pt x="247243" y="142207"/>
                  </a:lnTo>
                  <a:lnTo>
                    <a:pt x="400049" y="142206"/>
                  </a:lnTo>
                  <a:lnTo>
                    <a:pt x="276426" y="230095"/>
                  </a:lnTo>
                  <a:lnTo>
                    <a:pt x="323646" y="372302"/>
                  </a:lnTo>
                  <a:lnTo>
                    <a:pt x="200024" y="284412"/>
                  </a:lnTo>
                  <a:lnTo>
                    <a:pt x="76402" y="372302"/>
                  </a:lnTo>
                  <a:lnTo>
                    <a:pt x="123623" y="230095"/>
                  </a:lnTo>
                  <a:lnTo>
                    <a:pt x="0" y="14220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" name="object 34">
              <a:extLst>
                <a:ext uri="{FF2B5EF4-FFF2-40B4-BE49-F238E27FC236}">
                  <a16:creationId xmlns:a16="http://schemas.microsoft.com/office/drawing/2014/main" id="{F4EC8C69-6557-5B20-B9A7-1DDC55139252}"/>
                </a:ext>
              </a:extLst>
            </p:cNvPr>
            <p:cNvSpPr txBox="1"/>
            <p:nvPr/>
          </p:nvSpPr>
          <p:spPr>
            <a:xfrm>
              <a:off x="5207303" y="2441137"/>
              <a:ext cx="2005071" cy="42728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29845" marR="5080" indent="-1778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ko-Kore-KR"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“There is nothing to like </a:t>
              </a:r>
              <a:br>
                <a:rPr lang="en-US" altLang="ko-Kore-KR"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ko-Kore-KR" sz="1600" spc="-5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 this movie.”</a:t>
              </a:r>
              <a:endParaRPr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C39E6E01-33B6-AD6F-A033-B2570C6B3084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[slide courtesy: Stanford, CS230]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B1FD45-9C1A-E764-80AE-D73B4A8F7F8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 dirty="0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955692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8AA1C-B0D3-FD14-968F-CB2896009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 dirty="0"/>
              <a:t>Sequential Data Representation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DB3221-9AA4-18F5-111B-559BBF4052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A4531D-6B4E-3947-01B9-01950A1CC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591" y="1946671"/>
            <a:ext cx="3897020" cy="377395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006BC2E-0D16-2C41-6617-DF3DF9C3E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359" y="1278937"/>
            <a:ext cx="2982809" cy="5204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53451B-B29A-1633-A44D-BF3216863DBB}"/>
              </a:ext>
            </a:extLst>
          </p:cNvPr>
          <p:cNvSpPr txBox="1"/>
          <p:nvPr/>
        </p:nvSpPr>
        <p:spPr>
          <a:xfrm>
            <a:off x="1858591" y="1333787"/>
            <a:ext cx="360016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data: a set of vectors</a:t>
            </a:r>
            <a:endParaRPr lang="ko-KR" alt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6F0075-0D23-57DF-BE2E-D678BBDEC5B6}"/>
                  </a:ext>
                </a:extLst>
              </p:cNvPr>
              <p:cNvSpPr txBox="1"/>
              <p:nvPr/>
            </p:nvSpPr>
            <p:spPr>
              <a:xfrm>
                <a:off x="6306940" y="3685703"/>
                <a:ext cx="3229997" cy="929148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𝐱</m:t>
                      </m:r>
                      <m:r>
                        <a:rPr lang="en-US" altLang="ko-KR" sz="2000" dirty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ko-KR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ko-KR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20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0</m:t>
                                        </m:r>
                                        <m:r>
                                          <a:rPr lang="en-US" altLang="ko-KR" sz="20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.3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ko-KR" sz="20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0.1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ko-KR" sz="20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0.2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altLang="ko-KR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,</m:t>
                              </m:r>
                              <m:d>
                                <m:dPr>
                                  <m:ctrlPr>
                                    <a:rPr lang="en-US" altLang="ko-KR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ko-KR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20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0</m:t>
                                        </m:r>
                                        <m:r>
                                          <a:rPr lang="en-US" altLang="ko-KR" sz="20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.5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ko-KR" sz="20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0.6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ko-KR" sz="20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0.4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altLang="ko-KR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,⋯</m:t>
                              </m:r>
                              <m:r>
                                <a:rPr lang="en-US" altLang="ko-KR" sz="20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⋯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ko-KR" sz="2000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6F0075-0D23-57DF-BE2E-D678BBDEC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940" y="3685703"/>
                <a:ext cx="3229997" cy="929148"/>
              </a:xfrm>
              <a:prstGeom prst="rect">
                <a:avLst/>
              </a:prstGeom>
              <a:blipFill>
                <a:blip r:embed="rId4"/>
                <a:stretch>
                  <a:fillRect t="-5405" b="-8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511E376-623A-6582-6291-7001C27EAE93}"/>
              </a:ext>
            </a:extLst>
          </p:cNvPr>
          <p:cNvSpPr txBox="1"/>
          <p:nvPr/>
        </p:nvSpPr>
        <p:spPr>
          <a:xfrm>
            <a:off x="6306940" y="2521762"/>
            <a:ext cx="446512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ECG </a:t>
            </a:r>
            <a:r>
              <a:rPr lang="en-US" altLang="ko-KR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 (3 channels)</a:t>
            </a:r>
            <a:endParaRPr lang="ko-KR" altLang="en-US" sz="18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samples/sec and acquire for 2 </a:t>
            </a:r>
            <a:r>
              <a:rPr lang="en-US" altLang="ko-KR" sz="1800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mins</a:t>
            </a:r>
            <a:br>
              <a:rPr lang="en-US" altLang="ko-KR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-&gt; 12,000 x 3 vector (</a:t>
            </a:r>
            <a:r>
              <a:rPr lang="en-US" altLang="ko-KR" sz="1800" b="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ko-KR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12,000)</a:t>
            </a:r>
            <a:endParaRPr lang="ko-KR" altLang="en-US" sz="18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8F7CEF-1603-8733-7A06-6D5F5A1FA69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410190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2D3DA3-FC25-733D-6EAE-B4591C645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Textual Data Representation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F94F28-3AAF-080D-30CA-3ACA74A98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ko-KR" dirty="0"/>
              <a:t>Text sequential data representation</a:t>
            </a:r>
          </a:p>
          <a:p>
            <a:pPr lvl="1"/>
            <a:r>
              <a:rPr kumimoji="1" lang="en" altLang="ko-KR" dirty="0"/>
              <a:t>Text data is converted into a vector representation using a vocabulary.</a:t>
            </a:r>
          </a:p>
          <a:p>
            <a:pPr lvl="1"/>
            <a:r>
              <a:rPr kumimoji="1" lang="en" altLang="ko-KR" dirty="0"/>
              <a:t>Ex) The vocabulary is built with the most frequent 30,000 words in (Cho et. al., 2014).</a:t>
            </a:r>
          </a:p>
          <a:p>
            <a:endParaRPr kumimoji="1" lang="en" altLang="ko-KR" dirty="0"/>
          </a:p>
          <a:p>
            <a:r>
              <a:rPr kumimoji="1" lang="en" altLang="ko-KR" dirty="0"/>
              <a:t>Text representation using dictionary</a:t>
            </a:r>
          </a:p>
          <a:p>
            <a:pPr lvl="1"/>
            <a:r>
              <a:rPr kumimoji="1" lang="en" altLang="ko-KR" dirty="0"/>
              <a:t>Bag-of-words (</a:t>
            </a:r>
            <a:r>
              <a:rPr kumimoji="1" lang="en" altLang="ko-KR" dirty="0" err="1"/>
              <a:t>BoW</a:t>
            </a:r>
            <a:r>
              <a:rPr kumimoji="1" lang="en" altLang="ko-KR" dirty="0"/>
              <a:t>)</a:t>
            </a:r>
          </a:p>
          <a:p>
            <a:pPr lvl="1"/>
            <a:r>
              <a:rPr kumimoji="1" lang="en" altLang="ko-KR" dirty="0"/>
              <a:t>One hot code</a:t>
            </a:r>
          </a:p>
          <a:p>
            <a:pPr lvl="1"/>
            <a:r>
              <a:rPr kumimoji="1" lang="en" altLang="ko-KR" dirty="0"/>
              <a:t>Word embedding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87A0D3-6240-B653-BC1F-729357387E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A6B5DD-DFDD-13FD-D017-5805039F44B0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Cho et. al., On the Properties of Neural Machine Translation: Encoder–Decoder Approaches, SSST-8 2014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EC729D-547C-C7E5-7FF6-BDB5540041E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232825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36188-28FC-41A5-8EFA-0A4CE2862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Textual Data Representation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66D47601-D9DA-DD0E-AEE0-317EE888A82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" altLang="ko-KR" dirty="0"/>
                  <a:t>Bag-of-Words (</a:t>
                </a:r>
                <a:r>
                  <a:rPr kumimoji="1" lang="en" altLang="ko-KR" dirty="0" err="1"/>
                  <a:t>BoW</a:t>
                </a:r>
                <a:r>
                  <a:rPr kumimoji="1" lang="en" altLang="ko-KR" dirty="0"/>
                  <a:t>)</a:t>
                </a:r>
              </a:p>
              <a:p>
                <a:pPr lvl="1"/>
                <a:r>
                  <a:rPr kumimoji="1" lang="en" altLang="ko-KR" dirty="0"/>
                  <a:t>Count the frequency of each word and express it as a vector of 𝑚 dimensions.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en" altLang="ko-KR" dirty="0"/>
                  <a:t>: dictionary size</a:t>
                </a:r>
              </a:p>
              <a:p>
                <a:pPr lvl="2"/>
                <a:endParaRPr kumimoji="1" lang="en" altLang="ko-KR" dirty="0"/>
              </a:p>
              <a:p>
                <a:pPr lvl="3"/>
                <a:endParaRPr kumimoji="1" lang="en" altLang="ko-KR" dirty="0"/>
              </a:p>
              <a:p>
                <a:pPr lvl="1"/>
                <a:r>
                  <a:rPr kumimoji="1" lang="en" altLang="ko-KR" dirty="0"/>
                  <a:t>It is good for image retrieval but is not suitable for sequential data representation.</a:t>
                </a:r>
              </a:p>
              <a:p>
                <a:pPr lvl="3"/>
                <a:endParaRPr kumimoji="1" lang="en" altLang="ko-KR" dirty="0"/>
              </a:p>
              <a:p>
                <a:r>
                  <a:rPr kumimoji="1" lang="en" altLang="ko-KR" dirty="0"/>
                  <a:t>One Hot Code</a:t>
                </a:r>
              </a:p>
              <a:p>
                <a:pPr lvl="1"/>
                <a:r>
                  <a:rPr kumimoji="1" lang="en" altLang="ko-KR" dirty="0"/>
                  <a:t>Each word is represented by 𝑚×1 vector → very inefficient.</a:t>
                </a:r>
              </a:p>
              <a:p>
                <a:endParaRPr kumimoji="1" lang="ko-KR" altLang="en-US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66D47601-D9DA-DD0E-AEE0-317EE888A8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8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6F1E18-5083-784D-099E-176C8FF34A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CEF464-4A24-D360-3FC7-1C27C04CE6AF}"/>
              </a:ext>
            </a:extLst>
          </p:cNvPr>
          <p:cNvSpPr/>
          <p:nvPr/>
        </p:nvSpPr>
        <p:spPr>
          <a:xfrm>
            <a:off x="2448361" y="2509715"/>
            <a:ext cx="36679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solidFill>
                  <a:srgbClr val="0070C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‘April is the cruelest month’</a:t>
            </a:r>
            <a:endParaRPr lang="ko-KR" altLang="en-US" sz="2400" dirty="0">
              <a:solidFill>
                <a:srgbClr val="0070C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8B4040-85F4-C201-56BE-3ADB23DC763F}"/>
              </a:ext>
            </a:extLst>
          </p:cNvPr>
          <p:cNvSpPr txBox="1"/>
          <p:nvPr/>
        </p:nvSpPr>
        <p:spPr>
          <a:xfrm>
            <a:off x="6642929" y="2509715"/>
            <a:ext cx="290945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(0, … ,0.2, …, 0.2, …)</a:t>
            </a:r>
            <a:r>
              <a:rPr lang="en-US" altLang="ko-KR" sz="2400" b="0" baseline="30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ko-KR" altLang="en-US" sz="2400" b="0" baseline="30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09CA5F7-828E-C177-2794-E1B66F098FA9}"/>
              </a:ext>
            </a:extLst>
          </p:cNvPr>
          <p:cNvCxnSpPr/>
          <p:nvPr/>
        </p:nvCxnSpPr>
        <p:spPr>
          <a:xfrm>
            <a:off x="6312024" y="2740548"/>
            <a:ext cx="2973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7210D3-A409-CA8E-7EF8-43F4D3FB80D5}"/>
              </a:ext>
            </a:extLst>
          </p:cNvPr>
          <p:cNvSpPr/>
          <p:nvPr/>
        </p:nvSpPr>
        <p:spPr>
          <a:xfrm>
            <a:off x="2445909" y="5310783"/>
            <a:ext cx="36679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solidFill>
                  <a:srgbClr val="0070C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‘April is the cruelest month’</a:t>
            </a:r>
            <a:endParaRPr lang="ko-KR" altLang="en-US" sz="2400" dirty="0">
              <a:solidFill>
                <a:srgbClr val="0070C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132A998-26CF-4E41-73BA-509C1F1D60A7}"/>
              </a:ext>
            </a:extLst>
          </p:cNvPr>
          <p:cNvCxnSpPr/>
          <p:nvPr/>
        </p:nvCxnSpPr>
        <p:spPr>
          <a:xfrm>
            <a:off x="6309572" y="5541616"/>
            <a:ext cx="2973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F82A0E3B-461E-6B41-8823-120A69B9246C}"/>
                  </a:ext>
                </a:extLst>
              </p:cNvPr>
              <p:cNvSpPr/>
              <p:nvPr/>
            </p:nvSpPr>
            <p:spPr>
              <a:xfrm>
                <a:off x="6642929" y="5231530"/>
                <a:ext cx="4747069" cy="6201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0,0,1,0,0,0,⋯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sz="20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altLang="ko-KR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ko-K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0,0,0,0,1,0,⋯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sz="20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altLang="ko-KR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,⋯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ko-KR" sz="20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F82A0E3B-461E-6B41-8823-120A69B924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929" y="5231530"/>
                <a:ext cx="4747069" cy="6201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4CFEACA-8670-B7C8-5750-3346841FCF1E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Cho et. al., On the Properties of Neural Machine Translation: Encoder–Decoder Approaches, SSST-8 2014</a:t>
            </a:r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1BB3320A-358A-A9ED-1DD3-CD22B727084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629427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496D12-3918-AAA5-A123-D8B649C0D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Textual Data Representation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0F7E61-290A-909B-4503-9D1B9CCF9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868" y="1006300"/>
            <a:ext cx="7134098" cy="5249600"/>
          </a:xfrm>
        </p:spPr>
        <p:txBody>
          <a:bodyPr/>
          <a:lstStyle/>
          <a:p>
            <a:r>
              <a:rPr kumimoji="1" lang="en" altLang="ko-KR" dirty="0"/>
              <a:t>Word Embedding</a:t>
            </a:r>
          </a:p>
          <a:p>
            <a:pPr lvl="1"/>
            <a:r>
              <a:rPr kumimoji="1" lang="en" altLang="ko-KR" dirty="0"/>
              <a:t>By analyzing the correlation between words in dictionary, convert the word into lower dimensional space</a:t>
            </a:r>
          </a:p>
          <a:p>
            <a:pPr lvl="1"/>
            <a:r>
              <a:rPr kumimoji="1" lang="en" altLang="ko-KR" dirty="0"/>
              <a:t>Ex) word in 30,000 dimensions → converted into 620 dimension</a:t>
            </a:r>
          </a:p>
          <a:p>
            <a:endParaRPr kumimoji="1" lang="en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AC104F-B906-A452-F398-F38FB02F2A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7939289-0A4F-E329-A138-662DB4F79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906" y="1375632"/>
            <a:ext cx="4938219" cy="48502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4F77FF-3E5A-D2A3-8B12-5D2D285CD02A}"/>
              </a:ext>
            </a:extLst>
          </p:cNvPr>
          <p:cNvSpPr txBox="1"/>
          <p:nvPr/>
        </p:nvSpPr>
        <p:spPr>
          <a:xfrm>
            <a:off x="8710019" y="1006300"/>
            <a:ext cx="337510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6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 embedding using word2vec</a:t>
            </a:r>
            <a:endParaRPr lang="ko-KR" altLang="en-US" sz="16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C6A202-A44C-58D4-7A61-2A9218E0AC6B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Cho et. al., On the Properties of Neural Machine Translation: Encoder–Decoder Approaches, SSST-8 2014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A7059E8-17D7-9FD9-2FD4-401BBDD220E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991181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10079-13CF-E367-AAC3-F9256AEB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Textual Data Representation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9F9822-065B-0225-9F4F-1B3212D6C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ko-KR" dirty="0"/>
              <a:t>The </a:t>
            </a:r>
            <a:r>
              <a:rPr kumimoji="1" lang="en" altLang="ko-KR" b="1" i="1" dirty="0"/>
              <a:t>order</a:t>
            </a:r>
            <a:r>
              <a:rPr kumimoji="1" lang="en" altLang="ko-KR" dirty="0"/>
              <a:t> in which the features (words) appear is important.</a:t>
            </a:r>
          </a:p>
          <a:p>
            <a:r>
              <a:rPr kumimoji="1" lang="en" altLang="ko-KR" dirty="0"/>
              <a:t>Training samples may have different sizes</a:t>
            </a:r>
          </a:p>
          <a:p>
            <a:r>
              <a:rPr kumimoji="1" lang="en" altLang="ko-KR" dirty="0"/>
              <a:t>Context dependency</a:t>
            </a:r>
          </a:p>
          <a:p>
            <a:pPr lvl="1"/>
            <a:r>
              <a:rPr kumimoji="1" lang="en" altLang="ko-KR" dirty="0"/>
              <a:t>In non-sequential data, covariance matrix indicates a correlation over features.</a:t>
            </a:r>
          </a:p>
          <a:p>
            <a:pPr lvl="1"/>
            <a:r>
              <a:rPr kumimoji="1" lang="en" altLang="ko-KR" dirty="0"/>
              <a:t>In sequential data, context dependency is important.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128C22-7F3E-A563-BEB6-BB971108EB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5F98EB-1E49-0D3F-0CD1-6887D5279C2B}"/>
              </a:ext>
            </a:extLst>
          </p:cNvPr>
          <p:cNvSpPr txBox="1"/>
          <p:nvPr/>
        </p:nvSpPr>
        <p:spPr>
          <a:xfrm>
            <a:off x="888109" y="3996480"/>
            <a:ext cx="789055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got up at lunch and </a:t>
            </a:r>
            <a:r>
              <a:rPr lang="en-US" altLang="ko-KR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ate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breakfast, and he came back later.</a:t>
            </a:r>
            <a:endParaRPr lang="ko-KR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8B18EC0-8789-E062-F924-94F3574083BC}"/>
              </a:ext>
            </a:extLst>
          </p:cNvPr>
          <p:cNvCxnSpPr/>
          <p:nvPr/>
        </p:nvCxnSpPr>
        <p:spPr>
          <a:xfrm>
            <a:off x="1329899" y="4417586"/>
            <a:ext cx="2301411" cy="57535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56C077C-0989-5F4B-6A61-E8D8288D8F95}"/>
              </a:ext>
            </a:extLst>
          </p:cNvPr>
          <p:cNvCxnSpPr/>
          <p:nvPr/>
        </p:nvCxnSpPr>
        <p:spPr>
          <a:xfrm flipH="1">
            <a:off x="3802446" y="4458145"/>
            <a:ext cx="113016" cy="53479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BED848-2E2C-6B9C-D576-6A8B10C50B21}"/>
              </a:ext>
            </a:extLst>
          </p:cNvPr>
          <p:cNvSpPr/>
          <p:nvPr/>
        </p:nvSpPr>
        <p:spPr>
          <a:xfrm>
            <a:off x="2807663" y="5078939"/>
            <a:ext cx="40514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Long-term dependency</a:t>
            </a:r>
            <a:br>
              <a:rPr lang="en-US" altLang="ko-KR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(Two distant words are correlated)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C1ECC9-F0DB-0A37-B779-8AC1D0D29095}"/>
              </a:ext>
            </a:extLst>
          </p:cNvPr>
          <p:cNvSpPr txBox="1"/>
          <p:nvPr/>
        </p:nvSpPr>
        <p:spPr>
          <a:xfrm>
            <a:off x="7268361" y="5078939"/>
            <a:ext cx="436651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LSTM for handling this!</a:t>
            </a:r>
            <a:endParaRPr lang="ko-KR" altLang="en-US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D42C2FA3-34BC-5735-F837-67D4AA66C2F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457248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7CA092-2D6F-2067-8EFB-2FDC9A938E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/>
              <a:t>Recurrent Neural Networks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398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6C18E-F427-6A5A-73DF-09233B06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“Vanilla” Neural Networks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026D7A-7FAD-3CFE-581D-DB5AC55CDA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03248B93-0D19-AFF8-CA4E-BA8D884B901B}"/>
              </a:ext>
            </a:extLst>
          </p:cNvPr>
          <p:cNvSpPr/>
          <p:nvPr/>
        </p:nvSpPr>
        <p:spPr>
          <a:xfrm>
            <a:off x="244775" y="1052736"/>
            <a:ext cx="1458737" cy="3606745"/>
          </a:xfrm>
          <a:prstGeom prst="rect">
            <a:avLst/>
          </a:prstGeom>
          <a:blipFill>
            <a:blip r:embed="rId2" cstate="print"/>
            <a:stretch>
              <a:fillRect r="-70223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24">
            <a:extLst>
              <a:ext uri="{FF2B5EF4-FFF2-40B4-BE49-F238E27FC236}">
                <a16:creationId xmlns:a16="http://schemas.microsoft.com/office/drawing/2014/main" id="{7552AF73-AC70-E9F1-BAD6-9887B075B3AA}"/>
              </a:ext>
            </a:extLst>
          </p:cNvPr>
          <p:cNvSpPr txBox="1"/>
          <p:nvPr/>
        </p:nvSpPr>
        <p:spPr>
          <a:xfrm>
            <a:off x="1703512" y="5430042"/>
            <a:ext cx="3096344" cy="305651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>
              <a:lnSpc>
                <a:spcPct val="100699"/>
              </a:lnSpc>
              <a:spcBef>
                <a:spcPts val="110"/>
              </a:spcBef>
            </a:pPr>
            <a:r>
              <a:rPr lang="en" sz="2000" spc="-6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Vanilla Neural Networks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50B9292-3A98-75EA-5FAC-D510C5D40333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974144" y="4659481"/>
            <a:ext cx="657360" cy="857751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733582B-19C0-8DD2-25FB-F43BC1D63E78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[slide courtesy: Stanford, CS231]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F8D729-D17F-FE26-5442-8B036F62AC7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425108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09D1F8-6899-C750-9A66-B1FF9B00F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Recurrent Neural Networks</a:t>
            </a:r>
            <a:r>
              <a:rPr lang="ko-KR" altLang="en-US" dirty="0"/>
              <a:t> </a:t>
            </a:r>
            <a:r>
              <a:rPr lang="en-US" altLang="ko-KR" dirty="0"/>
              <a:t>(RNNs)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7BEFF0-A705-07CE-011B-0F957693E8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24">
                <a:extLst>
                  <a:ext uri="{FF2B5EF4-FFF2-40B4-BE49-F238E27FC236}">
                    <a16:creationId xmlns:a16="http://schemas.microsoft.com/office/drawing/2014/main" id="{1C8AB82F-5FAB-00C2-62CB-15C96E743BDE}"/>
                  </a:ext>
                </a:extLst>
              </p:cNvPr>
              <p:cNvSpPr txBox="1"/>
              <p:nvPr/>
            </p:nvSpPr>
            <p:spPr>
              <a:xfrm>
                <a:off x="3647728" y="5430042"/>
                <a:ext cx="3528392" cy="629329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:r>
                  <a:rPr lang="en" sz="2000" b="0" spc="-6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e.g., </a:t>
                </a:r>
                <a:r>
                  <a:rPr lang="en" sz="2000" b="1" spc="-6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Image Captioning</a:t>
                </a:r>
              </a:p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:r>
                  <a:rPr lang="en" sz="2000" b="0" spc="-6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Image </a:t>
                </a:r>
                <a14:m>
                  <m:oMath xmlns:m="http://schemas.openxmlformats.org/officeDocument/2006/math">
                    <m:r>
                      <a:rPr lang="en" sz="2000" b="0" i="1" spc="-6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" sz="20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Sequence of words</a:t>
                </a:r>
              </a:p>
            </p:txBody>
          </p:sp>
        </mc:Choice>
        <mc:Fallback xmlns="">
          <p:sp>
            <p:nvSpPr>
              <p:cNvPr id="5" name="object 24">
                <a:extLst>
                  <a:ext uri="{FF2B5EF4-FFF2-40B4-BE49-F238E27FC236}">
                    <a16:creationId xmlns:a16="http://schemas.microsoft.com/office/drawing/2014/main" id="{1C8AB82F-5FAB-00C2-62CB-15C96E743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728" y="5430042"/>
                <a:ext cx="3528392" cy="629329"/>
              </a:xfrm>
              <a:prstGeom prst="rect">
                <a:avLst/>
              </a:prstGeom>
              <a:blipFill>
                <a:blip r:embed="rId2"/>
                <a:stretch>
                  <a:fillRect l="-3957" t="-11765" b="-235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5EA5EDF-E914-1678-BAE1-2A96F32C34B0}"/>
              </a:ext>
            </a:extLst>
          </p:cNvPr>
          <p:cNvCxnSpPr>
            <a:cxnSpLocks/>
          </p:cNvCxnSpPr>
          <p:nvPr/>
        </p:nvCxnSpPr>
        <p:spPr>
          <a:xfrm flipH="1" flipV="1">
            <a:off x="2918360" y="4659481"/>
            <a:ext cx="657360" cy="857751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bject 6">
            <a:extLst>
              <a:ext uri="{FF2B5EF4-FFF2-40B4-BE49-F238E27FC236}">
                <a16:creationId xmlns:a16="http://schemas.microsoft.com/office/drawing/2014/main" id="{ADFE42D3-640A-8EAC-3C85-2DE89F15D5FA}"/>
              </a:ext>
            </a:extLst>
          </p:cNvPr>
          <p:cNvSpPr/>
          <p:nvPr/>
        </p:nvSpPr>
        <p:spPr>
          <a:xfrm>
            <a:off x="244775" y="1052736"/>
            <a:ext cx="11702450" cy="36067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27AEB6-1582-6B33-B600-E982555C36E3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[slide courtesy: Stanford, CS231]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886F0E-3423-2AD4-F997-AA439A48E3A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561918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09D1F8-6899-C750-9A66-B1FF9B00F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Recurrent Neural Networks</a:t>
            </a:r>
            <a:r>
              <a:rPr lang="ko-KR" altLang="en-US" dirty="0"/>
              <a:t> </a:t>
            </a:r>
            <a:r>
              <a:rPr lang="en-US" altLang="ko-KR" dirty="0"/>
              <a:t>(RNNs)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7BEFF0-A705-07CE-011B-0F957693E8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DFE42D3-640A-8EAC-3C85-2DE89F15D5FA}"/>
              </a:ext>
            </a:extLst>
          </p:cNvPr>
          <p:cNvSpPr/>
          <p:nvPr/>
        </p:nvSpPr>
        <p:spPr>
          <a:xfrm>
            <a:off x="244775" y="1052736"/>
            <a:ext cx="11702450" cy="36067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4">
                <a:extLst>
                  <a:ext uri="{FF2B5EF4-FFF2-40B4-BE49-F238E27FC236}">
                    <a16:creationId xmlns:a16="http://schemas.microsoft.com/office/drawing/2014/main" id="{CAEE43F2-2397-128C-5652-3A33BB6A6C0E}"/>
                  </a:ext>
                </a:extLst>
              </p:cNvPr>
              <p:cNvSpPr txBox="1"/>
              <p:nvPr/>
            </p:nvSpPr>
            <p:spPr>
              <a:xfrm>
                <a:off x="5951984" y="5423697"/>
                <a:ext cx="5256584" cy="629329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:r>
                  <a:rPr lang="en" sz="2000" b="0" spc="-6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e.g., </a:t>
                </a:r>
                <a:r>
                  <a:rPr lang="en" sz="2000" b="1" spc="-6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Sentiment Analysis</a:t>
                </a:r>
              </a:p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:r>
                  <a:rPr lang="en" altLang="ko-Kore-KR" sz="20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Sequence of words</a:t>
                </a:r>
                <a:r>
                  <a:rPr lang="en" sz="2000" b="0" spc="-6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" sz="2000" b="0" i="1" spc="-6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" sz="20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Sentiment label</a:t>
                </a:r>
              </a:p>
            </p:txBody>
          </p:sp>
        </mc:Choice>
        <mc:Fallback xmlns="">
          <p:sp>
            <p:nvSpPr>
              <p:cNvPr id="3" name="object 24">
                <a:extLst>
                  <a:ext uri="{FF2B5EF4-FFF2-40B4-BE49-F238E27FC236}">
                    <a16:creationId xmlns:a16="http://schemas.microsoft.com/office/drawing/2014/main" id="{CAEE43F2-2397-128C-5652-3A33BB6A6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984" y="5423697"/>
                <a:ext cx="5256584" cy="629329"/>
              </a:xfrm>
              <a:prstGeom prst="rect">
                <a:avLst/>
              </a:prstGeom>
              <a:blipFill>
                <a:blip r:embed="rId3"/>
                <a:stretch>
                  <a:fillRect l="-2651" t="-14000" b="-2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2649942-A469-3434-04FC-A2A91EFAC9A4}"/>
              </a:ext>
            </a:extLst>
          </p:cNvPr>
          <p:cNvCxnSpPr>
            <a:cxnSpLocks/>
          </p:cNvCxnSpPr>
          <p:nvPr/>
        </p:nvCxnSpPr>
        <p:spPr>
          <a:xfrm flipH="1" flipV="1">
            <a:off x="5222616" y="4653136"/>
            <a:ext cx="657360" cy="857751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11B3BE0-4FC7-B292-0CE2-FD2A2998191D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[slide courtesy: Stanford, CS231]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83FE8E-ED1E-CD1D-5430-6A280A28A54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589323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09D1F8-6899-C750-9A66-B1FF9B00F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Recurrent Neural Networks</a:t>
            </a:r>
            <a:r>
              <a:rPr lang="ko-KR" altLang="en-US" dirty="0"/>
              <a:t> </a:t>
            </a:r>
            <a:r>
              <a:rPr lang="en-US" altLang="ko-KR" dirty="0"/>
              <a:t>(RNNs)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7BEFF0-A705-07CE-011B-0F957693E8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DFE42D3-640A-8EAC-3C85-2DE89F15D5FA}"/>
              </a:ext>
            </a:extLst>
          </p:cNvPr>
          <p:cNvSpPr/>
          <p:nvPr/>
        </p:nvSpPr>
        <p:spPr>
          <a:xfrm>
            <a:off x="244775" y="1052736"/>
            <a:ext cx="11702450" cy="36067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4">
                <a:extLst>
                  <a:ext uri="{FF2B5EF4-FFF2-40B4-BE49-F238E27FC236}">
                    <a16:creationId xmlns:a16="http://schemas.microsoft.com/office/drawing/2014/main" id="{6E1ABED0-41FD-3D6A-2EF8-0ABBC7C6D27C}"/>
                  </a:ext>
                </a:extLst>
              </p:cNvPr>
              <p:cNvSpPr txBox="1"/>
              <p:nvPr/>
            </p:nvSpPr>
            <p:spPr>
              <a:xfrm>
                <a:off x="6790765" y="5423697"/>
                <a:ext cx="4733364" cy="629329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:r>
                  <a:rPr lang="en" sz="2000" b="0" spc="-6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e.g., </a:t>
                </a:r>
                <a:r>
                  <a:rPr lang="en" sz="2000" b="1" spc="-6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Machine Translation</a:t>
                </a:r>
              </a:p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:r>
                  <a:rPr lang="en" altLang="ko-Kore-KR" sz="20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Sequence of words</a:t>
                </a:r>
                <a:r>
                  <a:rPr lang="en" altLang="ko-Kore-KR" sz="2000" spc="-6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" sz="2000" b="0" i="1" spc="-6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" sz="20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Sequence of words</a:t>
                </a:r>
                <a:endParaRPr lang="en" sz="20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object 24">
                <a:extLst>
                  <a:ext uri="{FF2B5EF4-FFF2-40B4-BE49-F238E27FC236}">
                    <a16:creationId xmlns:a16="http://schemas.microsoft.com/office/drawing/2014/main" id="{6E1ABED0-41FD-3D6A-2EF8-0ABBC7C6D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765" y="5423697"/>
                <a:ext cx="4733364" cy="629329"/>
              </a:xfrm>
              <a:prstGeom prst="rect">
                <a:avLst/>
              </a:prstGeom>
              <a:blipFill>
                <a:blip r:embed="rId3"/>
                <a:stretch>
                  <a:fillRect l="-2941" t="-14000" r="-2941" b="-2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21E831E-BA71-790C-D5BF-062DF48F4D22}"/>
              </a:ext>
            </a:extLst>
          </p:cNvPr>
          <p:cNvCxnSpPr>
            <a:cxnSpLocks/>
          </p:cNvCxnSpPr>
          <p:nvPr/>
        </p:nvCxnSpPr>
        <p:spPr>
          <a:xfrm flipH="1" flipV="1">
            <a:off x="7392144" y="4659481"/>
            <a:ext cx="129268" cy="764216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B6D64F0-62ED-F3D7-FE36-2AD126B1F7D5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[slide courtesy: Stanford, CS231]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DBF4A2-7AD3-A6E6-9B7E-4DE84529BF3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786456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09D1F8-6899-C750-9A66-B1FF9B00F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Recurrent Neural Networks</a:t>
            </a:r>
            <a:r>
              <a:rPr lang="ko-KR" altLang="en-US" dirty="0"/>
              <a:t> </a:t>
            </a:r>
            <a:r>
              <a:rPr lang="en-US" altLang="ko-KR" dirty="0"/>
              <a:t>(RNNs)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7BEFF0-A705-07CE-011B-0F957693E8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DFE42D3-640A-8EAC-3C85-2DE89F15D5FA}"/>
              </a:ext>
            </a:extLst>
          </p:cNvPr>
          <p:cNvSpPr/>
          <p:nvPr/>
        </p:nvSpPr>
        <p:spPr>
          <a:xfrm>
            <a:off x="244775" y="1052736"/>
            <a:ext cx="11702450" cy="36067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05BC9E2-4A50-AB33-F3A0-9F44240D3699}"/>
              </a:ext>
            </a:extLst>
          </p:cNvPr>
          <p:cNvCxnSpPr>
            <a:cxnSpLocks/>
          </p:cNvCxnSpPr>
          <p:nvPr/>
        </p:nvCxnSpPr>
        <p:spPr>
          <a:xfrm flipV="1">
            <a:off x="9927423" y="4673583"/>
            <a:ext cx="399492" cy="806093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4">
                <a:extLst>
                  <a:ext uri="{FF2B5EF4-FFF2-40B4-BE49-F238E27FC236}">
                    <a16:creationId xmlns:a16="http://schemas.microsoft.com/office/drawing/2014/main" id="{2F51B7C9-65D7-33C2-C6CD-C47C1E0E42A7}"/>
                  </a:ext>
                </a:extLst>
              </p:cNvPr>
              <p:cNvSpPr txBox="1"/>
              <p:nvPr/>
            </p:nvSpPr>
            <p:spPr>
              <a:xfrm>
                <a:off x="5674659" y="5423697"/>
                <a:ext cx="5849470" cy="629329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:r>
                  <a:rPr lang="en" sz="2000" b="0" spc="-6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e.g., </a:t>
                </a:r>
                <a:r>
                  <a:rPr lang="en" sz="2000" b="1" spc="-6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Temporal Action Segmentation</a:t>
                </a:r>
              </a:p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:r>
                  <a:rPr lang="en" altLang="ko-Kore-KR" sz="20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Sequence of video frames</a:t>
                </a:r>
                <a:r>
                  <a:rPr lang="en" altLang="ko-Kore-KR" sz="2000" spc="-6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" sz="2000" b="0" i="1" spc="-6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" sz="20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Action class per frame</a:t>
                </a:r>
              </a:p>
            </p:txBody>
          </p:sp>
        </mc:Choice>
        <mc:Fallback xmlns="">
          <p:sp>
            <p:nvSpPr>
              <p:cNvPr id="10" name="object 24">
                <a:extLst>
                  <a:ext uri="{FF2B5EF4-FFF2-40B4-BE49-F238E27FC236}">
                    <a16:creationId xmlns:a16="http://schemas.microsoft.com/office/drawing/2014/main" id="{2F51B7C9-65D7-33C2-C6CD-C47C1E0E4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659" y="5423697"/>
                <a:ext cx="5849470" cy="629329"/>
              </a:xfrm>
              <a:prstGeom prst="rect">
                <a:avLst/>
              </a:prstGeom>
              <a:blipFill>
                <a:blip r:embed="rId3"/>
                <a:stretch>
                  <a:fillRect l="-2381" t="-14000" r="-2165" b="-2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FF88EBA-1BE0-FDE1-4BE9-A804886E1849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[slide courtesy: Stanford, CS231]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4EFFF5-4546-D2FE-B402-27005B1B7C7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685933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A76873-AB8C-1B05-7001-CA316069E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Recurrent Neural Networks (RNNs)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9DE0C4-A5EA-8FAA-6FA7-14EB3D3E37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B7BDB8-7763-9C94-D40A-87769FF196FA}"/>
              </a:ext>
            </a:extLst>
          </p:cNvPr>
          <p:cNvSpPr/>
          <p:nvPr/>
        </p:nvSpPr>
        <p:spPr>
          <a:xfrm>
            <a:off x="5627948" y="1484784"/>
            <a:ext cx="9361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14D2E27-8CE5-EF2F-D791-21342901A9DC}"/>
              </a:ext>
            </a:extLst>
          </p:cNvPr>
          <p:cNvSpPr/>
          <p:nvPr/>
        </p:nvSpPr>
        <p:spPr>
          <a:xfrm>
            <a:off x="5627948" y="4777513"/>
            <a:ext cx="9361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1B4401B-A504-D05A-1398-B3DBA9B2338A}"/>
              </a:ext>
            </a:extLst>
          </p:cNvPr>
          <p:cNvCxnSpPr>
            <a:stCxn id="10" idx="0"/>
            <a:endCxn id="5" idx="2"/>
          </p:cNvCxnSpPr>
          <p:nvPr/>
        </p:nvCxnSpPr>
        <p:spPr>
          <a:xfrm flipH="1" flipV="1">
            <a:off x="6096000" y="2676189"/>
            <a:ext cx="1" cy="643789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C5E9FB1-2616-E4A5-34A3-37D730ACF5C4}"/>
              </a:ext>
            </a:extLst>
          </p:cNvPr>
          <p:cNvCxnSpPr>
            <a:cxnSpLocks/>
            <a:stCxn id="6" idx="0"/>
            <a:endCxn id="10" idx="2"/>
          </p:cNvCxnSpPr>
          <p:nvPr/>
        </p:nvCxnSpPr>
        <p:spPr>
          <a:xfrm flipV="1">
            <a:off x="6096000" y="4133723"/>
            <a:ext cx="1" cy="64379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구부러진 연결선[U] 8">
            <a:extLst>
              <a:ext uri="{FF2B5EF4-FFF2-40B4-BE49-F238E27FC236}">
                <a16:creationId xmlns:a16="http://schemas.microsoft.com/office/drawing/2014/main" id="{B9F39146-E47C-F550-B34E-D7A223CCD4E4}"/>
              </a:ext>
            </a:extLst>
          </p:cNvPr>
          <p:cNvCxnSpPr>
            <a:cxnSpLocks/>
          </p:cNvCxnSpPr>
          <p:nvPr/>
        </p:nvCxnSpPr>
        <p:spPr>
          <a:xfrm>
            <a:off x="6800640" y="3592778"/>
            <a:ext cx="36234" cy="268144"/>
          </a:xfrm>
          <a:prstGeom prst="curvedConnector3">
            <a:avLst>
              <a:gd name="adj1" fmla="val 1651554"/>
            </a:avLst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168CA-F36F-BE6B-8F6D-5B0E970303F7}"/>
              </a:ext>
            </a:extLst>
          </p:cNvPr>
          <p:cNvSpPr/>
          <p:nvPr/>
        </p:nvSpPr>
        <p:spPr>
          <a:xfrm>
            <a:off x="5410726" y="3319978"/>
            <a:ext cx="1370549" cy="813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4">
                <a:extLst>
                  <a:ext uri="{FF2B5EF4-FFF2-40B4-BE49-F238E27FC236}">
                    <a16:creationId xmlns:a16="http://schemas.microsoft.com/office/drawing/2014/main" id="{E54C69C2-4DC7-336B-B91C-E9D329A344F3}"/>
                  </a:ext>
                </a:extLst>
              </p:cNvPr>
              <p:cNvSpPr txBox="1"/>
              <p:nvPr/>
            </p:nvSpPr>
            <p:spPr>
              <a:xfrm>
                <a:off x="5740837" y="5086379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b="0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x</m:t>
                      </m:r>
                    </m:oMath>
                  </m:oMathPara>
                </a14:m>
                <a:endParaRPr lang="en" sz="24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11" name="object 24">
                <a:extLst>
                  <a:ext uri="{FF2B5EF4-FFF2-40B4-BE49-F238E27FC236}">
                    <a16:creationId xmlns:a16="http://schemas.microsoft.com/office/drawing/2014/main" id="{E54C69C2-4DC7-336B-B91C-E9D329A34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837" y="5086379"/>
                <a:ext cx="710325" cy="5736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4">
                <a:extLst>
                  <a:ext uri="{FF2B5EF4-FFF2-40B4-BE49-F238E27FC236}">
                    <a16:creationId xmlns:a16="http://schemas.microsoft.com/office/drawing/2014/main" id="{5FFFB414-B9C6-3287-2573-88F25623E5ED}"/>
                  </a:ext>
                </a:extLst>
              </p:cNvPr>
              <p:cNvSpPr txBox="1"/>
              <p:nvPr/>
            </p:nvSpPr>
            <p:spPr>
              <a:xfrm>
                <a:off x="5740837" y="1793649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b="0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y</m:t>
                      </m:r>
                    </m:oMath>
                  </m:oMathPara>
                </a14:m>
                <a:endParaRPr lang="en" sz="24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12" name="object 24">
                <a:extLst>
                  <a:ext uri="{FF2B5EF4-FFF2-40B4-BE49-F238E27FC236}">
                    <a16:creationId xmlns:a16="http://schemas.microsoft.com/office/drawing/2014/main" id="{5FFFB414-B9C6-3287-2573-88F25623E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837" y="1793649"/>
                <a:ext cx="710325" cy="573673"/>
              </a:xfrm>
              <a:prstGeom prst="rect">
                <a:avLst/>
              </a:prstGeom>
              <a:blipFill>
                <a:blip r:embed="rId4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24">
            <a:extLst>
              <a:ext uri="{FF2B5EF4-FFF2-40B4-BE49-F238E27FC236}">
                <a16:creationId xmlns:a16="http://schemas.microsoft.com/office/drawing/2014/main" id="{3A3AD65B-A400-C0DC-F539-49400D90B6D4}"/>
              </a:ext>
            </a:extLst>
          </p:cNvPr>
          <p:cNvSpPr txBox="1"/>
          <p:nvPr/>
        </p:nvSpPr>
        <p:spPr>
          <a:xfrm>
            <a:off x="5576138" y="3498655"/>
            <a:ext cx="1039722" cy="480635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3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RNN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966A7EA-B386-E6A8-984F-2132F5CED680}"/>
              </a:ext>
            </a:extLst>
          </p:cNvPr>
          <p:cNvCxnSpPr>
            <a:cxnSpLocks/>
          </p:cNvCxnSpPr>
          <p:nvPr/>
        </p:nvCxnSpPr>
        <p:spPr>
          <a:xfrm flipH="1">
            <a:off x="7392144" y="2830606"/>
            <a:ext cx="413874" cy="618417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bject 24">
            <a:extLst>
              <a:ext uri="{FF2B5EF4-FFF2-40B4-BE49-F238E27FC236}">
                <a16:creationId xmlns:a16="http://schemas.microsoft.com/office/drawing/2014/main" id="{77445D62-98B2-FB7D-AAE9-56F0479BF5DA}"/>
              </a:ext>
            </a:extLst>
          </p:cNvPr>
          <p:cNvSpPr txBox="1"/>
          <p:nvPr/>
        </p:nvSpPr>
        <p:spPr>
          <a:xfrm>
            <a:off x="7392144" y="1813033"/>
            <a:ext cx="4536504" cy="940184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>
              <a:lnSpc>
                <a:spcPct val="100699"/>
              </a:lnSpc>
              <a:spcBef>
                <a:spcPts val="110"/>
              </a:spcBef>
            </a:pPr>
            <a:r>
              <a:rPr lang="en" sz="2000" b="1" spc="-6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Key-idea</a:t>
            </a:r>
            <a:r>
              <a:rPr lang="en" sz="2000" spc="-6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" sz="2000" b="0" spc="-6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RNNs have an “internal </a:t>
            </a:r>
            <a:br>
              <a:rPr lang="en" sz="2000" b="0" spc="-6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sz="2000" b="0" spc="-6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state” that is updated as a sequence </a:t>
            </a:r>
          </a:p>
          <a:p>
            <a:pPr marL="16499" marR="6599">
              <a:lnSpc>
                <a:spcPct val="100699"/>
              </a:lnSpc>
              <a:spcBef>
                <a:spcPts val="110"/>
              </a:spcBef>
            </a:pPr>
            <a:r>
              <a:rPr lang="en" sz="2000" b="0" spc="-6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processed</a:t>
            </a:r>
            <a:endParaRPr lang="en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C3F9E0-BF43-B427-D4C1-F2FB8EF57341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[slide courtesy: Stanford, CS231]</a:t>
            </a:r>
          </a:p>
        </p:txBody>
      </p:sp>
      <p:sp>
        <p:nvSpPr>
          <p:cNvPr id="20" name="바닥글 개체 틀 19">
            <a:extLst>
              <a:ext uri="{FF2B5EF4-FFF2-40B4-BE49-F238E27FC236}">
                <a16:creationId xmlns:a16="http://schemas.microsoft.com/office/drawing/2014/main" id="{833D4AE4-FBCC-936F-B611-837FA520126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4162185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1535DA-4A46-B7CE-D9B3-D02CE56EF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dirty="0"/>
              <a:t>Recurrent Neural Networks </a:t>
            </a:r>
            <a:r>
              <a:rPr lang="en-US" altLang="ko-KR" dirty="0"/>
              <a:t>(RNNs)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040931-753C-F750-F38D-A6C23CA7BD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DCC2D3-269C-07A5-3F02-577CBD9F1260}"/>
              </a:ext>
            </a:extLst>
          </p:cNvPr>
          <p:cNvSpPr/>
          <p:nvPr/>
        </p:nvSpPr>
        <p:spPr>
          <a:xfrm>
            <a:off x="1136089" y="1383931"/>
            <a:ext cx="9361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D9903F-2885-D96E-1065-A973D8257311}"/>
              </a:ext>
            </a:extLst>
          </p:cNvPr>
          <p:cNvSpPr/>
          <p:nvPr/>
        </p:nvSpPr>
        <p:spPr>
          <a:xfrm>
            <a:off x="1136089" y="4676660"/>
            <a:ext cx="9361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C5B94D5-3C75-EF17-1A33-7E47C024EE47}"/>
              </a:ext>
            </a:extLst>
          </p:cNvPr>
          <p:cNvCxnSpPr>
            <a:stCxn id="9" idx="0"/>
            <a:endCxn id="5" idx="2"/>
          </p:cNvCxnSpPr>
          <p:nvPr/>
        </p:nvCxnSpPr>
        <p:spPr>
          <a:xfrm flipH="1" flipV="1">
            <a:off x="1604141" y="2575336"/>
            <a:ext cx="1" cy="643789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D2AA935-B975-DA33-E30E-AF6B073B4B67}"/>
              </a:ext>
            </a:extLst>
          </p:cNvPr>
          <p:cNvCxnSpPr>
            <a:cxnSpLocks/>
            <a:stCxn id="6" idx="0"/>
            <a:endCxn id="9" idx="2"/>
          </p:cNvCxnSpPr>
          <p:nvPr/>
        </p:nvCxnSpPr>
        <p:spPr>
          <a:xfrm flipV="1">
            <a:off x="1604141" y="4032870"/>
            <a:ext cx="1" cy="64379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B8C13CF1-C824-A950-65A5-EB1F7E1198E3}"/>
              </a:ext>
            </a:extLst>
          </p:cNvPr>
          <p:cNvSpPr/>
          <p:nvPr/>
        </p:nvSpPr>
        <p:spPr>
          <a:xfrm>
            <a:off x="918867" y="3219125"/>
            <a:ext cx="1370549" cy="813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4">
                <a:extLst>
                  <a:ext uri="{FF2B5EF4-FFF2-40B4-BE49-F238E27FC236}">
                    <a16:creationId xmlns:a16="http://schemas.microsoft.com/office/drawing/2014/main" id="{8B454B4B-72FF-7575-F2C2-9702E14346BE}"/>
                  </a:ext>
                </a:extLst>
              </p:cNvPr>
              <p:cNvSpPr txBox="1"/>
              <p:nvPr/>
            </p:nvSpPr>
            <p:spPr>
              <a:xfrm>
                <a:off x="1248978" y="4985526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𝐱</m:t>
                      </m:r>
                    </m:oMath>
                  </m:oMathPara>
                </a14:m>
                <a:endParaRPr lang="en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10" name="object 24">
                <a:extLst>
                  <a:ext uri="{FF2B5EF4-FFF2-40B4-BE49-F238E27FC236}">
                    <a16:creationId xmlns:a16="http://schemas.microsoft.com/office/drawing/2014/main" id="{8B454B4B-72FF-7575-F2C2-9702E1434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978" y="4985526"/>
                <a:ext cx="710325" cy="5736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4">
                <a:extLst>
                  <a:ext uri="{FF2B5EF4-FFF2-40B4-BE49-F238E27FC236}">
                    <a16:creationId xmlns:a16="http://schemas.microsoft.com/office/drawing/2014/main" id="{4EA0BBAA-2005-2445-C317-9CFEDC32EE6F}"/>
                  </a:ext>
                </a:extLst>
              </p:cNvPr>
              <p:cNvSpPr txBox="1"/>
              <p:nvPr/>
            </p:nvSpPr>
            <p:spPr>
              <a:xfrm>
                <a:off x="1248978" y="1692796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𝐲</m:t>
                      </m:r>
                    </m:oMath>
                  </m:oMathPara>
                </a14:m>
                <a:endParaRPr lang="en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11" name="object 24">
                <a:extLst>
                  <a:ext uri="{FF2B5EF4-FFF2-40B4-BE49-F238E27FC236}">
                    <a16:creationId xmlns:a16="http://schemas.microsoft.com/office/drawing/2014/main" id="{4EA0BBAA-2005-2445-C317-9CFEDC32E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978" y="1692796"/>
                <a:ext cx="710325" cy="573673"/>
              </a:xfrm>
              <a:prstGeom prst="rect">
                <a:avLst/>
              </a:prstGeom>
              <a:blipFill>
                <a:blip r:embed="rId3"/>
                <a:stretch>
                  <a:fillRect b="-217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bject 24">
            <a:extLst>
              <a:ext uri="{FF2B5EF4-FFF2-40B4-BE49-F238E27FC236}">
                <a16:creationId xmlns:a16="http://schemas.microsoft.com/office/drawing/2014/main" id="{68F11C77-668D-EEB4-C78D-57FE2A2321D9}"/>
              </a:ext>
            </a:extLst>
          </p:cNvPr>
          <p:cNvSpPr txBox="1"/>
          <p:nvPr/>
        </p:nvSpPr>
        <p:spPr>
          <a:xfrm>
            <a:off x="1084279" y="3385680"/>
            <a:ext cx="1039722" cy="480635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3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RNN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1411CCA-139D-33EF-D705-9E9A1E492F34}"/>
              </a:ext>
            </a:extLst>
          </p:cNvPr>
          <p:cNvSpPr/>
          <p:nvPr/>
        </p:nvSpPr>
        <p:spPr>
          <a:xfrm>
            <a:off x="3586758" y="1383931"/>
            <a:ext cx="9361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81D4F1B-BD9B-8272-2665-20B5B518A637}"/>
              </a:ext>
            </a:extLst>
          </p:cNvPr>
          <p:cNvSpPr/>
          <p:nvPr/>
        </p:nvSpPr>
        <p:spPr>
          <a:xfrm>
            <a:off x="3586758" y="4676660"/>
            <a:ext cx="9361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D04BBFA-D87D-3C66-8359-E72C0BD955BE}"/>
              </a:ext>
            </a:extLst>
          </p:cNvPr>
          <p:cNvCxnSpPr>
            <a:stCxn id="17" idx="0"/>
            <a:endCxn id="13" idx="2"/>
          </p:cNvCxnSpPr>
          <p:nvPr/>
        </p:nvCxnSpPr>
        <p:spPr>
          <a:xfrm flipH="1" flipV="1">
            <a:off x="4054810" y="2575336"/>
            <a:ext cx="1" cy="643789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6D4C363-7BEB-9245-0ED7-86846EC8C10D}"/>
              </a:ext>
            </a:extLst>
          </p:cNvPr>
          <p:cNvCxnSpPr>
            <a:cxnSpLocks/>
            <a:stCxn id="14" idx="0"/>
            <a:endCxn id="17" idx="2"/>
          </p:cNvCxnSpPr>
          <p:nvPr/>
        </p:nvCxnSpPr>
        <p:spPr>
          <a:xfrm flipV="1">
            <a:off x="4054810" y="4032870"/>
            <a:ext cx="1" cy="64379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E4651DB-D3B8-D7D2-4AD7-2866DF783C1A}"/>
              </a:ext>
            </a:extLst>
          </p:cNvPr>
          <p:cNvSpPr/>
          <p:nvPr/>
        </p:nvSpPr>
        <p:spPr>
          <a:xfrm>
            <a:off x="3369536" y="3219125"/>
            <a:ext cx="1370549" cy="813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4">
                <a:extLst>
                  <a:ext uri="{FF2B5EF4-FFF2-40B4-BE49-F238E27FC236}">
                    <a16:creationId xmlns:a16="http://schemas.microsoft.com/office/drawing/2014/main" id="{9914F394-6C3B-1B42-D6A2-14209F4D9D8D}"/>
                  </a:ext>
                </a:extLst>
              </p:cNvPr>
              <p:cNvSpPr txBox="1"/>
              <p:nvPr/>
            </p:nvSpPr>
            <p:spPr>
              <a:xfrm>
                <a:off x="3699647" y="4985526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𝐱</m:t>
                      </m:r>
                    </m:oMath>
                  </m:oMathPara>
                </a14:m>
                <a:endParaRPr lang="en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18" name="object 24">
                <a:extLst>
                  <a:ext uri="{FF2B5EF4-FFF2-40B4-BE49-F238E27FC236}">
                    <a16:creationId xmlns:a16="http://schemas.microsoft.com/office/drawing/2014/main" id="{9914F394-6C3B-1B42-D6A2-14209F4D9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647" y="4985526"/>
                <a:ext cx="710325" cy="5736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24">
                <a:extLst>
                  <a:ext uri="{FF2B5EF4-FFF2-40B4-BE49-F238E27FC236}">
                    <a16:creationId xmlns:a16="http://schemas.microsoft.com/office/drawing/2014/main" id="{2082F709-9136-B835-E1A9-545ADF048CE5}"/>
                  </a:ext>
                </a:extLst>
              </p:cNvPr>
              <p:cNvSpPr txBox="1"/>
              <p:nvPr/>
            </p:nvSpPr>
            <p:spPr>
              <a:xfrm>
                <a:off x="3699647" y="1692796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𝐲</m:t>
                      </m:r>
                    </m:oMath>
                  </m:oMathPara>
                </a14:m>
                <a:endParaRPr lang="en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19" name="object 24">
                <a:extLst>
                  <a:ext uri="{FF2B5EF4-FFF2-40B4-BE49-F238E27FC236}">
                    <a16:creationId xmlns:a16="http://schemas.microsoft.com/office/drawing/2014/main" id="{2082F709-9136-B835-E1A9-545ADF048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647" y="1692796"/>
                <a:ext cx="710325" cy="573673"/>
              </a:xfrm>
              <a:prstGeom prst="rect">
                <a:avLst/>
              </a:prstGeom>
              <a:blipFill>
                <a:blip r:embed="rId3"/>
                <a:stretch>
                  <a:fillRect b="-217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bject 24">
            <a:extLst>
              <a:ext uri="{FF2B5EF4-FFF2-40B4-BE49-F238E27FC236}">
                <a16:creationId xmlns:a16="http://schemas.microsoft.com/office/drawing/2014/main" id="{09DD3B90-1F60-BDD4-2629-194F03FE70E1}"/>
              </a:ext>
            </a:extLst>
          </p:cNvPr>
          <p:cNvSpPr txBox="1"/>
          <p:nvPr/>
        </p:nvSpPr>
        <p:spPr>
          <a:xfrm>
            <a:off x="3534948" y="3385680"/>
            <a:ext cx="1039722" cy="480635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3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RNN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39796F0-D728-195A-8D57-327535E99185}"/>
              </a:ext>
            </a:extLst>
          </p:cNvPr>
          <p:cNvSpPr/>
          <p:nvPr/>
        </p:nvSpPr>
        <p:spPr>
          <a:xfrm>
            <a:off x="6037427" y="1383931"/>
            <a:ext cx="9361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FAF180E-669C-8287-B943-85979B00E618}"/>
              </a:ext>
            </a:extLst>
          </p:cNvPr>
          <p:cNvSpPr/>
          <p:nvPr/>
        </p:nvSpPr>
        <p:spPr>
          <a:xfrm>
            <a:off x="6037427" y="4676660"/>
            <a:ext cx="9361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9EC5401-1635-F7D0-0DFB-EB31568F9644}"/>
              </a:ext>
            </a:extLst>
          </p:cNvPr>
          <p:cNvCxnSpPr>
            <a:stCxn id="25" idx="0"/>
            <a:endCxn id="21" idx="2"/>
          </p:cNvCxnSpPr>
          <p:nvPr/>
        </p:nvCxnSpPr>
        <p:spPr>
          <a:xfrm flipH="1" flipV="1">
            <a:off x="6505479" y="2575336"/>
            <a:ext cx="1" cy="643789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B69A5FA-BF6C-5668-0993-414CA5248829}"/>
              </a:ext>
            </a:extLst>
          </p:cNvPr>
          <p:cNvCxnSpPr>
            <a:cxnSpLocks/>
            <a:stCxn id="22" idx="0"/>
            <a:endCxn id="25" idx="2"/>
          </p:cNvCxnSpPr>
          <p:nvPr/>
        </p:nvCxnSpPr>
        <p:spPr>
          <a:xfrm flipV="1">
            <a:off x="6505479" y="4032870"/>
            <a:ext cx="1" cy="64379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CA311DA-2C2D-015D-B789-676DB5AF0E95}"/>
              </a:ext>
            </a:extLst>
          </p:cNvPr>
          <p:cNvSpPr/>
          <p:nvPr/>
        </p:nvSpPr>
        <p:spPr>
          <a:xfrm>
            <a:off x="5820205" y="3219125"/>
            <a:ext cx="1370549" cy="813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24">
                <a:extLst>
                  <a:ext uri="{FF2B5EF4-FFF2-40B4-BE49-F238E27FC236}">
                    <a16:creationId xmlns:a16="http://schemas.microsoft.com/office/drawing/2014/main" id="{C28BF0AD-0500-8B9E-62D1-B00886377FB1}"/>
                  </a:ext>
                </a:extLst>
              </p:cNvPr>
              <p:cNvSpPr txBox="1"/>
              <p:nvPr/>
            </p:nvSpPr>
            <p:spPr>
              <a:xfrm>
                <a:off x="6150316" y="4985526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𝐱</m:t>
                      </m:r>
                    </m:oMath>
                  </m:oMathPara>
                </a14:m>
                <a:endParaRPr lang="en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26" name="object 24">
                <a:extLst>
                  <a:ext uri="{FF2B5EF4-FFF2-40B4-BE49-F238E27FC236}">
                    <a16:creationId xmlns:a16="http://schemas.microsoft.com/office/drawing/2014/main" id="{C28BF0AD-0500-8B9E-62D1-B00886377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316" y="4985526"/>
                <a:ext cx="710325" cy="5736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24">
                <a:extLst>
                  <a:ext uri="{FF2B5EF4-FFF2-40B4-BE49-F238E27FC236}">
                    <a16:creationId xmlns:a16="http://schemas.microsoft.com/office/drawing/2014/main" id="{4C52D88D-FCE6-CB17-8943-4C6B0CCB420D}"/>
                  </a:ext>
                </a:extLst>
              </p:cNvPr>
              <p:cNvSpPr txBox="1"/>
              <p:nvPr/>
            </p:nvSpPr>
            <p:spPr>
              <a:xfrm>
                <a:off x="6150316" y="1692796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𝐲</m:t>
                      </m:r>
                    </m:oMath>
                  </m:oMathPara>
                </a14:m>
                <a:endParaRPr lang="en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27" name="object 24">
                <a:extLst>
                  <a:ext uri="{FF2B5EF4-FFF2-40B4-BE49-F238E27FC236}">
                    <a16:creationId xmlns:a16="http://schemas.microsoft.com/office/drawing/2014/main" id="{4C52D88D-FCE6-CB17-8943-4C6B0CCB4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316" y="1692796"/>
                <a:ext cx="710325" cy="573673"/>
              </a:xfrm>
              <a:prstGeom prst="rect">
                <a:avLst/>
              </a:prstGeom>
              <a:blipFill>
                <a:blip r:embed="rId5"/>
                <a:stretch>
                  <a:fillRect b="-217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bject 24">
            <a:extLst>
              <a:ext uri="{FF2B5EF4-FFF2-40B4-BE49-F238E27FC236}">
                <a16:creationId xmlns:a16="http://schemas.microsoft.com/office/drawing/2014/main" id="{2BA60A29-4C83-78EE-BB35-1237335D0570}"/>
              </a:ext>
            </a:extLst>
          </p:cNvPr>
          <p:cNvSpPr txBox="1"/>
          <p:nvPr/>
        </p:nvSpPr>
        <p:spPr>
          <a:xfrm>
            <a:off x="5985617" y="3385680"/>
            <a:ext cx="1039722" cy="480635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3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RNN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A404E81-AF23-84BF-2BF6-8A89C5B0AEFB}"/>
              </a:ext>
            </a:extLst>
          </p:cNvPr>
          <p:cNvSpPr/>
          <p:nvPr/>
        </p:nvSpPr>
        <p:spPr>
          <a:xfrm>
            <a:off x="9983233" y="1383931"/>
            <a:ext cx="9361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368FF09-9783-4BC6-F096-7235E0B21361}"/>
              </a:ext>
            </a:extLst>
          </p:cNvPr>
          <p:cNvSpPr/>
          <p:nvPr/>
        </p:nvSpPr>
        <p:spPr>
          <a:xfrm>
            <a:off x="9983233" y="4676660"/>
            <a:ext cx="9361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CE22028-8E8A-4F11-5D66-8317EB9A27BE}"/>
              </a:ext>
            </a:extLst>
          </p:cNvPr>
          <p:cNvCxnSpPr>
            <a:stCxn id="33" idx="0"/>
            <a:endCxn id="29" idx="2"/>
          </p:cNvCxnSpPr>
          <p:nvPr/>
        </p:nvCxnSpPr>
        <p:spPr>
          <a:xfrm flipH="1" flipV="1">
            <a:off x="10451285" y="2575336"/>
            <a:ext cx="1" cy="643789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622F44B-9178-CC99-3BC2-776DF01EACEB}"/>
              </a:ext>
            </a:extLst>
          </p:cNvPr>
          <p:cNvCxnSpPr>
            <a:cxnSpLocks/>
            <a:stCxn id="30" idx="0"/>
            <a:endCxn id="33" idx="2"/>
          </p:cNvCxnSpPr>
          <p:nvPr/>
        </p:nvCxnSpPr>
        <p:spPr>
          <a:xfrm flipV="1">
            <a:off x="10451285" y="4032870"/>
            <a:ext cx="1" cy="64379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192E399-B096-30CB-2921-52A2621D9882}"/>
              </a:ext>
            </a:extLst>
          </p:cNvPr>
          <p:cNvSpPr/>
          <p:nvPr/>
        </p:nvSpPr>
        <p:spPr>
          <a:xfrm>
            <a:off x="9766011" y="3219125"/>
            <a:ext cx="1370549" cy="813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24">
                <a:extLst>
                  <a:ext uri="{FF2B5EF4-FFF2-40B4-BE49-F238E27FC236}">
                    <a16:creationId xmlns:a16="http://schemas.microsoft.com/office/drawing/2014/main" id="{034261EA-4CA2-7585-8893-64FF7A95E098}"/>
                  </a:ext>
                </a:extLst>
              </p:cNvPr>
              <p:cNvSpPr txBox="1"/>
              <p:nvPr/>
            </p:nvSpPr>
            <p:spPr>
              <a:xfrm>
                <a:off x="10096122" y="4985526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𝐱</m:t>
                      </m:r>
                    </m:oMath>
                  </m:oMathPara>
                </a14:m>
                <a:endParaRPr lang="en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34" name="object 24">
                <a:extLst>
                  <a:ext uri="{FF2B5EF4-FFF2-40B4-BE49-F238E27FC236}">
                    <a16:creationId xmlns:a16="http://schemas.microsoft.com/office/drawing/2014/main" id="{034261EA-4CA2-7585-8893-64FF7A95E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122" y="4985526"/>
                <a:ext cx="710325" cy="5736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24">
                <a:extLst>
                  <a:ext uri="{FF2B5EF4-FFF2-40B4-BE49-F238E27FC236}">
                    <a16:creationId xmlns:a16="http://schemas.microsoft.com/office/drawing/2014/main" id="{81CA463A-283F-C6FD-84D0-88C7BEE0AD45}"/>
                  </a:ext>
                </a:extLst>
              </p:cNvPr>
              <p:cNvSpPr txBox="1"/>
              <p:nvPr/>
            </p:nvSpPr>
            <p:spPr>
              <a:xfrm>
                <a:off x="10096122" y="1692796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𝐲</m:t>
                      </m:r>
                    </m:oMath>
                  </m:oMathPara>
                </a14:m>
                <a:endParaRPr lang="en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35" name="object 24">
                <a:extLst>
                  <a:ext uri="{FF2B5EF4-FFF2-40B4-BE49-F238E27FC236}">
                    <a16:creationId xmlns:a16="http://schemas.microsoft.com/office/drawing/2014/main" id="{81CA463A-283F-C6FD-84D0-88C7BEE0A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122" y="1692796"/>
                <a:ext cx="710325" cy="573673"/>
              </a:xfrm>
              <a:prstGeom prst="rect">
                <a:avLst/>
              </a:prstGeom>
              <a:blipFill>
                <a:blip r:embed="rId7"/>
                <a:stretch>
                  <a:fillRect b="-217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bject 24">
            <a:extLst>
              <a:ext uri="{FF2B5EF4-FFF2-40B4-BE49-F238E27FC236}">
                <a16:creationId xmlns:a16="http://schemas.microsoft.com/office/drawing/2014/main" id="{EB0F96E4-058B-BA29-9236-767957BBD092}"/>
              </a:ext>
            </a:extLst>
          </p:cNvPr>
          <p:cNvSpPr txBox="1"/>
          <p:nvPr/>
        </p:nvSpPr>
        <p:spPr>
          <a:xfrm>
            <a:off x="9931423" y="3385680"/>
            <a:ext cx="1039722" cy="480635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3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RNN</a:t>
            </a: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2CDD6293-2A47-FCB0-A406-40097DE6F16C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>
            <a:off x="2289416" y="3625998"/>
            <a:ext cx="108012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B8232CFA-1EAB-AD77-F34C-77C114E85F63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>
            <a:off x="4740085" y="3625998"/>
            <a:ext cx="108012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E2DA5B1E-F968-FF3D-700A-DF358C17C99C}"/>
              </a:ext>
            </a:extLst>
          </p:cNvPr>
          <p:cNvCxnSpPr>
            <a:cxnSpLocks/>
          </p:cNvCxnSpPr>
          <p:nvPr/>
        </p:nvCxnSpPr>
        <p:spPr>
          <a:xfrm>
            <a:off x="7190754" y="3625998"/>
            <a:ext cx="108012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bject 24">
            <a:extLst>
              <a:ext uri="{FF2B5EF4-FFF2-40B4-BE49-F238E27FC236}">
                <a16:creationId xmlns:a16="http://schemas.microsoft.com/office/drawing/2014/main" id="{B66B5DF7-7AE7-A8E7-1675-1BF5C6CF9C78}"/>
              </a:ext>
            </a:extLst>
          </p:cNvPr>
          <p:cNvSpPr txBox="1"/>
          <p:nvPr/>
        </p:nvSpPr>
        <p:spPr>
          <a:xfrm>
            <a:off x="8436286" y="3256636"/>
            <a:ext cx="1039722" cy="555656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3600" b="0" dirty="0">
                <a:solidFill>
                  <a:schemeClr val="tx1"/>
                </a:solidFill>
                <a:latin typeface="Calibri" panose="020F0502020204030204" pitchFamily="34" charset="0"/>
                <a:cs typeface="Arial"/>
              </a:rPr>
              <a:t>…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54B58C-C975-7B23-ED0D-49048D612EDA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[slide courtesy: Stanford, CS231]</a:t>
            </a:r>
          </a:p>
        </p:txBody>
      </p:sp>
      <p:sp>
        <p:nvSpPr>
          <p:cNvPr id="42" name="바닥글 개체 틀 41">
            <a:extLst>
              <a:ext uri="{FF2B5EF4-FFF2-40B4-BE49-F238E27FC236}">
                <a16:creationId xmlns:a16="http://schemas.microsoft.com/office/drawing/2014/main" id="{4B7A26AC-47B0-4AE8-7B18-C858EFF1793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23164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433729-9A7B-B19C-D3FD-226A1732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dirty="0"/>
              <a:t>Recurrent Neural Networks </a:t>
            </a:r>
            <a:r>
              <a:rPr lang="en-US" altLang="ko-KR" dirty="0"/>
              <a:t>(RNNs)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E903D7B-31D4-FCA4-198B-067C14A5272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13867" y="1006300"/>
                <a:ext cx="9285627" cy="5249600"/>
              </a:xfrm>
            </p:spPr>
            <p:txBody>
              <a:bodyPr/>
              <a:lstStyle/>
              <a:p>
                <a:r>
                  <a:rPr kumimoji="1" lang="en" altLang="ko-KR" dirty="0"/>
                  <a:t>We can process a sequence of vectors x by applying a recurrence formula at every time step:</a:t>
                </a:r>
                <a:br>
                  <a:rPr kumimoji="1" lang="en" altLang="ko-KR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" altLang="ko-KR" b="1" i="0" dirty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d>
                      <m:dPr>
                        <m:ctrlP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" altLang="ko-KR" b="1" i="0" dirty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kumimoji="1" lang="en" altLang="ko-KR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" altLang="ko-KR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" altLang="ko-KR" b="1" i="0" dirty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" altLang="ko-KR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kumimoji="1" lang="en" altLang="ko-KR" dirty="0"/>
              </a:p>
              <a:p>
                <a:endParaRPr kumimoji="1" lang="en" altLang="ko-KR" dirty="0"/>
              </a:p>
              <a:p>
                <a:endParaRPr kumimoji="1" lang="en" altLang="ko-KR" dirty="0"/>
              </a:p>
              <a:p>
                <a:endParaRPr kumimoji="1" lang="en" altLang="ko-KR" dirty="0"/>
              </a:p>
              <a:p>
                <a:endParaRPr kumimoji="1" lang="en" altLang="ko-KR" dirty="0"/>
              </a:p>
              <a:p>
                <a:endParaRPr kumimoji="1" lang="en" altLang="ko-KR" dirty="0"/>
              </a:p>
              <a:p>
                <a:r>
                  <a:rPr kumimoji="1" lang="en" altLang="ko-KR" dirty="0">
                    <a:solidFill>
                      <a:srgbClr val="C00000"/>
                    </a:solidFill>
                  </a:rPr>
                  <a:t>Notice: the same function and the same set of parameters are used at every time step.</a:t>
                </a:r>
              </a:p>
              <a:p>
                <a:endParaRPr kumimoji="1" lang="en" altLang="ko-KR" dirty="0"/>
              </a:p>
              <a:p>
                <a:endParaRPr kumimoji="1" lang="ko-KR" altLang="en-US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E903D7B-31D4-FCA4-198B-067C14A527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3867" y="1006300"/>
                <a:ext cx="9285627" cy="5249600"/>
              </a:xfrm>
              <a:blipFill>
                <a:blip r:embed="rId2"/>
                <a:stretch>
                  <a:fillRect r="-4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E3A9DD-333D-FC43-E6B9-55AD5767F0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  <p:sp>
        <p:nvSpPr>
          <p:cNvPr id="5" name="object 24">
            <a:extLst>
              <a:ext uri="{FF2B5EF4-FFF2-40B4-BE49-F238E27FC236}">
                <a16:creationId xmlns:a16="http://schemas.microsoft.com/office/drawing/2014/main" id="{36703509-A108-D57B-1551-823B75BEE9B3}"/>
              </a:ext>
            </a:extLst>
          </p:cNvPr>
          <p:cNvSpPr txBox="1"/>
          <p:nvPr/>
        </p:nvSpPr>
        <p:spPr>
          <a:xfrm>
            <a:off x="1619287" y="3019391"/>
            <a:ext cx="1800200" cy="364000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24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24">
                <a:extLst>
                  <a:ext uri="{FF2B5EF4-FFF2-40B4-BE49-F238E27FC236}">
                    <a16:creationId xmlns:a16="http://schemas.microsoft.com/office/drawing/2014/main" id="{431ECF4A-88CE-DD94-5D36-4F3899FC7823}"/>
                  </a:ext>
                </a:extLst>
              </p:cNvPr>
              <p:cNvSpPr txBox="1"/>
              <p:nvPr/>
            </p:nvSpPr>
            <p:spPr>
              <a:xfrm>
                <a:off x="2150168" y="3881938"/>
                <a:ext cx="3508966" cy="737051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 algn="ctr">
                  <a:lnSpc>
                    <a:spcPct val="100699"/>
                  </a:lnSpc>
                  <a:spcBef>
                    <a:spcPts val="110"/>
                  </a:spcBef>
                </a:pPr>
                <a:r>
                  <a:rPr lang="en" sz="24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Some function </a:t>
                </a:r>
                <a:br>
                  <a:rPr lang="en" sz="24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" sz="24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with parameters </a:t>
                </a:r>
                <a14:m>
                  <m:oMath xmlns:m="http://schemas.openxmlformats.org/officeDocument/2006/math">
                    <m:r>
                      <a:rPr lang="en-US" altLang="ko-KR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" sz="24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object 24">
                <a:extLst>
                  <a:ext uri="{FF2B5EF4-FFF2-40B4-BE49-F238E27FC236}">
                    <a16:creationId xmlns:a16="http://schemas.microsoft.com/office/drawing/2014/main" id="{431ECF4A-88CE-DD94-5D36-4F3899FC7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168" y="3881938"/>
                <a:ext cx="3508966" cy="737051"/>
              </a:xfrm>
              <a:prstGeom prst="rect">
                <a:avLst/>
              </a:prstGeom>
              <a:blipFill>
                <a:blip r:embed="rId3"/>
                <a:stretch>
                  <a:fillRect t="-11864" b="-237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24">
            <a:extLst>
              <a:ext uri="{FF2B5EF4-FFF2-40B4-BE49-F238E27FC236}">
                <a16:creationId xmlns:a16="http://schemas.microsoft.com/office/drawing/2014/main" id="{FD71F858-E1EC-364D-8523-42BF4130725F}"/>
              </a:ext>
            </a:extLst>
          </p:cNvPr>
          <p:cNvSpPr txBox="1"/>
          <p:nvPr/>
        </p:nvSpPr>
        <p:spPr>
          <a:xfrm>
            <a:off x="4130388" y="3019391"/>
            <a:ext cx="1800200" cy="364000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24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Old state</a:t>
            </a:r>
          </a:p>
        </p:txBody>
      </p:sp>
      <p:sp>
        <p:nvSpPr>
          <p:cNvPr id="8" name="object 24">
            <a:extLst>
              <a:ext uri="{FF2B5EF4-FFF2-40B4-BE49-F238E27FC236}">
                <a16:creationId xmlns:a16="http://schemas.microsoft.com/office/drawing/2014/main" id="{CB8F4C4F-DA6F-8E53-1006-B499903FCCD5}"/>
              </a:ext>
            </a:extLst>
          </p:cNvPr>
          <p:cNvSpPr txBox="1"/>
          <p:nvPr/>
        </p:nvSpPr>
        <p:spPr>
          <a:xfrm>
            <a:off x="6096000" y="3019391"/>
            <a:ext cx="2393476" cy="737051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24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vector at </a:t>
            </a:r>
            <a:br>
              <a:rPr lang="en" sz="24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sz="24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time step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97B7C4C-28C0-3A6F-18A8-46D65F3E9538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2519387" y="2598313"/>
            <a:ext cx="756084" cy="421078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2B3F9D3-2421-8321-C189-D5385288561A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3904651" y="2598313"/>
            <a:ext cx="225737" cy="1283625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55AB604-1BD2-29A1-E394-3220CC3A536F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5030488" y="2598313"/>
            <a:ext cx="0" cy="421078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2E49B3C-5A63-4B9B-8D3F-442BD2D0B161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5659134" y="2598313"/>
            <a:ext cx="1633604" cy="421078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14203A6-85F3-6D11-D2C2-637C5AD52FA8}"/>
              </a:ext>
            </a:extLst>
          </p:cNvPr>
          <p:cNvSpPr/>
          <p:nvPr/>
        </p:nvSpPr>
        <p:spPr>
          <a:xfrm>
            <a:off x="9786900" y="1376934"/>
            <a:ext cx="9361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2F76DEE-B1F4-8449-586D-C96258D0FAE4}"/>
              </a:ext>
            </a:extLst>
          </p:cNvPr>
          <p:cNvSpPr/>
          <p:nvPr/>
        </p:nvSpPr>
        <p:spPr>
          <a:xfrm>
            <a:off x="9786900" y="4669663"/>
            <a:ext cx="9361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01B15E8-046F-C448-85E6-21C533237FC6}"/>
              </a:ext>
            </a:extLst>
          </p:cNvPr>
          <p:cNvCxnSpPr>
            <a:stCxn id="19" idx="0"/>
            <a:endCxn id="14" idx="2"/>
          </p:cNvCxnSpPr>
          <p:nvPr/>
        </p:nvCxnSpPr>
        <p:spPr>
          <a:xfrm flipH="1" flipV="1">
            <a:off x="10254952" y="2568339"/>
            <a:ext cx="1" cy="643789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588C6FC-7CF0-621B-55BF-1F00E09449D7}"/>
              </a:ext>
            </a:extLst>
          </p:cNvPr>
          <p:cNvCxnSpPr>
            <a:cxnSpLocks/>
            <a:stCxn id="15" idx="0"/>
            <a:endCxn id="19" idx="2"/>
          </p:cNvCxnSpPr>
          <p:nvPr/>
        </p:nvCxnSpPr>
        <p:spPr>
          <a:xfrm flipV="1">
            <a:off x="10254952" y="4025873"/>
            <a:ext cx="1" cy="64379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구부러진 연결선[U] 17">
            <a:extLst>
              <a:ext uri="{FF2B5EF4-FFF2-40B4-BE49-F238E27FC236}">
                <a16:creationId xmlns:a16="http://schemas.microsoft.com/office/drawing/2014/main" id="{C7C9E7F2-285E-89D2-396E-DC767EE618E8}"/>
              </a:ext>
            </a:extLst>
          </p:cNvPr>
          <p:cNvCxnSpPr>
            <a:cxnSpLocks/>
          </p:cNvCxnSpPr>
          <p:nvPr/>
        </p:nvCxnSpPr>
        <p:spPr>
          <a:xfrm>
            <a:off x="10959592" y="3484928"/>
            <a:ext cx="36234" cy="268144"/>
          </a:xfrm>
          <a:prstGeom prst="curvedConnector3">
            <a:avLst>
              <a:gd name="adj1" fmla="val 1800000"/>
            </a:avLst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90D7B1C-6EE5-0FF1-999C-0BDA2F91AEDF}"/>
              </a:ext>
            </a:extLst>
          </p:cNvPr>
          <p:cNvSpPr/>
          <p:nvPr/>
        </p:nvSpPr>
        <p:spPr>
          <a:xfrm>
            <a:off x="9569678" y="3212128"/>
            <a:ext cx="1370549" cy="813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4">
                <a:extLst>
                  <a:ext uri="{FF2B5EF4-FFF2-40B4-BE49-F238E27FC236}">
                    <a16:creationId xmlns:a16="http://schemas.microsoft.com/office/drawing/2014/main" id="{0C4D3E0F-5648-2DBB-04B4-B6A4DF1E26C4}"/>
                  </a:ext>
                </a:extLst>
              </p:cNvPr>
              <p:cNvSpPr txBox="1"/>
              <p:nvPr/>
            </p:nvSpPr>
            <p:spPr>
              <a:xfrm>
                <a:off x="9899789" y="4978529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en" sz="2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object 24">
                <a:extLst>
                  <a:ext uri="{FF2B5EF4-FFF2-40B4-BE49-F238E27FC236}">
                    <a16:creationId xmlns:a16="http://schemas.microsoft.com/office/drawing/2014/main" id="{0C4D3E0F-5648-2DBB-04B4-B6A4DF1E2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9789" y="4978529"/>
                <a:ext cx="710325" cy="5736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1E1AB05C-76BE-7432-7DE0-9F09945227AB}"/>
                  </a:ext>
                </a:extLst>
              </p:cNvPr>
              <p:cNvSpPr txBox="1"/>
              <p:nvPr/>
            </p:nvSpPr>
            <p:spPr>
              <a:xfrm>
                <a:off x="9899789" y="1685799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n" sz="2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1E1AB05C-76BE-7432-7DE0-9F0994522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9789" y="1685799"/>
                <a:ext cx="710325" cy="573673"/>
              </a:xfrm>
              <a:prstGeom prst="rect">
                <a:avLst/>
              </a:prstGeom>
              <a:blipFill>
                <a:blip r:embed="rId5"/>
                <a:stretch>
                  <a:fillRect b="-191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bject 24">
            <a:extLst>
              <a:ext uri="{FF2B5EF4-FFF2-40B4-BE49-F238E27FC236}">
                <a16:creationId xmlns:a16="http://schemas.microsoft.com/office/drawing/2014/main" id="{70829941-A122-312C-EB79-DCB61A91C75C}"/>
              </a:ext>
            </a:extLst>
          </p:cNvPr>
          <p:cNvSpPr txBox="1"/>
          <p:nvPr/>
        </p:nvSpPr>
        <p:spPr>
          <a:xfrm>
            <a:off x="9735090" y="3377385"/>
            <a:ext cx="1039722" cy="480635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3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3A7A4448-A9DF-755D-D99A-3606686DA696}"/>
                  </a:ext>
                </a:extLst>
              </p:cNvPr>
              <p:cNvSpPr txBox="1"/>
              <p:nvPr/>
            </p:nvSpPr>
            <p:spPr>
              <a:xfrm>
                <a:off x="11094689" y="2803712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𝐡</m:t>
                      </m:r>
                    </m:oMath>
                  </m:oMathPara>
                </a14:m>
                <a:endParaRPr lang="en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3A7A4448-A9DF-755D-D99A-3606686DA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4689" y="2803712"/>
                <a:ext cx="710325" cy="573673"/>
              </a:xfrm>
              <a:prstGeom prst="rect">
                <a:avLst/>
              </a:prstGeom>
              <a:blipFill>
                <a:blip r:embed="rId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81966982-A407-784D-6B61-3F784155A431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[slide courtesy: Stanford, CS231]</a:t>
            </a:r>
          </a:p>
        </p:txBody>
      </p:sp>
      <p:sp>
        <p:nvSpPr>
          <p:cNvPr id="25" name="바닥글 개체 틀 24">
            <a:extLst>
              <a:ext uri="{FF2B5EF4-FFF2-40B4-BE49-F238E27FC236}">
                <a16:creationId xmlns:a16="http://schemas.microsoft.com/office/drawing/2014/main" id="{210B0673-1EA5-5156-5986-E75C6D971F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988312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86B79D-7FC2-CBF4-FFD2-3D4287017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dirty="0"/>
              <a:t>Recurrent Neural Networks </a:t>
            </a:r>
            <a:r>
              <a:rPr lang="en-US" altLang="ko-KR" dirty="0"/>
              <a:t>(RNNs)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2997D3-19D2-034D-77AA-6D1311132C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E23E9B-EE2F-6E54-0F39-D42AAB9BB955}"/>
              </a:ext>
            </a:extLst>
          </p:cNvPr>
          <p:cNvSpPr/>
          <p:nvPr/>
        </p:nvSpPr>
        <p:spPr>
          <a:xfrm>
            <a:off x="1485712" y="1484784"/>
            <a:ext cx="9361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784877-0C5B-835F-9D48-3573834E426D}"/>
              </a:ext>
            </a:extLst>
          </p:cNvPr>
          <p:cNvSpPr/>
          <p:nvPr/>
        </p:nvSpPr>
        <p:spPr>
          <a:xfrm>
            <a:off x="1485712" y="4777513"/>
            <a:ext cx="9361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90F9FB8-12A2-A3D5-F583-D2EB1E021500}"/>
              </a:ext>
            </a:extLst>
          </p:cNvPr>
          <p:cNvCxnSpPr>
            <a:stCxn id="9" idx="0"/>
            <a:endCxn id="5" idx="2"/>
          </p:cNvCxnSpPr>
          <p:nvPr/>
        </p:nvCxnSpPr>
        <p:spPr>
          <a:xfrm flipH="1" flipV="1">
            <a:off x="1953764" y="2676189"/>
            <a:ext cx="1" cy="643789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F9E9899-236E-A98B-EF79-617C954DEBD9}"/>
              </a:ext>
            </a:extLst>
          </p:cNvPr>
          <p:cNvCxnSpPr>
            <a:cxnSpLocks/>
            <a:stCxn id="6" idx="0"/>
            <a:endCxn id="9" idx="2"/>
          </p:cNvCxnSpPr>
          <p:nvPr/>
        </p:nvCxnSpPr>
        <p:spPr>
          <a:xfrm flipV="1">
            <a:off x="1953764" y="4133723"/>
            <a:ext cx="1" cy="64379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D47929C3-9EA1-DACC-55D6-CD6546F68299}"/>
              </a:ext>
            </a:extLst>
          </p:cNvPr>
          <p:cNvSpPr/>
          <p:nvPr/>
        </p:nvSpPr>
        <p:spPr>
          <a:xfrm>
            <a:off x="1268490" y="3319978"/>
            <a:ext cx="1370549" cy="813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4">
                <a:extLst>
                  <a:ext uri="{FF2B5EF4-FFF2-40B4-BE49-F238E27FC236}">
                    <a16:creationId xmlns:a16="http://schemas.microsoft.com/office/drawing/2014/main" id="{2630F84E-D2ED-4061-7C4B-27AD9B0492E4}"/>
                  </a:ext>
                </a:extLst>
              </p:cNvPr>
              <p:cNvSpPr txBox="1"/>
              <p:nvPr/>
            </p:nvSpPr>
            <p:spPr>
              <a:xfrm>
                <a:off x="1598601" y="5086379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𝐱</m:t>
                      </m:r>
                    </m:oMath>
                  </m:oMathPara>
                </a14:m>
                <a:endParaRPr lang="en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10" name="object 24">
                <a:extLst>
                  <a:ext uri="{FF2B5EF4-FFF2-40B4-BE49-F238E27FC236}">
                    <a16:creationId xmlns:a16="http://schemas.microsoft.com/office/drawing/2014/main" id="{2630F84E-D2ED-4061-7C4B-27AD9B049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601" y="5086379"/>
                <a:ext cx="710325" cy="5736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4">
                <a:extLst>
                  <a:ext uri="{FF2B5EF4-FFF2-40B4-BE49-F238E27FC236}">
                    <a16:creationId xmlns:a16="http://schemas.microsoft.com/office/drawing/2014/main" id="{38A36644-A37D-46A2-3024-28B5825604F6}"/>
                  </a:ext>
                </a:extLst>
              </p:cNvPr>
              <p:cNvSpPr txBox="1"/>
              <p:nvPr/>
            </p:nvSpPr>
            <p:spPr>
              <a:xfrm>
                <a:off x="1598601" y="1793649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𝐲</m:t>
                      </m:r>
                    </m:oMath>
                  </m:oMathPara>
                </a14:m>
                <a:endParaRPr lang="en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11" name="object 24">
                <a:extLst>
                  <a:ext uri="{FF2B5EF4-FFF2-40B4-BE49-F238E27FC236}">
                    <a16:creationId xmlns:a16="http://schemas.microsoft.com/office/drawing/2014/main" id="{38A36644-A37D-46A2-3024-28B582560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601" y="1793649"/>
                <a:ext cx="710325" cy="573673"/>
              </a:xfrm>
              <a:prstGeom prst="rect">
                <a:avLst/>
              </a:prstGeom>
              <a:blipFill>
                <a:blip r:embed="rId3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bject 24">
            <a:extLst>
              <a:ext uri="{FF2B5EF4-FFF2-40B4-BE49-F238E27FC236}">
                <a16:creationId xmlns:a16="http://schemas.microsoft.com/office/drawing/2014/main" id="{1E240B4B-7730-8822-BAB8-46B5AFBE8D38}"/>
              </a:ext>
            </a:extLst>
          </p:cNvPr>
          <p:cNvSpPr txBox="1"/>
          <p:nvPr/>
        </p:nvSpPr>
        <p:spPr>
          <a:xfrm>
            <a:off x="1433902" y="3449022"/>
            <a:ext cx="1039722" cy="480635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3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RNN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E5AD50-83A9-4BCC-688F-53CCA6F1237A}"/>
              </a:ext>
            </a:extLst>
          </p:cNvPr>
          <p:cNvSpPr/>
          <p:nvPr/>
        </p:nvSpPr>
        <p:spPr>
          <a:xfrm>
            <a:off x="3936381" y="1484784"/>
            <a:ext cx="9361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67C420F-F701-3611-67C1-F190F14174B7}"/>
              </a:ext>
            </a:extLst>
          </p:cNvPr>
          <p:cNvSpPr/>
          <p:nvPr/>
        </p:nvSpPr>
        <p:spPr>
          <a:xfrm>
            <a:off x="3936381" y="4777513"/>
            <a:ext cx="9361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173CEBB-9E11-7C56-BEC8-D49B2C1E1D9D}"/>
              </a:ext>
            </a:extLst>
          </p:cNvPr>
          <p:cNvCxnSpPr>
            <a:stCxn id="17" idx="0"/>
            <a:endCxn id="13" idx="2"/>
          </p:cNvCxnSpPr>
          <p:nvPr/>
        </p:nvCxnSpPr>
        <p:spPr>
          <a:xfrm flipH="1" flipV="1">
            <a:off x="4404433" y="2676189"/>
            <a:ext cx="1" cy="643789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8EEB3A4-EC5E-F3F4-6085-929902F8A5A3}"/>
              </a:ext>
            </a:extLst>
          </p:cNvPr>
          <p:cNvCxnSpPr>
            <a:cxnSpLocks/>
            <a:stCxn id="14" idx="0"/>
            <a:endCxn id="17" idx="2"/>
          </p:cNvCxnSpPr>
          <p:nvPr/>
        </p:nvCxnSpPr>
        <p:spPr>
          <a:xfrm flipV="1">
            <a:off x="4404433" y="4133723"/>
            <a:ext cx="1" cy="64379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643E461-AB35-6F25-F7DE-2A1246CE7639}"/>
              </a:ext>
            </a:extLst>
          </p:cNvPr>
          <p:cNvSpPr/>
          <p:nvPr/>
        </p:nvSpPr>
        <p:spPr>
          <a:xfrm>
            <a:off x="3719159" y="3319978"/>
            <a:ext cx="1370549" cy="813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4">
                <a:extLst>
                  <a:ext uri="{FF2B5EF4-FFF2-40B4-BE49-F238E27FC236}">
                    <a16:creationId xmlns:a16="http://schemas.microsoft.com/office/drawing/2014/main" id="{49FB5E0A-BBC3-5C7A-D004-CF97EE7B6361}"/>
                  </a:ext>
                </a:extLst>
              </p:cNvPr>
              <p:cNvSpPr txBox="1"/>
              <p:nvPr/>
            </p:nvSpPr>
            <p:spPr>
              <a:xfrm>
                <a:off x="4049270" y="5086379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𝐱</m:t>
                      </m:r>
                    </m:oMath>
                  </m:oMathPara>
                </a14:m>
                <a:endParaRPr lang="en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18" name="object 24">
                <a:extLst>
                  <a:ext uri="{FF2B5EF4-FFF2-40B4-BE49-F238E27FC236}">
                    <a16:creationId xmlns:a16="http://schemas.microsoft.com/office/drawing/2014/main" id="{49FB5E0A-BBC3-5C7A-D004-CF97EE7B6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270" y="5086379"/>
                <a:ext cx="710325" cy="5736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24">
                <a:extLst>
                  <a:ext uri="{FF2B5EF4-FFF2-40B4-BE49-F238E27FC236}">
                    <a16:creationId xmlns:a16="http://schemas.microsoft.com/office/drawing/2014/main" id="{C1A44787-FBF3-C143-554B-856DE5E1D74C}"/>
                  </a:ext>
                </a:extLst>
              </p:cNvPr>
              <p:cNvSpPr txBox="1"/>
              <p:nvPr/>
            </p:nvSpPr>
            <p:spPr>
              <a:xfrm>
                <a:off x="4049270" y="1793649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𝐲</m:t>
                      </m:r>
                    </m:oMath>
                  </m:oMathPara>
                </a14:m>
                <a:endParaRPr lang="en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19" name="object 24">
                <a:extLst>
                  <a:ext uri="{FF2B5EF4-FFF2-40B4-BE49-F238E27FC236}">
                    <a16:creationId xmlns:a16="http://schemas.microsoft.com/office/drawing/2014/main" id="{C1A44787-FBF3-C143-554B-856DE5E1D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270" y="1793649"/>
                <a:ext cx="710325" cy="573673"/>
              </a:xfrm>
              <a:prstGeom prst="rect">
                <a:avLst/>
              </a:prstGeom>
              <a:blipFill>
                <a:blip r:embed="rId3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bject 24">
            <a:extLst>
              <a:ext uri="{FF2B5EF4-FFF2-40B4-BE49-F238E27FC236}">
                <a16:creationId xmlns:a16="http://schemas.microsoft.com/office/drawing/2014/main" id="{8DC6A675-98CB-D49A-7616-458D056687C0}"/>
              </a:ext>
            </a:extLst>
          </p:cNvPr>
          <p:cNvSpPr txBox="1"/>
          <p:nvPr/>
        </p:nvSpPr>
        <p:spPr>
          <a:xfrm>
            <a:off x="3884571" y="3449022"/>
            <a:ext cx="1039722" cy="480635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3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RNN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FBDBD8D-6A90-585B-1435-33269C3CF1FB}"/>
              </a:ext>
            </a:extLst>
          </p:cNvPr>
          <p:cNvSpPr/>
          <p:nvPr/>
        </p:nvSpPr>
        <p:spPr>
          <a:xfrm>
            <a:off x="6387050" y="1484784"/>
            <a:ext cx="9361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CA7FEAD-91F2-7D7D-D77C-D71B3FC786E8}"/>
              </a:ext>
            </a:extLst>
          </p:cNvPr>
          <p:cNvSpPr/>
          <p:nvPr/>
        </p:nvSpPr>
        <p:spPr>
          <a:xfrm>
            <a:off x="6387050" y="4777513"/>
            <a:ext cx="9361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D4F2FE2-E5BD-5A95-8F2D-55DD941025F7}"/>
              </a:ext>
            </a:extLst>
          </p:cNvPr>
          <p:cNvCxnSpPr>
            <a:stCxn id="25" idx="0"/>
            <a:endCxn id="21" idx="2"/>
          </p:cNvCxnSpPr>
          <p:nvPr/>
        </p:nvCxnSpPr>
        <p:spPr>
          <a:xfrm flipH="1" flipV="1">
            <a:off x="6855102" y="2676189"/>
            <a:ext cx="1" cy="643789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87AE278-C29D-C271-1931-46884E70B667}"/>
              </a:ext>
            </a:extLst>
          </p:cNvPr>
          <p:cNvCxnSpPr>
            <a:cxnSpLocks/>
            <a:stCxn id="22" idx="0"/>
            <a:endCxn id="25" idx="2"/>
          </p:cNvCxnSpPr>
          <p:nvPr/>
        </p:nvCxnSpPr>
        <p:spPr>
          <a:xfrm flipV="1">
            <a:off x="6855102" y="4133723"/>
            <a:ext cx="1" cy="64379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CD19971-52E9-4727-AD56-91E6BFF16268}"/>
              </a:ext>
            </a:extLst>
          </p:cNvPr>
          <p:cNvSpPr/>
          <p:nvPr/>
        </p:nvSpPr>
        <p:spPr>
          <a:xfrm>
            <a:off x="6169828" y="3319978"/>
            <a:ext cx="1370549" cy="813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24">
                <a:extLst>
                  <a:ext uri="{FF2B5EF4-FFF2-40B4-BE49-F238E27FC236}">
                    <a16:creationId xmlns:a16="http://schemas.microsoft.com/office/drawing/2014/main" id="{4BCA222C-D3E7-BDBA-7D92-E6105EE226C2}"/>
                  </a:ext>
                </a:extLst>
              </p:cNvPr>
              <p:cNvSpPr txBox="1"/>
              <p:nvPr/>
            </p:nvSpPr>
            <p:spPr>
              <a:xfrm>
                <a:off x="6499939" y="5086379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𝐱</m:t>
                      </m:r>
                    </m:oMath>
                  </m:oMathPara>
                </a14:m>
                <a:endParaRPr lang="en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26" name="object 24">
                <a:extLst>
                  <a:ext uri="{FF2B5EF4-FFF2-40B4-BE49-F238E27FC236}">
                    <a16:creationId xmlns:a16="http://schemas.microsoft.com/office/drawing/2014/main" id="{4BCA222C-D3E7-BDBA-7D92-E6105EE22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939" y="5086379"/>
                <a:ext cx="710325" cy="5736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24">
                <a:extLst>
                  <a:ext uri="{FF2B5EF4-FFF2-40B4-BE49-F238E27FC236}">
                    <a16:creationId xmlns:a16="http://schemas.microsoft.com/office/drawing/2014/main" id="{A9AE5ABC-D183-B0D4-72FC-3645080EF3FF}"/>
                  </a:ext>
                </a:extLst>
              </p:cNvPr>
              <p:cNvSpPr txBox="1"/>
              <p:nvPr/>
            </p:nvSpPr>
            <p:spPr>
              <a:xfrm>
                <a:off x="6499939" y="1793649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𝐲</m:t>
                      </m:r>
                    </m:oMath>
                  </m:oMathPara>
                </a14:m>
                <a:endParaRPr lang="en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27" name="object 24">
                <a:extLst>
                  <a:ext uri="{FF2B5EF4-FFF2-40B4-BE49-F238E27FC236}">
                    <a16:creationId xmlns:a16="http://schemas.microsoft.com/office/drawing/2014/main" id="{A9AE5ABC-D183-B0D4-72FC-3645080EF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939" y="1793649"/>
                <a:ext cx="710325" cy="573673"/>
              </a:xfrm>
              <a:prstGeom prst="rect">
                <a:avLst/>
              </a:prstGeom>
              <a:blipFill>
                <a:blip r:embed="rId3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bject 24">
            <a:extLst>
              <a:ext uri="{FF2B5EF4-FFF2-40B4-BE49-F238E27FC236}">
                <a16:creationId xmlns:a16="http://schemas.microsoft.com/office/drawing/2014/main" id="{408207DB-F857-7ADD-46ED-D9F024063B8E}"/>
              </a:ext>
            </a:extLst>
          </p:cNvPr>
          <p:cNvSpPr txBox="1"/>
          <p:nvPr/>
        </p:nvSpPr>
        <p:spPr>
          <a:xfrm>
            <a:off x="6335240" y="3449022"/>
            <a:ext cx="1039722" cy="480635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3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RNN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E3F9F97-9C83-64B8-2678-A6A3E798BEAA}"/>
              </a:ext>
            </a:extLst>
          </p:cNvPr>
          <p:cNvSpPr/>
          <p:nvPr/>
        </p:nvSpPr>
        <p:spPr>
          <a:xfrm>
            <a:off x="10332856" y="1484784"/>
            <a:ext cx="9361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F475FE9-D0D0-B71D-ABAC-1709563FA86F}"/>
              </a:ext>
            </a:extLst>
          </p:cNvPr>
          <p:cNvSpPr/>
          <p:nvPr/>
        </p:nvSpPr>
        <p:spPr>
          <a:xfrm>
            <a:off x="10332856" y="4777513"/>
            <a:ext cx="9361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21AF15B-79A7-72CC-9E57-9C98274339C2}"/>
              </a:ext>
            </a:extLst>
          </p:cNvPr>
          <p:cNvCxnSpPr>
            <a:stCxn id="33" idx="0"/>
            <a:endCxn id="29" idx="2"/>
          </p:cNvCxnSpPr>
          <p:nvPr/>
        </p:nvCxnSpPr>
        <p:spPr>
          <a:xfrm flipH="1" flipV="1">
            <a:off x="10800908" y="2676189"/>
            <a:ext cx="1" cy="643789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C516DB4-C363-5321-7E03-F0ACC5841585}"/>
              </a:ext>
            </a:extLst>
          </p:cNvPr>
          <p:cNvCxnSpPr>
            <a:cxnSpLocks/>
            <a:stCxn id="30" idx="0"/>
            <a:endCxn id="33" idx="2"/>
          </p:cNvCxnSpPr>
          <p:nvPr/>
        </p:nvCxnSpPr>
        <p:spPr>
          <a:xfrm flipV="1">
            <a:off x="10800908" y="4133723"/>
            <a:ext cx="1" cy="64379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5F3DEE0-CDD5-AEA5-3F1B-B22325B66A80}"/>
              </a:ext>
            </a:extLst>
          </p:cNvPr>
          <p:cNvSpPr/>
          <p:nvPr/>
        </p:nvSpPr>
        <p:spPr>
          <a:xfrm>
            <a:off x="10115634" y="3319978"/>
            <a:ext cx="1370549" cy="813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24">
                <a:extLst>
                  <a:ext uri="{FF2B5EF4-FFF2-40B4-BE49-F238E27FC236}">
                    <a16:creationId xmlns:a16="http://schemas.microsoft.com/office/drawing/2014/main" id="{77E09DE8-6E91-0B49-1D8A-9AE7183435B2}"/>
                  </a:ext>
                </a:extLst>
              </p:cNvPr>
              <p:cNvSpPr txBox="1"/>
              <p:nvPr/>
            </p:nvSpPr>
            <p:spPr>
              <a:xfrm>
                <a:off x="10445745" y="5086379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𝐱</m:t>
                      </m:r>
                    </m:oMath>
                  </m:oMathPara>
                </a14:m>
                <a:endParaRPr lang="en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34" name="object 24">
                <a:extLst>
                  <a:ext uri="{FF2B5EF4-FFF2-40B4-BE49-F238E27FC236}">
                    <a16:creationId xmlns:a16="http://schemas.microsoft.com/office/drawing/2014/main" id="{77E09DE8-6E91-0B49-1D8A-9AE718343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5745" y="5086379"/>
                <a:ext cx="710325" cy="5736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24">
                <a:extLst>
                  <a:ext uri="{FF2B5EF4-FFF2-40B4-BE49-F238E27FC236}">
                    <a16:creationId xmlns:a16="http://schemas.microsoft.com/office/drawing/2014/main" id="{FCA319A6-59D6-81B9-8557-4255FB1ED88F}"/>
                  </a:ext>
                </a:extLst>
              </p:cNvPr>
              <p:cNvSpPr txBox="1"/>
              <p:nvPr/>
            </p:nvSpPr>
            <p:spPr>
              <a:xfrm>
                <a:off x="10445745" y="1793649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𝐲</m:t>
                      </m:r>
                    </m:oMath>
                  </m:oMathPara>
                </a14:m>
                <a:endParaRPr lang="en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35" name="object 24">
                <a:extLst>
                  <a:ext uri="{FF2B5EF4-FFF2-40B4-BE49-F238E27FC236}">
                    <a16:creationId xmlns:a16="http://schemas.microsoft.com/office/drawing/2014/main" id="{FCA319A6-59D6-81B9-8557-4255FB1ED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5745" y="1793649"/>
                <a:ext cx="710325" cy="573673"/>
              </a:xfrm>
              <a:prstGeom prst="rect">
                <a:avLst/>
              </a:prstGeom>
              <a:blipFill>
                <a:blip r:embed="rId5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bject 24">
            <a:extLst>
              <a:ext uri="{FF2B5EF4-FFF2-40B4-BE49-F238E27FC236}">
                <a16:creationId xmlns:a16="http://schemas.microsoft.com/office/drawing/2014/main" id="{15438415-C859-7506-B82B-4E0F304EB36E}"/>
              </a:ext>
            </a:extLst>
          </p:cNvPr>
          <p:cNvSpPr txBox="1"/>
          <p:nvPr/>
        </p:nvSpPr>
        <p:spPr>
          <a:xfrm>
            <a:off x="10281046" y="3449022"/>
            <a:ext cx="1039722" cy="480635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3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RNN</a:t>
            </a: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5C9DB94-CBFB-0837-8457-5C09A434E601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>
            <a:off x="2639039" y="3726851"/>
            <a:ext cx="108012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6D5F32B-7A34-0BE4-E9D0-4D05AA25B899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>
            <a:off x="5089708" y="3726851"/>
            <a:ext cx="108012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BCDACDD8-DB89-89A2-A6D8-6A88FC75D5EF}"/>
              </a:ext>
            </a:extLst>
          </p:cNvPr>
          <p:cNvCxnSpPr>
            <a:cxnSpLocks/>
          </p:cNvCxnSpPr>
          <p:nvPr/>
        </p:nvCxnSpPr>
        <p:spPr>
          <a:xfrm>
            <a:off x="7540377" y="3726851"/>
            <a:ext cx="108012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bject 24">
            <a:extLst>
              <a:ext uri="{FF2B5EF4-FFF2-40B4-BE49-F238E27FC236}">
                <a16:creationId xmlns:a16="http://schemas.microsoft.com/office/drawing/2014/main" id="{A32BDE93-056B-0B46-1AD8-E5421E73A1A6}"/>
              </a:ext>
            </a:extLst>
          </p:cNvPr>
          <p:cNvSpPr txBox="1"/>
          <p:nvPr/>
        </p:nvSpPr>
        <p:spPr>
          <a:xfrm>
            <a:off x="8785909" y="3357489"/>
            <a:ext cx="1039722" cy="555656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3600" b="0" dirty="0">
                <a:solidFill>
                  <a:schemeClr val="tx1"/>
                </a:solidFill>
                <a:latin typeface="Calibri" panose="020F0502020204030204" pitchFamily="34" charset="0"/>
                <a:cs typeface="Arial"/>
              </a:rPr>
              <a:t>…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2E555F5-766A-46F2-4842-82A8BF963CB9}"/>
              </a:ext>
            </a:extLst>
          </p:cNvPr>
          <p:cNvCxnSpPr>
            <a:cxnSpLocks/>
          </p:cNvCxnSpPr>
          <p:nvPr/>
        </p:nvCxnSpPr>
        <p:spPr>
          <a:xfrm>
            <a:off x="468959" y="3726851"/>
            <a:ext cx="799531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24">
                <a:extLst>
                  <a:ext uri="{FF2B5EF4-FFF2-40B4-BE49-F238E27FC236}">
                    <a16:creationId xmlns:a16="http://schemas.microsoft.com/office/drawing/2014/main" id="{7A15BE7D-F3C2-4390-14F5-9DA7871C45E9}"/>
                  </a:ext>
                </a:extLst>
              </p:cNvPr>
              <p:cNvSpPr txBox="1"/>
              <p:nvPr/>
            </p:nvSpPr>
            <p:spPr>
              <a:xfrm>
                <a:off x="468959" y="3070652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3600" b="1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𝐡</m:t>
                          </m:r>
                        </m:e>
                        <m:sub>
                          <m: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" sz="24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42" name="object 24">
                <a:extLst>
                  <a:ext uri="{FF2B5EF4-FFF2-40B4-BE49-F238E27FC236}">
                    <a16:creationId xmlns:a16="http://schemas.microsoft.com/office/drawing/2014/main" id="{7A15BE7D-F3C2-4390-14F5-9DA7871C4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59" y="3070652"/>
                <a:ext cx="710325" cy="573673"/>
              </a:xfrm>
              <a:prstGeom prst="rect">
                <a:avLst/>
              </a:prstGeom>
              <a:blipFill>
                <a:blip r:embed="rId6"/>
                <a:stretch>
                  <a:fillRect l="-7018" b="-85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24">
                <a:extLst>
                  <a:ext uri="{FF2B5EF4-FFF2-40B4-BE49-F238E27FC236}">
                    <a16:creationId xmlns:a16="http://schemas.microsoft.com/office/drawing/2014/main" id="{52A54CEB-F128-6E89-749C-8F4E23DE8CF0}"/>
                  </a:ext>
                </a:extLst>
              </p:cNvPr>
              <p:cNvSpPr txBox="1"/>
              <p:nvPr/>
            </p:nvSpPr>
            <p:spPr>
              <a:xfrm>
                <a:off x="2863832" y="3071463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3600" b="1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𝐡</m:t>
                          </m:r>
                        </m:e>
                        <m:sub>
                          <m: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sz="24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43" name="object 24">
                <a:extLst>
                  <a:ext uri="{FF2B5EF4-FFF2-40B4-BE49-F238E27FC236}">
                    <a16:creationId xmlns:a16="http://schemas.microsoft.com/office/drawing/2014/main" id="{52A54CEB-F128-6E89-749C-8F4E23DE8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832" y="3071463"/>
                <a:ext cx="710325" cy="573673"/>
              </a:xfrm>
              <a:prstGeom prst="rect">
                <a:avLst/>
              </a:prstGeom>
              <a:blipFill>
                <a:blip r:embed="rId7"/>
                <a:stretch>
                  <a:fillRect l="-7018" b="-85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24">
                <a:extLst>
                  <a:ext uri="{FF2B5EF4-FFF2-40B4-BE49-F238E27FC236}">
                    <a16:creationId xmlns:a16="http://schemas.microsoft.com/office/drawing/2014/main" id="{E910B605-633D-4D7F-3330-21BF7298B4DC}"/>
                  </a:ext>
                </a:extLst>
              </p:cNvPr>
              <p:cNvSpPr txBox="1"/>
              <p:nvPr/>
            </p:nvSpPr>
            <p:spPr>
              <a:xfrm>
                <a:off x="5274605" y="3070652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3600" b="1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𝐡</m:t>
                          </m:r>
                        </m:e>
                        <m:sub>
                          <m: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" sz="24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44" name="object 24">
                <a:extLst>
                  <a:ext uri="{FF2B5EF4-FFF2-40B4-BE49-F238E27FC236}">
                    <a16:creationId xmlns:a16="http://schemas.microsoft.com/office/drawing/2014/main" id="{E910B605-633D-4D7F-3330-21BF7298B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605" y="3070652"/>
                <a:ext cx="710325" cy="573673"/>
              </a:xfrm>
              <a:prstGeom prst="rect">
                <a:avLst/>
              </a:prstGeom>
              <a:blipFill>
                <a:blip r:embed="rId8"/>
                <a:stretch>
                  <a:fillRect l="-8772" b="-85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bject 24">
                <a:extLst>
                  <a:ext uri="{FF2B5EF4-FFF2-40B4-BE49-F238E27FC236}">
                    <a16:creationId xmlns:a16="http://schemas.microsoft.com/office/drawing/2014/main" id="{C3277B12-4312-1360-2D0A-2C4B9B3D95B3}"/>
                  </a:ext>
                </a:extLst>
              </p:cNvPr>
              <p:cNvSpPr txBox="1"/>
              <p:nvPr/>
            </p:nvSpPr>
            <p:spPr>
              <a:xfrm>
                <a:off x="7762518" y="3071463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3600" b="1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𝐡</m:t>
                          </m:r>
                        </m:e>
                        <m:sub>
                          <m: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" sz="24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45" name="object 24">
                <a:extLst>
                  <a:ext uri="{FF2B5EF4-FFF2-40B4-BE49-F238E27FC236}">
                    <a16:creationId xmlns:a16="http://schemas.microsoft.com/office/drawing/2014/main" id="{C3277B12-4312-1360-2D0A-2C4B9B3D9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2518" y="3071463"/>
                <a:ext cx="710325" cy="573673"/>
              </a:xfrm>
              <a:prstGeom prst="rect">
                <a:avLst/>
              </a:prstGeom>
              <a:blipFill>
                <a:blip r:embed="rId9"/>
                <a:stretch>
                  <a:fillRect l="-8772" b="-85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5B2A681E-AF95-E418-638C-1911AB8DB5F7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[slide courtesy: Stanford, CS231]</a:t>
            </a:r>
          </a:p>
        </p:txBody>
      </p:sp>
      <p:sp>
        <p:nvSpPr>
          <p:cNvPr id="47" name="바닥글 개체 틀 46">
            <a:extLst>
              <a:ext uri="{FF2B5EF4-FFF2-40B4-BE49-F238E27FC236}">
                <a16:creationId xmlns:a16="http://schemas.microsoft.com/office/drawing/2014/main" id="{26D3C198-5541-BE69-CB69-E74052A0D55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138616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11DC-A365-7BAB-E201-7999EFBAB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Recurrent Neural Networks (RNNs)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94A24D63-858C-8530-8FDA-4D7880D2A20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" altLang="ko-KR" dirty="0"/>
                  <a:t>The state consists of a single “hidden” vector </a:t>
                </a:r>
                <a14:m>
                  <m:oMath xmlns:m="http://schemas.openxmlformats.org/officeDocument/2006/math">
                    <m:r>
                      <a:rPr kumimoji="1" lang="en" altLang="ko-KR" b="1" i="0" dirty="0" smtClean="0">
                        <a:latin typeface="Cambria Math" panose="02040503050406030204" pitchFamily="18" charset="0"/>
                      </a:rPr>
                      <m:t>𝐡</m:t>
                    </m:r>
                  </m:oMath>
                </a14:m>
                <a:r>
                  <a:rPr kumimoji="1" lang="en" altLang="ko-KR" dirty="0"/>
                  <a:t>:</a:t>
                </a:r>
              </a:p>
              <a:p>
                <a:endParaRPr kumimoji="1"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" altLang="ko-KR" sz="28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R" sz="2800" b="1" i="1">
                              <a:latin typeface="Cambria Math" panose="02040503050406030204" pitchFamily="18" charset="0"/>
                              <a:cs typeface="Arial"/>
                            </a:rPr>
                            <m:t>𝐡</m:t>
                          </m:r>
                        </m:e>
                        <m:sub>
                          <m:r>
                            <a:rPr lang="en-US" altLang="ko-KR" sz="2800" b="0" i="1">
                              <a:latin typeface="Cambria Math" panose="02040503050406030204" pitchFamily="18" charset="0"/>
                              <a:cs typeface="Arial"/>
                            </a:rPr>
                            <m:t>𝑡</m:t>
                          </m:r>
                        </m:sub>
                      </m:sSub>
                      <m:r>
                        <a:rPr lang="en-US" altLang="ko-KR" sz="2800" b="0" i="1"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sSub>
                        <m:sSubPr>
                          <m:ctrlPr>
                            <a:rPr lang="en" altLang="ko-KR" sz="2800" b="0" i="1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R" sz="2800" b="0" i="1">
                              <a:latin typeface="Cambria Math" panose="02040503050406030204" pitchFamily="18" charset="0"/>
                              <a:cs typeface="Arial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2800" b="0" i="1">
                              <a:latin typeface="Cambria Math" panose="02040503050406030204" pitchFamily="18" charset="0"/>
                              <a:cs typeface="Arial"/>
                            </a:rPr>
                            <m:t>𝑊</m:t>
                          </m:r>
                        </m:sub>
                      </m:sSub>
                      <m:r>
                        <a:rPr lang="en-US" altLang="ko-KR" sz="2800" b="0" i="1"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" altLang="ko-KR" sz="2800" b="0" i="1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R" sz="2800" b="1" i="1">
                              <a:latin typeface="Cambria Math" panose="02040503050406030204" pitchFamily="18" charset="0"/>
                              <a:cs typeface="Arial"/>
                            </a:rPr>
                            <m:t>𝐡</m:t>
                          </m:r>
                        </m:e>
                        <m:sub>
                          <m:r>
                            <a:rPr lang="en-US" altLang="ko-KR" sz="2800" b="0" i="1">
                              <a:latin typeface="Cambria Math" panose="02040503050406030204" pitchFamily="18" charset="0"/>
                              <a:cs typeface="Arial"/>
                            </a:rPr>
                            <m:t>𝑡</m:t>
                          </m:r>
                          <m:r>
                            <a:rPr lang="en-US" altLang="ko-KR" sz="2800" b="0" i="1">
                              <a:latin typeface="Cambria Math" panose="02040503050406030204" pitchFamily="18" charset="0"/>
                              <a:cs typeface="Arial"/>
                            </a:rPr>
                            <m:t>−1</m:t>
                          </m:r>
                        </m:sub>
                      </m:sSub>
                      <m:r>
                        <a:rPr lang="en-US" altLang="ko-KR" sz="2800" b="0" i="1">
                          <a:latin typeface="Cambria Math" panose="02040503050406030204" pitchFamily="18" charset="0"/>
                          <a:cs typeface="Arial"/>
                        </a:rPr>
                        <m:t>,</m:t>
                      </m:r>
                      <m:sSub>
                        <m:sSubPr>
                          <m:ctrlPr>
                            <a:rPr lang="en" altLang="ko-KR" sz="2800" b="0" i="1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R" sz="2800" b="1" i="1">
                              <a:latin typeface="Cambria Math" panose="02040503050406030204" pitchFamily="18" charset="0"/>
                              <a:cs typeface="Arial"/>
                            </a:rPr>
                            <m:t>𝐱</m:t>
                          </m:r>
                        </m:e>
                        <m:sub>
                          <m:r>
                            <a:rPr lang="en-US" altLang="ko-KR" sz="2800" b="0" i="1">
                              <a:latin typeface="Cambria Math" panose="02040503050406030204" pitchFamily="18" charset="0"/>
                              <a:cs typeface="Arial"/>
                            </a:rPr>
                            <m:t>𝑡</m:t>
                          </m:r>
                        </m:sub>
                      </m:sSub>
                      <m:r>
                        <a:rPr lang="en-US" altLang="ko-KR" sz="2800" b="0" i="1"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</m:oMath>
                  </m:oMathPara>
                </a14:m>
                <a:endParaRPr lang="en-US" altLang="ko-KR" sz="2800" b="0" dirty="0">
                  <a:cs typeface="Arial"/>
                </a:endParaRPr>
              </a:p>
              <a:p>
                <a:pPr marL="0" indent="0">
                  <a:buNone/>
                </a:pPr>
                <a:endParaRPr lang="en-US" altLang="ko-KR" sz="2800" b="0" dirty="0">
                  <a:cs typeface="Arial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↓</m:t>
                      </m:r>
                    </m:oMath>
                  </m:oMathPara>
                </a14:m>
                <a:endParaRPr lang="en-US" altLang="ko-KR" sz="2800" b="0" dirty="0">
                  <a:cs typeface="Arial"/>
                </a:endParaRPr>
              </a:p>
              <a:p>
                <a:pPr marL="0" indent="0">
                  <a:buNone/>
                </a:pPr>
                <a:endParaRPr lang="en-US" altLang="ko-KR" sz="2800" b="0" dirty="0">
                  <a:cs typeface="Arial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" altLang="ko-KR" sz="2800" b="0" i="1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R" sz="2800" b="1" i="1">
                              <a:latin typeface="Cambria Math" panose="02040503050406030204" pitchFamily="18" charset="0"/>
                              <a:cs typeface="Arial"/>
                            </a:rPr>
                            <m:t>𝐡</m:t>
                          </m:r>
                        </m:e>
                        <m:sub>
                          <m:r>
                            <a:rPr lang="en-US" altLang="ko-KR" sz="2800" b="0" i="1">
                              <a:latin typeface="Cambria Math" panose="02040503050406030204" pitchFamily="18" charset="0"/>
                              <a:cs typeface="Arial"/>
                            </a:rPr>
                            <m:t>𝑡</m:t>
                          </m:r>
                        </m:sub>
                      </m:sSub>
                      <m:r>
                        <a:rPr lang="en-US" altLang="ko-KR" sz="2800" b="0" i="1"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800" b="0" i="0" smtClean="0">
                          <a:latin typeface="Cambria Math" panose="02040503050406030204" pitchFamily="18" charset="0"/>
                          <a:cs typeface="Arial"/>
                        </a:rPr>
                        <m:t>tanh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" altLang="ko-KR" sz="2800" b="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>
                                  <a:latin typeface="Cambria Math" panose="02040503050406030204" pitchFamily="18" charset="0"/>
                                  <a:cs typeface="Arial"/>
                                </a:rPr>
                                <m:t>𝑊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2800" b="0" i="0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hh</m:t>
                              </m:r>
                            </m:sub>
                          </m:sSub>
                          <m:sSub>
                            <m:sSubPr>
                              <m:ctrlPr>
                                <a:rPr lang="en" altLang="ko-KR" sz="2800" b="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1">
                                  <a:latin typeface="Cambria Math" panose="02040503050406030204" pitchFamily="18" charset="0"/>
                                  <a:cs typeface="Arial"/>
                                </a:rPr>
                                <m:t>𝐡</m:t>
                              </m:r>
                            </m:e>
                            <m:sub>
                              <m:r>
                                <a:rPr lang="en-US" altLang="ko-KR" sz="2800" b="0" i="1"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en-US" altLang="ko-KR" sz="2800" b="0" i="1">
                                  <a:latin typeface="Cambria Math" panose="02040503050406030204" pitchFamily="18" charset="0"/>
                                  <a:cs typeface="Arial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cs typeface="Arial"/>
                            </a:rPr>
                            <m:t>+</m:t>
                          </m:r>
                          <m:sSub>
                            <m:sSubPr>
                              <m:ctrlPr>
                                <a:rPr lang="en" altLang="ko-KR" sz="2800" b="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>
                                  <a:latin typeface="Cambria Math" panose="02040503050406030204" pitchFamily="18" charset="0"/>
                                  <a:cs typeface="Arial"/>
                                </a:rPr>
                                <m:t>𝑊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2800" b="0" i="0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2800" b="0" i="0">
                                  <a:latin typeface="Cambria Math" panose="02040503050406030204" pitchFamily="18" charset="0"/>
                                  <a:cs typeface="Arial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en" altLang="ko-KR" sz="2800" b="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0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ko-KR" sz="2800" b="0" i="1"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" altLang="ko-KR" sz="2800" b="0" i="1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R" sz="2800" b="1" i="0" smtClean="0">
                              <a:latin typeface="Cambria Math" panose="02040503050406030204" pitchFamily="18" charset="0"/>
                              <a:cs typeface="Arial"/>
                            </a:rPr>
                            <m:t>𝐲</m:t>
                          </m:r>
                        </m:e>
                        <m:sub>
                          <m:r>
                            <a:rPr lang="en-US" altLang="ko-KR" sz="2800" b="0" i="1">
                              <a:latin typeface="Cambria Math" panose="02040503050406030204" pitchFamily="18" charset="0"/>
                              <a:cs typeface="Arial"/>
                            </a:rPr>
                            <m:t>𝑡</m:t>
                          </m:r>
                        </m:sub>
                      </m:sSub>
                      <m:r>
                        <a:rPr lang="en-US" altLang="ko-KR" sz="2800" b="0" i="1"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sSub>
                        <m:sSubPr>
                          <m:ctrlPr>
                            <a:rPr lang="en" altLang="ko-KR" sz="2800" b="0" i="1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R" sz="2800" b="0" i="1">
                              <a:latin typeface="Cambria Math" panose="02040503050406030204" pitchFamily="18" charset="0"/>
                              <a:cs typeface="Arial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800" b="0"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lang="en-US" altLang="ko-KR" sz="2800" b="0" i="0" smtClean="0">
                              <a:latin typeface="Cambria Math" panose="02040503050406030204" pitchFamily="18" charset="0"/>
                              <a:cs typeface="Arial"/>
                            </a:rPr>
                            <m:t>y</m:t>
                          </m:r>
                        </m:sub>
                      </m:sSub>
                      <m:sSub>
                        <m:sSubPr>
                          <m:ctrlPr>
                            <a:rPr lang="en" altLang="ko-KR" sz="2800" b="0" i="1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R" sz="2800" b="1" i="1">
                              <a:latin typeface="Cambria Math" panose="02040503050406030204" pitchFamily="18" charset="0"/>
                              <a:cs typeface="Arial"/>
                            </a:rPr>
                            <m:t>𝐡</m:t>
                          </m:r>
                        </m:e>
                        <m:sub>
                          <m:r>
                            <a:rPr lang="en-US" altLang="ko-KR" sz="2800" b="0" i="1">
                              <a:latin typeface="Cambria Math" panose="02040503050406030204" pitchFamily="18" charset="0"/>
                              <a:cs typeface="Arial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94A24D63-858C-8530-8FDA-4D7880D2A2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7C50A1-7096-132C-1117-1077289196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19</a:t>
            </a:fld>
            <a:endParaRPr kumimoji="1" lang="ko-Kore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7AA73A9-EADA-8460-1BE1-80468A710AC0}"/>
              </a:ext>
            </a:extLst>
          </p:cNvPr>
          <p:cNvGrpSpPr/>
          <p:nvPr/>
        </p:nvGrpSpPr>
        <p:grpSpPr>
          <a:xfrm>
            <a:off x="764240" y="1842508"/>
            <a:ext cx="1762434" cy="3797926"/>
            <a:chOff x="764240" y="1580898"/>
            <a:chExt cx="2080870" cy="448413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40CFD8C-9F7B-386E-8460-18182C3FC6C3}"/>
                </a:ext>
              </a:extLst>
            </p:cNvPr>
            <p:cNvSpPr/>
            <p:nvPr/>
          </p:nvSpPr>
          <p:spPr>
            <a:xfrm>
              <a:off x="981462" y="1580898"/>
              <a:ext cx="936104" cy="11914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7FEE294-E419-2FDC-745B-CD7BE69AD6FF}"/>
                </a:ext>
              </a:extLst>
            </p:cNvPr>
            <p:cNvSpPr/>
            <p:nvPr/>
          </p:nvSpPr>
          <p:spPr>
            <a:xfrm>
              <a:off x="981462" y="4873627"/>
              <a:ext cx="936104" cy="11914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403697E0-2688-D380-26A9-43AC35E1D51E}"/>
                </a:ext>
              </a:extLst>
            </p:cNvPr>
            <p:cNvCxnSpPr>
              <a:stCxn id="10" idx="0"/>
              <a:endCxn id="5" idx="2"/>
            </p:cNvCxnSpPr>
            <p:nvPr/>
          </p:nvCxnSpPr>
          <p:spPr>
            <a:xfrm flipH="1" flipV="1">
              <a:off x="1449514" y="2772303"/>
              <a:ext cx="1" cy="64378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A176CAC5-2F1F-A428-51FE-906BEAEB8E93}"/>
                </a:ext>
              </a:extLst>
            </p:cNvPr>
            <p:cNvCxnSpPr>
              <a:cxnSpLocks/>
              <a:stCxn id="6" idx="0"/>
              <a:endCxn id="10" idx="2"/>
            </p:cNvCxnSpPr>
            <p:nvPr/>
          </p:nvCxnSpPr>
          <p:spPr>
            <a:xfrm flipV="1">
              <a:off x="1449514" y="4229837"/>
              <a:ext cx="1" cy="64379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구부러진 연결선[U] 8">
              <a:extLst>
                <a:ext uri="{FF2B5EF4-FFF2-40B4-BE49-F238E27FC236}">
                  <a16:creationId xmlns:a16="http://schemas.microsoft.com/office/drawing/2014/main" id="{88F9BCEC-A567-6930-C585-E132B2CDACDC}"/>
                </a:ext>
              </a:extLst>
            </p:cNvPr>
            <p:cNvCxnSpPr>
              <a:cxnSpLocks/>
            </p:cNvCxnSpPr>
            <p:nvPr/>
          </p:nvCxnSpPr>
          <p:spPr>
            <a:xfrm>
              <a:off x="2154154" y="3688892"/>
              <a:ext cx="36234" cy="268144"/>
            </a:xfrm>
            <a:prstGeom prst="curvedConnector3">
              <a:avLst>
                <a:gd name="adj1" fmla="val 1800000"/>
              </a:avLst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F8DCA03-6044-7B46-D2DC-6B1172AC69AE}"/>
                </a:ext>
              </a:extLst>
            </p:cNvPr>
            <p:cNvSpPr/>
            <p:nvPr/>
          </p:nvSpPr>
          <p:spPr>
            <a:xfrm>
              <a:off x="764240" y="3416092"/>
              <a:ext cx="1370549" cy="81374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24">
                  <a:extLst>
                    <a:ext uri="{FF2B5EF4-FFF2-40B4-BE49-F238E27FC236}">
                      <a16:creationId xmlns:a16="http://schemas.microsoft.com/office/drawing/2014/main" id="{164E5F1E-C2A4-F940-9BF1-FBD0B0BDD8D4}"/>
                    </a:ext>
                  </a:extLst>
                </p:cNvPr>
                <p:cNvSpPr txBox="1"/>
                <p:nvPr/>
              </p:nvSpPr>
              <p:spPr>
                <a:xfrm>
                  <a:off x="1094351" y="5182493"/>
                  <a:ext cx="710325" cy="573673"/>
                </a:xfrm>
                <a:prstGeom prst="rect">
                  <a:avLst/>
                </a:prstGeom>
              </p:spPr>
              <p:txBody>
                <a:bodyPr vert="horz" wrap="square" lIns="0" tIns="14024" rIns="0" bIns="0" rtlCol="0">
                  <a:spAutoFit/>
                </a:bodyPr>
                <a:lstStyle/>
                <a:p>
                  <a:pPr marL="16499" marR="6599">
                    <a:lnSpc>
                      <a:spcPct val="100699"/>
                    </a:lnSpc>
                    <a:spcBef>
                      <a:spcPts val="11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1" i="0" spc="-6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𝐱</m:t>
                        </m:r>
                      </m:oMath>
                    </m:oMathPara>
                  </a14:m>
                  <a:endParaRPr lang="en" sz="24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Arial"/>
                  </a:endParaRPr>
                </a:p>
              </p:txBody>
            </p:sp>
          </mc:Choice>
          <mc:Fallback xmlns="">
            <p:sp>
              <p:nvSpPr>
                <p:cNvPr id="11" name="object 24">
                  <a:extLst>
                    <a:ext uri="{FF2B5EF4-FFF2-40B4-BE49-F238E27FC236}">
                      <a16:creationId xmlns:a16="http://schemas.microsoft.com/office/drawing/2014/main" id="{164E5F1E-C2A4-F940-9BF1-FBD0B0BDD8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351" y="5182493"/>
                  <a:ext cx="710325" cy="573673"/>
                </a:xfrm>
                <a:prstGeom prst="rect">
                  <a:avLst/>
                </a:prstGeom>
                <a:blipFill>
                  <a:blip r:embed="rId3"/>
                  <a:stretch>
                    <a:fillRect b="-1282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bject 24">
                  <a:extLst>
                    <a:ext uri="{FF2B5EF4-FFF2-40B4-BE49-F238E27FC236}">
                      <a16:creationId xmlns:a16="http://schemas.microsoft.com/office/drawing/2014/main" id="{D783852F-8AE8-69DE-5AD6-7ECEFBDF838D}"/>
                    </a:ext>
                  </a:extLst>
                </p:cNvPr>
                <p:cNvSpPr txBox="1"/>
                <p:nvPr/>
              </p:nvSpPr>
              <p:spPr>
                <a:xfrm>
                  <a:off x="1094351" y="1889763"/>
                  <a:ext cx="710325" cy="573673"/>
                </a:xfrm>
                <a:prstGeom prst="rect">
                  <a:avLst/>
                </a:prstGeom>
              </p:spPr>
              <p:txBody>
                <a:bodyPr vert="horz" wrap="square" lIns="0" tIns="14024" rIns="0" bIns="0" rtlCol="0">
                  <a:spAutoFit/>
                </a:bodyPr>
                <a:lstStyle/>
                <a:p>
                  <a:pPr marL="16499" marR="6599">
                    <a:lnSpc>
                      <a:spcPct val="100699"/>
                    </a:lnSpc>
                    <a:spcBef>
                      <a:spcPts val="11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1" i="0" spc="-6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𝐲</m:t>
                        </m:r>
                      </m:oMath>
                    </m:oMathPara>
                  </a14:m>
                  <a:endParaRPr lang="en" sz="24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Arial"/>
                  </a:endParaRPr>
                </a:p>
              </p:txBody>
            </p:sp>
          </mc:Choice>
          <mc:Fallback xmlns="">
            <p:sp>
              <p:nvSpPr>
                <p:cNvPr id="12" name="object 24">
                  <a:extLst>
                    <a:ext uri="{FF2B5EF4-FFF2-40B4-BE49-F238E27FC236}">
                      <a16:creationId xmlns:a16="http://schemas.microsoft.com/office/drawing/2014/main" id="{D783852F-8AE8-69DE-5AD6-7ECEFBDF83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351" y="1889763"/>
                  <a:ext cx="710325" cy="573673"/>
                </a:xfrm>
                <a:prstGeom prst="rect">
                  <a:avLst/>
                </a:prstGeom>
                <a:blipFill>
                  <a:blip r:embed="rId4"/>
                  <a:stretch>
                    <a:fillRect b="-4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object 24">
              <a:extLst>
                <a:ext uri="{FF2B5EF4-FFF2-40B4-BE49-F238E27FC236}">
                  <a16:creationId xmlns:a16="http://schemas.microsoft.com/office/drawing/2014/main" id="{01866E58-DFC1-E65F-3A56-7327466033A3}"/>
                </a:ext>
              </a:extLst>
            </p:cNvPr>
            <p:cNvSpPr txBox="1"/>
            <p:nvPr/>
          </p:nvSpPr>
          <p:spPr>
            <a:xfrm>
              <a:off x="929652" y="3586545"/>
              <a:ext cx="1039722" cy="498584"/>
            </a:xfrm>
            <a:prstGeom prst="rect">
              <a:avLst/>
            </a:prstGeom>
          </p:spPr>
          <p:txBody>
            <a:bodyPr vert="horz" wrap="square" lIns="0" tIns="14024" rIns="0" bIns="0" rtlCol="0">
              <a:spAutoFit/>
            </a:bodyPr>
            <a:lstStyle/>
            <a:p>
              <a:pPr marL="16499" marR="6599" algn="ctr">
                <a:lnSpc>
                  <a:spcPct val="100699"/>
                </a:lnSpc>
                <a:spcBef>
                  <a:spcPts val="110"/>
                </a:spcBef>
              </a:pPr>
              <a:r>
                <a:rPr lang="en" sz="28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RNN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24">
                  <a:extLst>
                    <a:ext uri="{FF2B5EF4-FFF2-40B4-BE49-F238E27FC236}">
                      <a16:creationId xmlns:a16="http://schemas.microsoft.com/office/drawing/2014/main" id="{13C04A54-9C67-BBD1-EDDB-A345A13337A3}"/>
                    </a:ext>
                  </a:extLst>
                </p:cNvPr>
                <p:cNvSpPr txBox="1"/>
                <p:nvPr/>
              </p:nvSpPr>
              <p:spPr>
                <a:xfrm>
                  <a:off x="2134785" y="3110116"/>
                  <a:ext cx="710325" cy="573673"/>
                </a:xfrm>
                <a:prstGeom prst="rect">
                  <a:avLst/>
                </a:prstGeom>
              </p:spPr>
              <p:txBody>
                <a:bodyPr vert="horz" wrap="square" lIns="0" tIns="14024" rIns="0" bIns="0" rtlCol="0">
                  <a:spAutoFit/>
                </a:bodyPr>
                <a:lstStyle/>
                <a:p>
                  <a:pPr marL="16499" marR="6599">
                    <a:lnSpc>
                      <a:spcPct val="100699"/>
                    </a:lnSpc>
                    <a:spcBef>
                      <a:spcPts val="11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1" i="0" spc="-6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𝐡</m:t>
                        </m:r>
                      </m:oMath>
                    </m:oMathPara>
                  </a14:m>
                  <a:endParaRPr lang="en" sz="24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Arial"/>
                  </a:endParaRPr>
                </a:p>
              </p:txBody>
            </p:sp>
          </mc:Choice>
          <mc:Fallback xmlns="">
            <p:sp>
              <p:nvSpPr>
                <p:cNvPr id="14" name="object 24">
                  <a:extLst>
                    <a:ext uri="{FF2B5EF4-FFF2-40B4-BE49-F238E27FC236}">
                      <a16:creationId xmlns:a16="http://schemas.microsoft.com/office/drawing/2014/main" id="{13C04A54-9C67-BBD1-EDDB-A345A13337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785" y="3110116"/>
                  <a:ext cx="710325" cy="573673"/>
                </a:xfrm>
                <a:prstGeom prst="rect">
                  <a:avLst/>
                </a:prstGeom>
                <a:blipFill>
                  <a:blip r:embed="rId5"/>
                  <a:stretch>
                    <a:fillRect l="-2083" b="-2051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484E092-6CB9-5142-797E-AAAF0CA7DB51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[slide courtesy: Stanford, CS231]</a:t>
            </a:r>
          </a:p>
        </p:txBody>
      </p:sp>
      <p:sp>
        <p:nvSpPr>
          <p:cNvPr id="17" name="바닥글 개체 틀 16">
            <a:extLst>
              <a:ext uri="{FF2B5EF4-FFF2-40B4-BE49-F238E27FC236}">
                <a16:creationId xmlns:a16="http://schemas.microsoft.com/office/drawing/2014/main" id="{ED5D2349-3431-57A1-2B0C-F6A8D60D18A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836664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CAC0-C791-6AC7-2CA6-B47966872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RNN: Computational Graph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FC542D-5702-FD3D-2D39-389DDA1C0B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20</a:t>
            </a:fld>
            <a:endParaRPr kumimoji="1"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3EFD5F-A35A-17A0-7359-D810C288DB07}"/>
              </a:ext>
            </a:extLst>
          </p:cNvPr>
          <p:cNvSpPr/>
          <p:nvPr/>
        </p:nvSpPr>
        <p:spPr>
          <a:xfrm>
            <a:off x="2078944" y="4245822"/>
            <a:ext cx="8510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EEBF7BD-3C68-C07D-F221-7E1DF9156033}"/>
              </a:ext>
            </a:extLst>
          </p:cNvPr>
          <p:cNvCxnSpPr>
            <a:cxnSpLocks/>
            <a:stCxn id="5" idx="0"/>
            <a:endCxn id="7" idx="2"/>
          </p:cNvCxnSpPr>
          <p:nvPr/>
        </p:nvCxnSpPr>
        <p:spPr>
          <a:xfrm flipV="1">
            <a:off x="2504446" y="3602032"/>
            <a:ext cx="0" cy="64379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03F5419-F2AB-ED46-6462-04A199353EDF}"/>
              </a:ext>
            </a:extLst>
          </p:cNvPr>
          <p:cNvSpPr/>
          <p:nvPr/>
        </p:nvSpPr>
        <p:spPr>
          <a:xfrm>
            <a:off x="1881469" y="2788287"/>
            <a:ext cx="1245954" cy="8137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24">
                <a:extLst>
                  <a:ext uri="{FF2B5EF4-FFF2-40B4-BE49-F238E27FC236}">
                    <a16:creationId xmlns:a16="http://schemas.microsoft.com/office/drawing/2014/main" id="{DAD3E03B-61E2-7725-ECB9-032CC0C65755}"/>
                  </a:ext>
                </a:extLst>
              </p:cNvPr>
              <p:cNvSpPr txBox="1"/>
              <p:nvPr/>
            </p:nvSpPr>
            <p:spPr>
              <a:xfrm>
                <a:off x="2149283" y="4554688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36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x</m:t>
                          </m:r>
                        </m:e>
                        <m:sub>
                          <m: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altLang="ko-Kore-KR" sz="24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8" name="object 24">
                <a:extLst>
                  <a:ext uri="{FF2B5EF4-FFF2-40B4-BE49-F238E27FC236}">
                    <a16:creationId xmlns:a16="http://schemas.microsoft.com/office/drawing/2014/main" id="{DAD3E03B-61E2-7725-ECB9-032CC0C65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283" y="4554688"/>
                <a:ext cx="710325" cy="573673"/>
              </a:xfrm>
              <a:prstGeom prst="rect">
                <a:avLst/>
              </a:prstGeom>
              <a:blipFill>
                <a:blip r:embed="rId2"/>
                <a:stretch>
                  <a:fillRect b="-10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24">
                <a:extLst>
                  <a:ext uri="{FF2B5EF4-FFF2-40B4-BE49-F238E27FC236}">
                    <a16:creationId xmlns:a16="http://schemas.microsoft.com/office/drawing/2014/main" id="{7591AA7D-F28C-FD56-F888-B56D2FE624B6}"/>
                  </a:ext>
                </a:extLst>
              </p:cNvPr>
              <p:cNvSpPr txBox="1"/>
              <p:nvPr/>
            </p:nvSpPr>
            <p:spPr>
              <a:xfrm>
                <a:off x="1984585" y="2909964"/>
                <a:ext cx="1039722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 algn="ctr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𝑓</m:t>
                          </m:r>
                        </m:e>
                        <m:sub>
                          <m: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" altLang="ko-Kore-KR" sz="24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9" name="object 24">
                <a:extLst>
                  <a:ext uri="{FF2B5EF4-FFF2-40B4-BE49-F238E27FC236}">
                    <a16:creationId xmlns:a16="http://schemas.microsoft.com/office/drawing/2014/main" id="{7591AA7D-F28C-FD56-F888-B56D2FE62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4585" y="2909964"/>
                <a:ext cx="1039722" cy="573673"/>
              </a:xfrm>
              <a:prstGeom prst="rect">
                <a:avLst/>
              </a:prstGeom>
              <a:blipFill>
                <a:blip r:embed="rId3"/>
                <a:stretch>
                  <a:fillRect b="-27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1B4E658-2524-62CA-84A3-D379D7D40DE7}"/>
              </a:ext>
            </a:extLst>
          </p:cNvPr>
          <p:cNvCxnSpPr>
            <a:cxnSpLocks/>
          </p:cNvCxnSpPr>
          <p:nvPr/>
        </p:nvCxnSpPr>
        <p:spPr>
          <a:xfrm>
            <a:off x="1264440" y="3195160"/>
            <a:ext cx="62674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3606321-C4E1-611E-AC04-B2BCA421C42D}"/>
              </a:ext>
            </a:extLst>
          </p:cNvPr>
          <p:cNvSpPr/>
          <p:nvPr/>
        </p:nvSpPr>
        <p:spPr>
          <a:xfrm>
            <a:off x="413437" y="2599457"/>
            <a:ext cx="8510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4">
                <a:extLst>
                  <a:ext uri="{FF2B5EF4-FFF2-40B4-BE49-F238E27FC236}">
                    <a16:creationId xmlns:a16="http://schemas.microsoft.com/office/drawing/2014/main" id="{BDFE713B-0411-EB2E-CDE2-1CBCBDFA6C4F}"/>
                  </a:ext>
                </a:extLst>
              </p:cNvPr>
              <p:cNvSpPr txBox="1"/>
              <p:nvPr/>
            </p:nvSpPr>
            <p:spPr>
              <a:xfrm>
                <a:off x="483776" y="2908323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36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" sz="24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12" name="object 24">
                <a:extLst>
                  <a:ext uri="{FF2B5EF4-FFF2-40B4-BE49-F238E27FC236}">
                    <a16:creationId xmlns:a16="http://schemas.microsoft.com/office/drawing/2014/main" id="{BDFE713B-0411-EB2E-CDE2-1CBCBDFA6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76" y="2908323"/>
                <a:ext cx="710325" cy="573673"/>
              </a:xfrm>
              <a:prstGeom prst="rect">
                <a:avLst/>
              </a:prstGeom>
              <a:blipFill>
                <a:blip r:embed="rId4"/>
                <a:stretch>
                  <a:fillRect l="-5172" b="-106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59795C3-93F1-F393-2CFD-52879B759E75}"/>
              </a:ext>
            </a:extLst>
          </p:cNvPr>
          <p:cNvCxnSpPr>
            <a:cxnSpLocks/>
          </p:cNvCxnSpPr>
          <p:nvPr/>
        </p:nvCxnSpPr>
        <p:spPr>
          <a:xfrm>
            <a:off x="3136648" y="3195160"/>
            <a:ext cx="62674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D77088-DA09-7FD8-EB9A-E8F1DD672B11}"/>
              </a:ext>
            </a:extLst>
          </p:cNvPr>
          <p:cNvSpPr/>
          <p:nvPr/>
        </p:nvSpPr>
        <p:spPr>
          <a:xfrm>
            <a:off x="5441494" y="4245822"/>
            <a:ext cx="851004" cy="11914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906E433-562E-8DE6-DABA-760D81234F7D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V="1">
            <a:off x="5866996" y="3602032"/>
            <a:ext cx="0" cy="64379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5C76EB-FBCC-54A2-B4C7-9A510391F44B}"/>
              </a:ext>
            </a:extLst>
          </p:cNvPr>
          <p:cNvSpPr/>
          <p:nvPr/>
        </p:nvSpPr>
        <p:spPr>
          <a:xfrm>
            <a:off x="5244019" y="2788287"/>
            <a:ext cx="1245954" cy="8137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24">
                <a:extLst>
                  <a:ext uri="{FF2B5EF4-FFF2-40B4-BE49-F238E27FC236}">
                    <a16:creationId xmlns:a16="http://schemas.microsoft.com/office/drawing/2014/main" id="{A0F35D8A-419F-583D-C3E1-0F5772D4058C}"/>
                  </a:ext>
                </a:extLst>
              </p:cNvPr>
              <p:cNvSpPr txBox="1"/>
              <p:nvPr/>
            </p:nvSpPr>
            <p:spPr>
              <a:xfrm>
                <a:off x="5511833" y="4554688"/>
                <a:ext cx="710325" cy="57367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36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x</m:t>
                          </m:r>
                        </m:e>
                        <m:sub>
                          <m: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" altLang="ko-Kore-KR" sz="24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17" name="object 24">
                <a:extLst>
                  <a:ext uri="{FF2B5EF4-FFF2-40B4-BE49-F238E27FC236}">
                    <a16:creationId xmlns:a16="http://schemas.microsoft.com/office/drawing/2014/main" id="{A0F35D8A-419F-583D-C3E1-0F5772D40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33" y="4554688"/>
                <a:ext cx="710325" cy="573673"/>
              </a:xfrm>
              <a:prstGeom prst="rect">
                <a:avLst/>
              </a:prstGeom>
              <a:blipFill>
                <a:blip r:embed="rId5"/>
                <a:stretch>
                  <a:fillRect b="-10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4">
                <a:extLst>
                  <a:ext uri="{FF2B5EF4-FFF2-40B4-BE49-F238E27FC236}">
                    <a16:creationId xmlns:a16="http://schemas.microsoft.com/office/drawing/2014/main" id="{35529293-E544-4885-03C5-37EF6F529B06}"/>
                  </a:ext>
                </a:extLst>
              </p:cNvPr>
              <p:cNvSpPr txBox="1"/>
              <p:nvPr/>
            </p:nvSpPr>
            <p:spPr>
              <a:xfrm>
                <a:off x="5347135" y="2909964"/>
                <a:ext cx="1039722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 algn="ctr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𝑓</m:t>
                          </m:r>
                        </m:e>
                        <m:sub>
                          <m: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" altLang="ko-Kore-KR" sz="24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18" name="object 24">
                <a:extLst>
                  <a:ext uri="{FF2B5EF4-FFF2-40B4-BE49-F238E27FC236}">
                    <a16:creationId xmlns:a16="http://schemas.microsoft.com/office/drawing/2014/main" id="{35529293-E544-4885-03C5-37EF6F529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135" y="2909964"/>
                <a:ext cx="1039722" cy="573673"/>
              </a:xfrm>
              <a:prstGeom prst="rect">
                <a:avLst/>
              </a:prstGeom>
              <a:blipFill>
                <a:blip r:embed="rId6"/>
                <a:stretch>
                  <a:fillRect b="-27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CB8B028-5389-D086-7275-8A8F4A45CE5F}"/>
              </a:ext>
            </a:extLst>
          </p:cNvPr>
          <p:cNvCxnSpPr>
            <a:cxnSpLocks/>
          </p:cNvCxnSpPr>
          <p:nvPr/>
        </p:nvCxnSpPr>
        <p:spPr>
          <a:xfrm>
            <a:off x="4626990" y="3195160"/>
            <a:ext cx="62674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213AE9A-5A3D-7293-B5E2-362034B3D45A}"/>
              </a:ext>
            </a:extLst>
          </p:cNvPr>
          <p:cNvSpPr/>
          <p:nvPr/>
        </p:nvSpPr>
        <p:spPr>
          <a:xfrm>
            <a:off x="3775987" y="2599457"/>
            <a:ext cx="8510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859D3D3B-23C7-99B2-E99C-6A9C398B4E42}"/>
                  </a:ext>
                </a:extLst>
              </p:cNvPr>
              <p:cNvSpPr txBox="1"/>
              <p:nvPr/>
            </p:nvSpPr>
            <p:spPr>
              <a:xfrm>
                <a:off x="3846326" y="2908323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36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sz="24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859D3D3B-23C7-99B2-E99C-6A9C398B4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326" y="2908323"/>
                <a:ext cx="710325" cy="573673"/>
              </a:xfrm>
              <a:prstGeom prst="rect">
                <a:avLst/>
              </a:prstGeom>
              <a:blipFill>
                <a:blip r:embed="rId7"/>
                <a:stretch>
                  <a:fillRect l="-5263" b="-106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4FF3D23-00B5-A456-A191-67EB58FF5512}"/>
              </a:ext>
            </a:extLst>
          </p:cNvPr>
          <p:cNvCxnSpPr>
            <a:cxnSpLocks/>
          </p:cNvCxnSpPr>
          <p:nvPr/>
        </p:nvCxnSpPr>
        <p:spPr>
          <a:xfrm>
            <a:off x="6499198" y="3195160"/>
            <a:ext cx="62674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97EC1D3-C4B1-E776-FBE7-193094EC6756}"/>
              </a:ext>
            </a:extLst>
          </p:cNvPr>
          <p:cNvSpPr/>
          <p:nvPr/>
        </p:nvSpPr>
        <p:spPr>
          <a:xfrm>
            <a:off x="8804044" y="4245822"/>
            <a:ext cx="8510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3A76040B-A417-C001-313F-8394A0B083F3}"/>
              </a:ext>
            </a:extLst>
          </p:cNvPr>
          <p:cNvCxnSpPr>
            <a:cxnSpLocks/>
            <a:stCxn id="23" idx="0"/>
            <a:endCxn id="25" idx="2"/>
          </p:cNvCxnSpPr>
          <p:nvPr/>
        </p:nvCxnSpPr>
        <p:spPr>
          <a:xfrm flipV="1">
            <a:off x="9229546" y="3602032"/>
            <a:ext cx="0" cy="64379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D04A4A1-8A51-93F9-A01A-694383774359}"/>
              </a:ext>
            </a:extLst>
          </p:cNvPr>
          <p:cNvSpPr/>
          <p:nvPr/>
        </p:nvSpPr>
        <p:spPr>
          <a:xfrm>
            <a:off x="8606569" y="2788287"/>
            <a:ext cx="1245954" cy="8137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24">
                <a:extLst>
                  <a:ext uri="{FF2B5EF4-FFF2-40B4-BE49-F238E27FC236}">
                    <a16:creationId xmlns:a16="http://schemas.microsoft.com/office/drawing/2014/main" id="{D23D4875-8497-9291-DA0C-8476ECBA5238}"/>
                  </a:ext>
                </a:extLst>
              </p:cNvPr>
              <p:cNvSpPr txBox="1"/>
              <p:nvPr/>
            </p:nvSpPr>
            <p:spPr>
              <a:xfrm>
                <a:off x="8874383" y="4554688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36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x</m:t>
                          </m:r>
                        </m:e>
                        <m:sub>
                          <m: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" altLang="ko-Kore-KR" sz="24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26" name="object 24">
                <a:extLst>
                  <a:ext uri="{FF2B5EF4-FFF2-40B4-BE49-F238E27FC236}">
                    <a16:creationId xmlns:a16="http://schemas.microsoft.com/office/drawing/2014/main" id="{D23D4875-8497-9291-DA0C-8476ECBA5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4383" y="4554688"/>
                <a:ext cx="710325" cy="573673"/>
              </a:xfrm>
              <a:prstGeom prst="rect">
                <a:avLst/>
              </a:prstGeom>
              <a:blipFill>
                <a:blip r:embed="rId8"/>
                <a:stretch>
                  <a:fillRect b="-10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24">
                <a:extLst>
                  <a:ext uri="{FF2B5EF4-FFF2-40B4-BE49-F238E27FC236}">
                    <a16:creationId xmlns:a16="http://schemas.microsoft.com/office/drawing/2014/main" id="{BDBBC4A5-3B21-2F81-AA41-183DAC661F49}"/>
                  </a:ext>
                </a:extLst>
              </p:cNvPr>
              <p:cNvSpPr txBox="1"/>
              <p:nvPr/>
            </p:nvSpPr>
            <p:spPr>
              <a:xfrm>
                <a:off x="8709685" y="2909964"/>
                <a:ext cx="1039722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 algn="ctr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𝑓</m:t>
                          </m:r>
                        </m:e>
                        <m:sub>
                          <m: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" altLang="ko-Kore-KR" sz="24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27" name="object 24">
                <a:extLst>
                  <a:ext uri="{FF2B5EF4-FFF2-40B4-BE49-F238E27FC236}">
                    <a16:creationId xmlns:a16="http://schemas.microsoft.com/office/drawing/2014/main" id="{BDBBC4A5-3B21-2F81-AA41-183DAC661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9685" y="2909964"/>
                <a:ext cx="1039722" cy="573673"/>
              </a:xfrm>
              <a:prstGeom prst="rect">
                <a:avLst/>
              </a:prstGeom>
              <a:blipFill>
                <a:blip r:embed="rId9"/>
                <a:stretch>
                  <a:fillRect b="-27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F533C341-9066-8BB7-0F23-EFBCC0641806}"/>
              </a:ext>
            </a:extLst>
          </p:cNvPr>
          <p:cNvCxnSpPr>
            <a:cxnSpLocks/>
          </p:cNvCxnSpPr>
          <p:nvPr/>
        </p:nvCxnSpPr>
        <p:spPr>
          <a:xfrm>
            <a:off x="7989540" y="3195160"/>
            <a:ext cx="62674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5DB9F08-5F5F-76AB-B379-62AEB255578A}"/>
              </a:ext>
            </a:extLst>
          </p:cNvPr>
          <p:cNvSpPr/>
          <p:nvPr/>
        </p:nvSpPr>
        <p:spPr>
          <a:xfrm>
            <a:off x="7138537" y="2599457"/>
            <a:ext cx="8510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24">
                <a:extLst>
                  <a:ext uri="{FF2B5EF4-FFF2-40B4-BE49-F238E27FC236}">
                    <a16:creationId xmlns:a16="http://schemas.microsoft.com/office/drawing/2014/main" id="{B7416B00-4A00-1A40-26E5-A27598EFF8E2}"/>
                  </a:ext>
                </a:extLst>
              </p:cNvPr>
              <p:cNvSpPr txBox="1"/>
              <p:nvPr/>
            </p:nvSpPr>
            <p:spPr>
              <a:xfrm>
                <a:off x="7208876" y="2908323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36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" sz="24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30" name="object 24">
                <a:extLst>
                  <a:ext uri="{FF2B5EF4-FFF2-40B4-BE49-F238E27FC236}">
                    <a16:creationId xmlns:a16="http://schemas.microsoft.com/office/drawing/2014/main" id="{B7416B00-4A00-1A40-26E5-A27598EFF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8876" y="2908323"/>
                <a:ext cx="710325" cy="573673"/>
              </a:xfrm>
              <a:prstGeom prst="rect">
                <a:avLst/>
              </a:prstGeom>
              <a:blipFill>
                <a:blip r:embed="rId10"/>
                <a:stretch>
                  <a:fillRect l="-5263" b="-106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7D63F14-AB31-214B-EE0D-7296FC23EDA5}"/>
              </a:ext>
            </a:extLst>
          </p:cNvPr>
          <p:cNvCxnSpPr>
            <a:cxnSpLocks/>
          </p:cNvCxnSpPr>
          <p:nvPr/>
        </p:nvCxnSpPr>
        <p:spPr>
          <a:xfrm>
            <a:off x="9861748" y="3195160"/>
            <a:ext cx="62674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CC3E155-DCC4-E998-11A9-18FCA7DD3B09}"/>
              </a:ext>
            </a:extLst>
          </p:cNvPr>
          <p:cNvSpPr/>
          <p:nvPr/>
        </p:nvSpPr>
        <p:spPr>
          <a:xfrm>
            <a:off x="11008724" y="2599457"/>
            <a:ext cx="851004" cy="119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24">
                <a:extLst>
                  <a:ext uri="{FF2B5EF4-FFF2-40B4-BE49-F238E27FC236}">
                    <a16:creationId xmlns:a16="http://schemas.microsoft.com/office/drawing/2014/main" id="{2ABDE3F9-BF35-8892-DE52-8A6A43CDB79D}"/>
                  </a:ext>
                </a:extLst>
              </p:cNvPr>
              <p:cNvSpPr txBox="1"/>
              <p:nvPr/>
            </p:nvSpPr>
            <p:spPr>
              <a:xfrm>
                <a:off x="11079063" y="2908323"/>
                <a:ext cx="710325" cy="573673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36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36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" sz="24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33" name="object 24">
                <a:extLst>
                  <a:ext uri="{FF2B5EF4-FFF2-40B4-BE49-F238E27FC236}">
                    <a16:creationId xmlns:a16="http://schemas.microsoft.com/office/drawing/2014/main" id="{2ABDE3F9-BF35-8892-DE52-8A6A43CDB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9063" y="2908323"/>
                <a:ext cx="710325" cy="573673"/>
              </a:xfrm>
              <a:prstGeom prst="rect">
                <a:avLst/>
              </a:prstGeom>
              <a:blipFill>
                <a:blip r:embed="rId11"/>
                <a:stretch>
                  <a:fillRect l="-8772" b="-106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bject 24">
            <a:extLst>
              <a:ext uri="{FF2B5EF4-FFF2-40B4-BE49-F238E27FC236}">
                <a16:creationId xmlns:a16="http://schemas.microsoft.com/office/drawing/2014/main" id="{2E61E23D-AC0B-B147-4597-7CFCF1DA649D}"/>
              </a:ext>
            </a:extLst>
          </p:cNvPr>
          <p:cNvSpPr txBox="1"/>
          <p:nvPr/>
        </p:nvSpPr>
        <p:spPr>
          <a:xfrm>
            <a:off x="10240854" y="2806159"/>
            <a:ext cx="1039722" cy="555656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3600" b="0" dirty="0">
                <a:solidFill>
                  <a:schemeClr val="tx1"/>
                </a:solidFill>
                <a:latin typeface="Calibri" panose="020F0502020204030204" pitchFamily="34" charset="0"/>
                <a:cs typeface="Arial"/>
              </a:rPr>
              <a:t>…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D63F89-F7FB-F4FE-E636-CC9819E866E5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[slide courtesy: Stanford, CS231]</a:t>
            </a:r>
          </a:p>
        </p:txBody>
      </p:sp>
      <p:sp>
        <p:nvSpPr>
          <p:cNvPr id="49" name="바닥글 개체 틀 48">
            <a:extLst>
              <a:ext uri="{FF2B5EF4-FFF2-40B4-BE49-F238E27FC236}">
                <a16:creationId xmlns:a16="http://schemas.microsoft.com/office/drawing/2014/main" id="{2A19C7B2-C9CB-9615-9F43-7DAD4081FB4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157980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CAC0-C791-6AC7-2CA6-B47966872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RNN: Computational Graph</a:t>
            </a:r>
            <a:endParaRPr kumimoji="1" lang="ko-KR" altLang="en-US" dirty="0"/>
          </a:p>
        </p:txBody>
      </p:sp>
      <p:sp>
        <p:nvSpPr>
          <p:cNvPr id="84" name="텍스트 개체 틀 83">
            <a:extLst>
              <a:ext uri="{FF2B5EF4-FFF2-40B4-BE49-F238E27FC236}">
                <a16:creationId xmlns:a16="http://schemas.microsoft.com/office/drawing/2014/main" id="{7E83BAEA-2821-64BA-0977-09BCA8F13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dirty="0"/>
              <a:t>Re-use the same weight matrix at every time-step: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FC542D-5702-FD3D-2D39-389DDA1C0B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21</a:t>
            </a:fld>
            <a:endParaRPr kumimoji="1" lang="ko-Kore-KR" altLang="en-US"/>
          </a:p>
        </p:txBody>
      </p:sp>
      <p:cxnSp>
        <p:nvCxnSpPr>
          <p:cNvPr id="40" name="구부러진 연결선[U] 39">
            <a:extLst>
              <a:ext uri="{FF2B5EF4-FFF2-40B4-BE49-F238E27FC236}">
                <a16:creationId xmlns:a16="http://schemas.microsoft.com/office/drawing/2014/main" id="{F4DDAF78-D56C-BE56-8DB1-97B40CAE8AB4}"/>
              </a:ext>
            </a:extLst>
          </p:cNvPr>
          <p:cNvCxnSpPr>
            <a:stCxn id="73" idx="0"/>
          </p:cNvCxnSpPr>
          <p:nvPr/>
        </p:nvCxnSpPr>
        <p:spPr>
          <a:xfrm rot="5400000" flipH="1" flipV="1">
            <a:off x="1807632" y="4086360"/>
            <a:ext cx="1454558" cy="916624"/>
          </a:xfrm>
          <a:prstGeom prst="curvedConnector3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구부러진 연결선[U] 40">
            <a:extLst>
              <a:ext uri="{FF2B5EF4-FFF2-40B4-BE49-F238E27FC236}">
                <a16:creationId xmlns:a16="http://schemas.microsoft.com/office/drawing/2014/main" id="{CAB62059-4214-7D78-6F28-9CC75ADF1043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2378737" y="3829099"/>
            <a:ext cx="3299742" cy="1693536"/>
          </a:xfrm>
          <a:prstGeom prst="curvedConnector2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구부러진 연결선[U] 41">
            <a:extLst>
              <a:ext uri="{FF2B5EF4-FFF2-40B4-BE49-F238E27FC236}">
                <a16:creationId xmlns:a16="http://schemas.microsoft.com/office/drawing/2014/main" id="{65B570AC-00FA-5620-704B-6F6B1D0E6235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2378737" y="3816734"/>
            <a:ext cx="5771051" cy="1705902"/>
          </a:xfrm>
          <a:prstGeom prst="curvedConnector2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FDE399C-FEE7-FC83-E34D-E2EFF5A89CDA}"/>
              </a:ext>
            </a:extLst>
          </p:cNvPr>
          <p:cNvSpPr/>
          <p:nvPr/>
        </p:nvSpPr>
        <p:spPr>
          <a:xfrm>
            <a:off x="2989012" y="4316790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3610ABD9-B734-22F3-AD60-DD427DA761ED}"/>
              </a:ext>
            </a:extLst>
          </p:cNvPr>
          <p:cNvCxnSpPr>
            <a:cxnSpLocks/>
            <a:stCxn id="43" idx="0"/>
            <a:endCxn id="45" idx="2"/>
          </p:cNvCxnSpPr>
          <p:nvPr/>
        </p:nvCxnSpPr>
        <p:spPr>
          <a:xfrm flipV="1">
            <a:off x="3319080" y="3817393"/>
            <a:ext cx="0" cy="499397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FBACDD2-1A73-1060-A449-606CC108EBBB}"/>
              </a:ext>
            </a:extLst>
          </p:cNvPr>
          <p:cNvSpPr/>
          <p:nvPr/>
        </p:nvSpPr>
        <p:spPr>
          <a:xfrm>
            <a:off x="2835827" y="3186159"/>
            <a:ext cx="966505" cy="631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24">
                <a:extLst>
                  <a:ext uri="{FF2B5EF4-FFF2-40B4-BE49-F238E27FC236}">
                    <a16:creationId xmlns:a16="http://schemas.microsoft.com/office/drawing/2014/main" id="{221196CB-C3A7-FFFF-7B2A-8CB93CB1A5DF}"/>
                  </a:ext>
                </a:extLst>
              </p:cNvPr>
              <p:cNvSpPr txBox="1"/>
              <p:nvPr/>
            </p:nvSpPr>
            <p:spPr>
              <a:xfrm>
                <a:off x="3043575" y="455638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x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46" name="object 24">
                <a:extLst>
                  <a:ext uri="{FF2B5EF4-FFF2-40B4-BE49-F238E27FC236}">
                    <a16:creationId xmlns:a16="http://schemas.microsoft.com/office/drawing/2014/main" id="{221196CB-C3A7-FFFF-7B2A-8CB93CB1A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575" y="4556383"/>
                <a:ext cx="551010" cy="449345"/>
              </a:xfrm>
              <a:prstGeom prst="rect">
                <a:avLst/>
              </a:prstGeom>
              <a:blipFill>
                <a:blip r:embed="rId3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24">
                <a:extLst>
                  <a:ext uri="{FF2B5EF4-FFF2-40B4-BE49-F238E27FC236}">
                    <a16:creationId xmlns:a16="http://schemas.microsoft.com/office/drawing/2014/main" id="{28FCA0B3-FDD7-695F-BD54-1DB2E54AC99D}"/>
                  </a:ext>
                </a:extLst>
              </p:cNvPr>
              <p:cNvSpPr txBox="1"/>
              <p:nvPr/>
            </p:nvSpPr>
            <p:spPr>
              <a:xfrm>
                <a:off x="2915816" y="3280546"/>
                <a:ext cx="806528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 algn="ctr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𝑓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47" name="object 24">
                <a:extLst>
                  <a:ext uri="{FF2B5EF4-FFF2-40B4-BE49-F238E27FC236}">
                    <a16:creationId xmlns:a16="http://schemas.microsoft.com/office/drawing/2014/main" id="{28FCA0B3-FDD7-695F-BD54-1DB2E54AC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3280546"/>
                <a:ext cx="806528" cy="449345"/>
              </a:xfrm>
              <a:prstGeom prst="rect">
                <a:avLst/>
              </a:prstGeom>
              <a:blipFill>
                <a:blip r:embed="rId4"/>
                <a:stretch>
                  <a:fillRect l="-1538" t="-2778" b="-2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009ACCAB-D5F5-DE9E-242A-B6CE15DE8885}"/>
              </a:ext>
            </a:extLst>
          </p:cNvPr>
          <p:cNvCxnSpPr>
            <a:cxnSpLocks/>
          </p:cNvCxnSpPr>
          <p:nvPr/>
        </p:nvCxnSpPr>
        <p:spPr>
          <a:xfrm>
            <a:off x="2357189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80EF86E-DC76-2B13-E03D-8F6F20FC3CDC}"/>
              </a:ext>
            </a:extLst>
          </p:cNvPr>
          <p:cNvSpPr/>
          <p:nvPr/>
        </p:nvSpPr>
        <p:spPr>
          <a:xfrm>
            <a:off x="1697053" y="3039681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24">
                <a:extLst>
                  <a:ext uri="{FF2B5EF4-FFF2-40B4-BE49-F238E27FC236}">
                    <a16:creationId xmlns:a16="http://schemas.microsoft.com/office/drawing/2014/main" id="{DD7A37FE-FCE5-14CC-627C-FF50FDEE38F8}"/>
                  </a:ext>
                </a:extLst>
              </p:cNvPr>
              <p:cNvSpPr txBox="1"/>
              <p:nvPr/>
            </p:nvSpPr>
            <p:spPr>
              <a:xfrm>
                <a:off x="1751616" y="327927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50" name="object 24">
                <a:extLst>
                  <a:ext uri="{FF2B5EF4-FFF2-40B4-BE49-F238E27FC236}">
                    <a16:creationId xmlns:a16="http://schemas.microsoft.com/office/drawing/2014/main" id="{DD7A37FE-FCE5-14CC-627C-FF50FDEE3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1616" y="3279273"/>
                <a:ext cx="551010" cy="449345"/>
              </a:xfrm>
              <a:prstGeom prst="rect">
                <a:avLst/>
              </a:prstGeom>
              <a:blipFill>
                <a:blip r:embed="rId5"/>
                <a:stretch>
                  <a:fillRect l="-6667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13ACCFB8-8973-E09C-3294-4E2AB098432D}"/>
              </a:ext>
            </a:extLst>
          </p:cNvPr>
          <p:cNvCxnSpPr>
            <a:cxnSpLocks/>
          </p:cNvCxnSpPr>
          <p:nvPr/>
        </p:nvCxnSpPr>
        <p:spPr>
          <a:xfrm>
            <a:off x="3809489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751E243-AC81-A571-7569-D9E1506B74C7}"/>
              </a:ext>
            </a:extLst>
          </p:cNvPr>
          <p:cNvSpPr/>
          <p:nvPr/>
        </p:nvSpPr>
        <p:spPr>
          <a:xfrm>
            <a:off x="5597392" y="4316790"/>
            <a:ext cx="660137" cy="9241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3854B237-ABCB-1320-0294-B587436576F2}"/>
              </a:ext>
            </a:extLst>
          </p:cNvPr>
          <p:cNvCxnSpPr>
            <a:cxnSpLocks/>
            <a:stCxn id="52" idx="0"/>
            <a:endCxn id="54" idx="2"/>
          </p:cNvCxnSpPr>
          <p:nvPr/>
        </p:nvCxnSpPr>
        <p:spPr>
          <a:xfrm flipV="1">
            <a:off x="5927461" y="3817393"/>
            <a:ext cx="0" cy="499397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8049C80-4B38-B3FE-CCD4-69496E55421D}"/>
              </a:ext>
            </a:extLst>
          </p:cNvPr>
          <p:cNvSpPr/>
          <p:nvPr/>
        </p:nvSpPr>
        <p:spPr>
          <a:xfrm>
            <a:off x="5444208" y="3186159"/>
            <a:ext cx="966505" cy="631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bject 24">
                <a:extLst>
                  <a:ext uri="{FF2B5EF4-FFF2-40B4-BE49-F238E27FC236}">
                    <a16:creationId xmlns:a16="http://schemas.microsoft.com/office/drawing/2014/main" id="{21E49384-363C-7CC5-70E3-3A6F5E84159E}"/>
                  </a:ext>
                </a:extLst>
              </p:cNvPr>
              <p:cNvSpPr txBox="1"/>
              <p:nvPr/>
            </p:nvSpPr>
            <p:spPr>
              <a:xfrm>
                <a:off x="5651955" y="4556383"/>
                <a:ext cx="551010" cy="44934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x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55" name="object 24">
                <a:extLst>
                  <a:ext uri="{FF2B5EF4-FFF2-40B4-BE49-F238E27FC236}">
                    <a16:creationId xmlns:a16="http://schemas.microsoft.com/office/drawing/2014/main" id="{21E49384-363C-7CC5-70E3-3A6F5E841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955" y="4556383"/>
                <a:ext cx="551010" cy="44934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bject 24">
                <a:extLst>
                  <a:ext uri="{FF2B5EF4-FFF2-40B4-BE49-F238E27FC236}">
                    <a16:creationId xmlns:a16="http://schemas.microsoft.com/office/drawing/2014/main" id="{3DF52765-56DB-088E-431E-BE45840D454E}"/>
                  </a:ext>
                </a:extLst>
              </p:cNvPr>
              <p:cNvSpPr txBox="1"/>
              <p:nvPr/>
            </p:nvSpPr>
            <p:spPr>
              <a:xfrm>
                <a:off x="5524197" y="3280546"/>
                <a:ext cx="806528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 algn="ctr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𝑓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56" name="object 24">
                <a:extLst>
                  <a:ext uri="{FF2B5EF4-FFF2-40B4-BE49-F238E27FC236}">
                    <a16:creationId xmlns:a16="http://schemas.microsoft.com/office/drawing/2014/main" id="{3DF52765-56DB-088E-431E-BE45840D4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197" y="3280546"/>
                <a:ext cx="806528" cy="449345"/>
              </a:xfrm>
              <a:prstGeom prst="rect">
                <a:avLst/>
              </a:prstGeom>
              <a:blipFill>
                <a:blip r:embed="rId7"/>
                <a:stretch>
                  <a:fillRect t="-2778" b="-2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75F05EB3-9C3B-4DD4-8255-1E1ADFA93451}"/>
              </a:ext>
            </a:extLst>
          </p:cNvPr>
          <p:cNvCxnSpPr>
            <a:cxnSpLocks/>
          </p:cNvCxnSpPr>
          <p:nvPr/>
        </p:nvCxnSpPr>
        <p:spPr>
          <a:xfrm>
            <a:off x="4965569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05E14B4-47A8-1604-67D2-66EC011B0A87}"/>
              </a:ext>
            </a:extLst>
          </p:cNvPr>
          <p:cNvSpPr/>
          <p:nvPr/>
        </p:nvSpPr>
        <p:spPr>
          <a:xfrm>
            <a:off x="4305434" y="3039681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bject 24">
                <a:extLst>
                  <a:ext uri="{FF2B5EF4-FFF2-40B4-BE49-F238E27FC236}">
                    <a16:creationId xmlns:a16="http://schemas.microsoft.com/office/drawing/2014/main" id="{A8AD44BD-3C03-590F-A9D0-553278980089}"/>
                  </a:ext>
                </a:extLst>
              </p:cNvPr>
              <p:cNvSpPr txBox="1"/>
              <p:nvPr/>
            </p:nvSpPr>
            <p:spPr>
              <a:xfrm>
                <a:off x="4359997" y="327927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59" name="object 24">
                <a:extLst>
                  <a:ext uri="{FF2B5EF4-FFF2-40B4-BE49-F238E27FC236}">
                    <a16:creationId xmlns:a16="http://schemas.microsoft.com/office/drawing/2014/main" id="{A8AD44BD-3C03-590F-A9D0-553278980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997" y="3279273"/>
                <a:ext cx="551010" cy="449345"/>
              </a:xfrm>
              <a:prstGeom prst="rect">
                <a:avLst/>
              </a:prstGeom>
              <a:blipFill>
                <a:blip r:embed="rId8"/>
                <a:stretch>
                  <a:fillRect l="-6818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6798CA10-36CA-DEC9-67BC-EDBBE04C2CB3}"/>
              </a:ext>
            </a:extLst>
          </p:cNvPr>
          <p:cNvCxnSpPr>
            <a:cxnSpLocks/>
          </p:cNvCxnSpPr>
          <p:nvPr/>
        </p:nvCxnSpPr>
        <p:spPr>
          <a:xfrm>
            <a:off x="6417869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FE3EC4D-2EB0-7970-C959-F05BFC53F747}"/>
              </a:ext>
            </a:extLst>
          </p:cNvPr>
          <p:cNvSpPr/>
          <p:nvPr/>
        </p:nvSpPr>
        <p:spPr>
          <a:xfrm>
            <a:off x="8205773" y="4316790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FCB6BB2D-EDAA-08CC-EC33-309D60E2960A}"/>
              </a:ext>
            </a:extLst>
          </p:cNvPr>
          <p:cNvCxnSpPr>
            <a:cxnSpLocks/>
            <a:stCxn id="61" idx="0"/>
            <a:endCxn id="63" idx="2"/>
          </p:cNvCxnSpPr>
          <p:nvPr/>
        </p:nvCxnSpPr>
        <p:spPr>
          <a:xfrm flipV="1">
            <a:off x="8535841" y="3817393"/>
            <a:ext cx="0" cy="499397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0D3721D-B58D-130E-2B60-787CFF166D21}"/>
              </a:ext>
            </a:extLst>
          </p:cNvPr>
          <p:cNvSpPr/>
          <p:nvPr/>
        </p:nvSpPr>
        <p:spPr>
          <a:xfrm>
            <a:off x="8052589" y="3186159"/>
            <a:ext cx="966505" cy="631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object 24">
                <a:extLst>
                  <a:ext uri="{FF2B5EF4-FFF2-40B4-BE49-F238E27FC236}">
                    <a16:creationId xmlns:a16="http://schemas.microsoft.com/office/drawing/2014/main" id="{62B23355-05CB-6F51-ED09-3231FCEBF182}"/>
                  </a:ext>
                </a:extLst>
              </p:cNvPr>
              <p:cNvSpPr txBox="1"/>
              <p:nvPr/>
            </p:nvSpPr>
            <p:spPr>
              <a:xfrm>
                <a:off x="8260336" y="455638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x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64" name="object 24">
                <a:extLst>
                  <a:ext uri="{FF2B5EF4-FFF2-40B4-BE49-F238E27FC236}">
                    <a16:creationId xmlns:a16="http://schemas.microsoft.com/office/drawing/2014/main" id="{62B23355-05CB-6F51-ED09-3231FCEBF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0336" y="4556383"/>
                <a:ext cx="551010" cy="449345"/>
              </a:xfrm>
              <a:prstGeom prst="rect">
                <a:avLst/>
              </a:prstGeom>
              <a:blipFill>
                <a:blip r:embed="rId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object 24">
                <a:extLst>
                  <a:ext uri="{FF2B5EF4-FFF2-40B4-BE49-F238E27FC236}">
                    <a16:creationId xmlns:a16="http://schemas.microsoft.com/office/drawing/2014/main" id="{A2BB4443-6063-91AC-5EDE-D92E25F23166}"/>
                  </a:ext>
                </a:extLst>
              </p:cNvPr>
              <p:cNvSpPr txBox="1"/>
              <p:nvPr/>
            </p:nvSpPr>
            <p:spPr>
              <a:xfrm>
                <a:off x="8132577" y="3280546"/>
                <a:ext cx="806528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 algn="ctr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𝑓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65" name="object 24">
                <a:extLst>
                  <a:ext uri="{FF2B5EF4-FFF2-40B4-BE49-F238E27FC236}">
                    <a16:creationId xmlns:a16="http://schemas.microsoft.com/office/drawing/2014/main" id="{A2BB4443-6063-91AC-5EDE-D92E25F23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577" y="3280546"/>
                <a:ext cx="806528" cy="449345"/>
              </a:xfrm>
              <a:prstGeom prst="rect">
                <a:avLst/>
              </a:prstGeom>
              <a:blipFill>
                <a:blip r:embed="rId10"/>
                <a:stretch>
                  <a:fillRect l="-1563" t="-2778" b="-2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C8B07BFF-D392-6F93-4C15-5A674B4C6853}"/>
              </a:ext>
            </a:extLst>
          </p:cNvPr>
          <p:cNvCxnSpPr>
            <a:cxnSpLocks/>
          </p:cNvCxnSpPr>
          <p:nvPr/>
        </p:nvCxnSpPr>
        <p:spPr>
          <a:xfrm>
            <a:off x="7573950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9B7AFD0-3C88-7662-3FA9-79B91AE57A89}"/>
              </a:ext>
            </a:extLst>
          </p:cNvPr>
          <p:cNvSpPr/>
          <p:nvPr/>
        </p:nvSpPr>
        <p:spPr>
          <a:xfrm>
            <a:off x="6913814" y="3039681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bject 24">
                <a:extLst>
                  <a:ext uri="{FF2B5EF4-FFF2-40B4-BE49-F238E27FC236}">
                    <a16:creationId xmlns:a16="http://schemas.microsoft.com/office/drawing/2014/main" id="{054BE950-FDF9-6DC6-DC8D-E41B9D866515}"/>
                  </a:ext>
                </a:extLst>
              </p:cNvPr>
              <p:cNvSpPr txBox="1"/>
              <p:nvPr/>
            </p:nvSpPr>
            <p:spPr>
              <a:xfrm>
                <a:off x="6968377" y="327927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68" name="object 24">
                <a:extLst>
                  <a:ext uri="{FF2B5EF4-FFF2-40B4-BE49-F238E27FC236}">
                    <a16:creationId xmlns:a16="http://schemas.microsoft.com/office/drawing/2014/main" id="{054BE950-FDF9-6DC6-DC8D-E41B9D866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377" y="3279273"/>
                <a:ext cx="551010" cy="449345"/>
              </a:xfrm>
              <a:prstGeom prst="rect">
                <a:avLst/>
              </a:prstGeom>
              <a:blipFill>
                <a:blip r:embed="rId11"/>
                <a:stretch>
                  <a:fillRect l="-6818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76B1E468-0237-D6DF-67A4-77449EC78519}"/>
              </a:ext>
            </a:extLst>
          </p:cNvPr>
          <p:cNvCxnSpPr>
            <a:cxnSpLocks/>
          </p:cNvCxnSpPr>
          <p:nvPr/>
        </p:nvCxnSpPr>
        <p:spPr>
          <a:xfrm>
            <a:off x="9026250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D2B8975A-EAB7-E3F4-F846-B037A74B7A20}"/>
              </a:ext>
            </a:extLst>
          </p:cNvPr>
          <p:cNvSpPr/>
          <p:nvPr/>
        </p:nvSpPr>
        <p:spPr>
          <a:xfrm>
            <a:off x="9915976" y="3039681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bject 24">
                <a:extLst>
                  <a:ext uri="{FF2B5EF4-FFF2-40B4-BE49-F238E27FC236}">
                    <a16:creationId xmlns:a16="http://schemas.microsoft.com/office/drawing/2014/main" id="{2DA71985-BD5F-0C03-33EC-E89278C8C054}"/>
                  </a:ext>
                </a:extLst>
              </p:cNvPr>
              <p:cNvSpPr txBox="1"/>
              <p:nvPr/>
            </p:nvSpPr>
            <p:spPr>
              <a:xfrm>
                <a:off x="9970539" y="327927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71" name="object 24">
                <a:extLst>
                  <a:ext uri="{FF2B5EF4-FFF2-40B4-BE49-F238E27FC236}">
                    <a16:creationId xmlns:a16="http://schemas.microsoft.com/office/drawing/2014/main" id="{2DA71985-BD5F-0C03-33EC-E89278C8C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0539" y="3279273"/>
                <a:ext cx="551010" cy="449345"/>
              </a:xfrm>
              <a:prstGeom prst="rect">
                <a:avLst/>
              </a:prstGeom>
              <a:blipFill>
                <a:blip r:embed="rId12"/>
                <a:stretch>
                  <a:fillRect l="-11364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bject 24">
            <a:extLst>
              <a:ext uri="{FF2B5EF4-FFF2-40B4-BE49-F238E27FC236}">
                <a16:creationId xmlns:a16="http://schemas.microsoft.com/office/drawing/2014/main" id="{9702781A-3470-9D23-40D0-E7A985DBA7FF}"/>
              </a:ext>
            </a:extLst>
          </p:cNvPr>
          <p:cNvSpPr txBox="1"/>
          <p:nvPr/>
        </p:nvSpPr>
        <p:spPr>
          <a:xfrm>
            <a:off x="9320328" y="3200023"/>
            <a:ext cx="806528" cy="431031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3600" b="0" dirty="0">
                <a:solidFill>
                  <a:schemeClr val="tx1"/>
                </a:solidFill>
                <a:latin typeface="Calibri" panose="020F0502020204030204" pitchFamily="34" charset="0"/>
                <a:cs typeface="Arial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7E446CCE-EDB4-0FD3-E0E1-8B93C984570B}"/>
                  </a:ext>
                </a:extLst>
              </p:cNvPr>
              <p:cNvSpPr/>
              <p:nvPr/>
            </p:nvSpPr>
            <p:spPr>
              <a:xfrm>
                <a:off x="1774459" y="5271951"/>
                <a:ext cx="604278" cy="5013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ore-KR" sz="3600" b="0" i="1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𝑊</m:t>
                      </m:r>
                    </m:oMath>
                  </m:oMathPara>
                </a14:m>
                <a:endParaRPr lang="ko-Kore-KR" altLang="en-US" sz="3200" dirty="0"/>
              </a:p>
            </p:txBody>
          </p:sp>
        </mc:Choice>
        <mc:Fallback xmlns=""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7E446CCE-EDB4-0FD3-E0E1-8B93C98457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459" y="5271951"/>
                <a:ext cx="604278" cy="501369"/>
              </a:xfrm>
              <a:prstGeom prst="rect">
                <a:avLst/>
              </a:prstGeom>
              <a:blipFill>
                <a:blip r:embed="rId13"/>
                <a:stretch>
                  <a:fillRect l="-10204" r="-12245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0EFA5A8A-EB12-4116-6E09-8B8B6FCE3E4A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[slide courtesy: Stanford, CS231]</a:t>
            </a:r>
          </a:p>
        </p:txBody>
      </p:sp>
      <p:sp>
        <p:nvSpPr>
          <p:cNvPr id="86" name="바닥글 개체 틀 85">
            <a:extLst>
              <a:ext uri="{FF2B5EF4-FFF2-40B4-BE49-F238E27FC236}">
                <a16:creationId xmlns:a16="http://schemas.microsoft.com/office/drawing/2014/main" id="{05A55EA9-6B73-0EA4-5A0E-C897270268B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643407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CAC0-C791-6AC7-2CA6-B47966872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RNN: Computational Graph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One to Many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FC542D-5702-FD3D-2D39-389DDA1C0B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22</a:t>
            </a:fld>
            <a:endParaRPr kumimoji="1" lang="ko-Kore-KR" altLang="en-US"/>
          </a:p>
        </p:txBody>
      </p:sp>
      <p:cxnSp>
        <p:nvCxnSpPr>
          <p:cNvPr id="40" name="구부러진 연결선[U] 39">
            <a:extLst>
              <a:ext uri="{FF2B5EF4-FFF2-40B4-BE49-F238E27FC236}">
                <a16:creationId xmlns:a16="http://schemas.microsoft.com/office/drawing/2014/main" id="{F4DDAF78-D56C-BE56-8DB1-97B40CAE8AB4}"/>
              </a:ext>
            </a:extLst>
          </p:cNvPr>
          <p:cNvCxnSpPr>
            <a:stCxn id="73" idx="0"/>
          </p:cNvCxnSpPr>
          <p:nvPr/>
        </p:nvCxnSpPr>
        <p:spPr>
          <a:xfrm rot="5400000" flipH="1" flipV="1">
            <a:off x="1807632" y="4086360"/>
            <a:ext cx="1454558" cy="916624"/>
          </a:xfrm>
          <a:prstGeom prst="curvedConnector3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구부러진 연결선[U] 40">
            <a:extLst>
              <a:ext uri="{FF2B5EF4-FFF2-40B4-BE49-F238E27FC236}">
                <a16:creationId xmlns:a16="http://schemas.microsoft.com/office/drawing/2014/main" id="{CAB62059-4214-7D78-6F28-9CC75ADF1043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2378737" y="3829099"/>
            <a:ext cx="3299742" cy="1693536"/>
          </a:xfrm>
          <a:prstGeom prst="curvedConnector2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구부러진 연결선[U] 41">
            <a:extLst>
              <a:ext uri="{FF2B5EF4-FFF2-40B4-BE49-F238E27FC236}">
                <a16:creationId xmlns:a16="http://schemas.microsoft.com/office/drawing/2014/main" id="{65B570AC-00FA-5620-704B-6F6B1D0E6235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2378737" y="3816734"/>
            <a:ext cx="5771051" cy="1705902"/>
          </a:xfrm>
          <a:prstGeom prst="curvedConnector2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FDE399C-FEE7-FC83-E34D-E2EFF5A89CDA}"/>
              </a:ext>
            </a:extLst>
          </p:cNvPr>
          <p:cNvSpPr/>
          <p:nvPr/>
        </p:nvSpPr>
        <p:spPr>
          <a:xfrm>
            <a:off x="2989012" y="4316790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3610ABD9-B734-22F3-AD60-DD427DA761ED}"/>
              </a:ext>
            </a:extLst>
          </p:cNvPr>
          <p:cNvCxnSpPr>
            <a:cxnSpLocks/>
            <a:stCxn id="43" idx="0"/>
            <a:endCxn id="45" idx="2"/>
          </p:cNvCxnSpPr>
          <p:nvPr/>
        </p:nvCxnSpPr>
        <p:spPr>
          <a:xfrm flipV="1">
            <a:off x="3319080" y="3817393"/>
            <a:ext cx="0" cy="499397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FBACDD2-1A73-1060-A449-606CC108EBBB}"/>
              </a:ext>
            </a:extLst>
          </p:cNvPr>
          <p:cNvSpPr/>
          <p:nvPr/>
        </p:nvSpPr>
        <p:spPr>
          <a:xfrm>
            <a:off x="2835827" y="3186159"/>
            <a:ext cx="966505" cy="631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24">
                <a:extLst>
                  <a:ext uri="{FF2B5EF4-FFF2-40B4-BE49-F238E27FC236}">
                    <a16:creationId xmlns:a16="http://schemas.microsoft.com/office/drawing/2014/main" id="{221196CB-C3A7-FFFF-7B2A-8CB93CB1A5DF}"/>
                  </a:ext>
                </a:extLst>
              </p:cNvPr>
              <p:cNvSpPr txBox="1"/>
              <p:nvPr/>
            </p:nvSpPr>
            <p:spPr>
              <a:xfrm>
                <a:off x="3043575" y="455638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x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46" name="object 24">
                <a:extLst>
                  <a:ext uri="{FF2B5EF4-FFF2-40B4-BE49-F238E27FC236}">
                    <a16:creationId xmlns:a16="http://schemas.microsoft.com/office/drawing/2014/main" id="{221196CB-C3A7-FFFF-7B2A-8CB93CB1A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575" y="4556383"/>
                <a:ext cx="551010" cy="449345"/>
              </a:xfrm>
              <a:prstGeom prst="rect">
                <a:avLst/>
              </a:prstGeom>
              <a:blipFill>
                <a:blip r:embed="rId3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24">
                <a:extLst>
                  <a:ext uri="{FF2B5EF4-FFF2-40B4-BE49-F238E27FC236}">
                    <a16:creationId xmlns:a16="http://schemas.microsoft.com/office/drawing/2014/main" id="{28FCA0B3-FDD7-695F-BD54-1DB2E54AC99D}"/>
                  </a:ext>
                </a:extLst>
              </p:cNvPr>
              <p:cNvSpPr txBox="1"/>
              <p:nvPr/>
            </p:nvSpPr>
            <p:spPr>
              <a:xfrm>
                <a:off x="2915816" y="3280546"/>
                <a:ext cx="806528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 algn="ctr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𝑓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47" name="object 24">
                <a:extLst>
                  <a:ext uri="{FF2B5EF4-FFF2-40B4-BE49-F238E27FC236}">
                    <a16:creationId xmlns:a16="http://schemas.microsoft.com/office/drawing/2014/main" id="{28FCA0B3-FDD7-695F-BD54-1DB2E54AC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3280546"/>
                <a:ext cx="806528" cy="449345"/>
              </a:xfrm>
              <a:prstGeom prst="rect">
                <a:avLst/>
              </a:prstGeom>
              <a:blipFill>
                <a:blip r:embed="rId4"/>
                <a:stretch>
                  <a:fillRect l="-1538" t="-2778" b="-2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009ACCAB-D5F5-DE9E-242A-B6CE15DE8885}"/>
              </a:ext>
            </a:extLst>
          </p:cNvPr>
          <p:cNvCxnSpPr>
            <a:cxnSpLocks/>
          </p:cNvCxnSpPr>
          <p:nvPr/>
        </p:nvCxnSpPr>
        <p:spPr>
          <a:xfrm>
            <a:off x="2357189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80EF86E-DC76-2B13-E03D-8F6F20FC3CDC}"/>
              </a:ext>
            </a:extLst>
          </p:cNvPr>
          <p:cNvSpPr/>
          <p:nvPr/>
        </p:nvSpPr>
        <p:spPr>
          <a:xfrm>
            <a:off x="1697053" y="3039681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24">
                <a:extLst>
                  <a:ext uri="{FF2B5EF4-FFF2-40B4-BE49-F238E27FC236}">
                    <a16:creationId xmlns:a16="http://schemas.microsoft.com/office/drawing/2014/main" id="{DD7A37FE-FCE5-14CC-627C-FF50FDEE38F8}"/>
                  </a:ext>
                </a:extLst>
              </p:cNvPr>
              <p:cNvSpPr txBox="1"/>
              <p:nvPr/>
            </p:nvSpPr>
            <p:spPr>
              <a:xfrm>
                <a:off x="1751616" y="327927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50" name="object 24">
                <a:extLst>
                  <a:ext uri="{FF2B5EF4-FFF2-40B4-BE49-F238E27FC236}">
                    <a16:creationId xmlns:a16="http://schemas.microsoft.com/office/drawing/2014/main" id="{DD7A37FE-FCE5-14CC-627C-FF50FDEE3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1616" y="3279273"/>
                <a:ext cx="551010" cy="449345"/>
              </a:xfrm>
              <a:prstGeom prst="rect">
                <a:avLst/>
              </a:prstGeom>
              <a:blipFill>
                <a:blip r:embed="rId5"/>
                <a:stretch>
                  <a:fillRect l="-6667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13ACCFB8-8973-E09C-3294-4E2AB098432D}"/>
              </a:ext>
            </a:extLst>
          </p:cNvPr>
          <p:cNvCxnSpPr>
            <a:cxnSpLocks/>
          </p:cNvCxnSpPr>
          <p:nvPr/>
        </p:nvCxnSpPr>
        <p:spPr>
          <a:xfrm>
            <a:off x="3809489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8049C80-4B38-B3FE-CCD4-69496E55421D}"/>
              </a:ext>
            </a:extLst>
          </p:cNvPr>
          <p:cNvSpPr/>
          <p:nvPr/>
        </p:nvSpPr>
        <p:spPr>
          <a:xfrm>
            <a:off x="5444208" y="3186159"/>
            <a:ext cx="966505" cy="631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bject 24">
                <a:extLst>
                  <a:ext uri="{FF2B5EF4-FFF2-40B4-BE49-F238E27FC236}">
                    <a16:creationId xmlns:a16="http://schemas.microsoft.com/office/drawing/2014/main" id="{3DF52765-56DB-088E-431E-BE45840D454E}"/>
                  </a:ext>
                </a:extLst>
              </p:cNvPr>
              <p:cNvSpPr txBox="1"/>
              <p:nvPr/>
            </p:nvSpPr>
            <p:spPr>
              <a:xfrm>
                <a:off x="5524197" y="3280546"/>
                <a:ext cx="806528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 algn="ctr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𝑓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56" name="object 24">
                <a:extLst>
                  <a:ext uri="{FF2B5EF4-FFF2-40B4-BE49-F238E27FC236}">
                    <a16:creationId xmlns:a16="http://schemas.microsoft.com/office/drawing/2014/main" id="{3DF52765-56DB-088E-431E-BE45840D4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197" y="3280546"/>
                <a:ext cx="806528" cy="449345"/>
              </a:xfrm>
              <a:prstGeom prst="rect">
                <a:avLst/>
              </a:prstGeom>
              <a:blipFill>
                <a:blip r:embed="rId6"/>
                <a:stretch>
                  <a:fillRect t="-2778" b="-2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75F05EB3-9C3B-4DD4-8255-1E1ADFA93451}"/>
              </a:ext>
            </a:extLst>
          </p:cNvPr>
          <p:cNvCxnSpPr>
            <a:cxnSpLocks/>
          </p:cNvCxnSpPr>
          <p:nvPr/>
        </p:nvCxnSpPr>
        <p:spPr>
          <a:xfrm>
            <a:off x="4965569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05E14B4-47A8-1604-67D2-66EC011B0A87}"/>
              </a:ext>
            </a:extLst>
          </p:cNvPr>
          <p:cNvSpPr/>
          <p:nvPr/>
        </p:nvSpPr>
        <p:spPr>
          <a:xfrm>
            <a:off x="4305434" y="3039681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bject 24">
                <a:extLst>
                  <a:ext uri="{FF2B5EF4-FFF2-40B4-BE49-F238E27FC236}">
                    <a16:creationId xmlns:a16="http://schemas.microsoft.com/office/drawing/2014/main" id="{A8AD44BD-3C03-590F-A9D0-553278980089}"/>
                  </a:ext>
                </a:extLst>
              </p:cNvPr>
              <p:cNvSpPr txBox="1"/>
              <p:nvPr/>
            </p:nvSpPr>
            <p:spPr>
              <a:xfrm>
                <a:off x="4359997" y="327927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59" name="object 24">
                <a:extLst>
                  <a:ext uri="{FF2B5EF4-FFF2-40B4-BE49-F238E27FC236}">
                    <a16:creationId xmlns:a16="http://schemas.microsoft.com/office/drawing/2014/main" id="{A8AD44BD-3C03-590F-A9D0-553278980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997" y="3279273"/>
                <a:ext cx="551010" cy="449345"/>
              </a:xfrm>
              <a:prstGeom prst="rect">
                <a:avLst/>
              </a:prstGeom>
              <a:blipFill>
                <a:blip r:embed="rId7"/>
                <a:stretch>
                  <a:fillRect l="-6818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6798CA10-36CA-DEC9-67BC-EDBBE04C2CB3}"/>
              </a:ext>
            </a:extLst>
          </p:cNvPr>
          <p:cNvCxnSpPr>
            <a:cxnSpLocks/>
          </p:cNvCxnSpPr>
          <p:nvPr/>
        </p:nvCxnSpPr>
        <p:spPr>
          <a:xfrm>
            <a:off x="6417869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0D3721D-B58D-130E-2B60-787CFF166D21}"/>
              </a:ext>
            </a:extLst>
          </p:cNvPr>
          <p:cNvSpPr/>
          <p:nvPr/>
        </p:nvSpPr>
        <p:spPr>
          <a:xfrm>
            <a:off x="8052589" y="3186159"/>
            <a:ext cx="966505" cy="631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object 24">
                <a:extLst>
                  <a:ext uri="{FF2B5EF4-FFF2-40B4-BE49-F238E27FC236}">
                    <a16:creationId xmlns:a16="http://schemas.microsoft.com/office/drawing/2014/main" id="{A2BB4443-6063-91AC-5EDE-D92E25F23166}"/>
                  </a:ext>
                </a:extLst>
              </p:cNvPr>
              <p:cNvSpPr txBox="1"/>
              <p:nvPr/>
            </p:nvSpPr>
            <p:spPr>
              <a:xfrm>
                <a:off x="8132577" y="3280546"/>
                <a:ext cx="806528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 algn="ctr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𝑓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65" name="object 24">
                <a:extLst>
                  <a:ext uri="{FF2B5EF4-FFF2-40B4-BE49-F238E27FC236}">
                    <a16:creationId xmlns:a16="http://schemas.microsoft.com/office/drawing/2014/main" id="{A2BB4443-6063-91AC-5EDE-D92E25F23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577" y="3280546"/>
                <a:ext cx="806528" cy="449345"/>
              </a:xfrm>
              <a:prstGeom prst="rect">
                <a:avLst/>
              </a:prstGeom>
              <a:blipFill>
                <a:blip r:embed="rId8"/>
                <a:stretch>
                  <a:fillRect l="-1563" t="-2778" b="-2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C8B07BFF-D392-6F93-4C15-5A674B4C6853}"/>
              </a:ext>
            </a:extLst>
          </p:cNvPr>
          <p:cNvCxnSpPr>
            <a:cxnSpLocks/>
          </p:cNvCxnSpPr>
          <p:nvPr/>
        </p:nvCxnSpPr>
        <p:spPr>
          <a:xfrm>
            <a:off x="7573950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9B7AFD0-3C88-7662-3FA9-79B91AE57A89}"/>
              </a:ext>
            </a:extLst>
          </p:cNvPr>
          <p:cNvSpPr/>
          <p:nvPr/>
        </p:nvSpPr>
        <p:spPr>
          <a:xfrm>
            <a:off x="6913814" y="3039681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bject 24">
                <a:extLst>
                  <a:ext uri="{FF2B5EF4-FFF2-40B4-BE49-F238E27FC236}">
                    <a16:creationId xmlns:a16="http://schemas.microsoft.com/office/drawing/2014/main" id="{054BE950-FDF9-6DC6-DC8D-E41B9D866515}"/>
                  </a:ext>
                </a:extLst>
              </p:cNvPr>
              <p:cNvSpPr txBox="1"/>
              <p:nvPr/>
            </p:nvSpPr>
            <p:spPr>
              <a:xfrm>
                <a:off x="6968377" y="327927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68" name="object 24">
                <a:extLst>
                  <a:ext uri="{FF2B5EF4-FFF2-40B4-BE49-F238E27FC236}">
                    <a16:creationId xmlns:a16="http://schemas.microsoft.com/office/drawing/2014/main" id="{054BE950-FDF9-6DC6-DC8D-E41B9D866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377" y="3279273"/>
                <a:ext cx="551010" cy="449345"/>
              </a:xfrm>
              <a:prstGeom prst="rect">
                <a:avLst/>
              </a:prstGeom>
              <a:blipFill>
                <a:blip r:embed="rId9"/>
                <a:stretch>
                  <a:fillRect l="-6818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76B1E468-0237-D6DF-67A4-77449EC78519}"/>
              </a:ext>
            </a:extLst>
          </p:cNvPr>
          <p:cNvCxnSpPr>
            <a:cxnSpLocks/>
          </p:cNvCxnSpPr>
          <p:nvPr/>
        </p:nvCxnSpPr>
        <p:spPr>
          <a:xfrm>
            <a:off x="9026250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D2B8975A-EAB7-E3F4-F846-B037A74B7A20}"/>
              </a:ext>
            </a:extLst>
          </p:cNvPr>
          <p:cNvSpPr/>
          <p:nvPr/>
        </p:nvSpPr>
        <p:spPr>
          <a:xfrm>
            <a:off x="9915976" y="3039681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bject 24">
                <a:extLst>
                  <a:ext uri="{FF2B5EF4-FFF2-40B4-BE49-F238E27FC236}">
                    <a16:creationId xmlns:a16="http://schemas.microsoft.com/office/drawing/2014/main" id="{2DA71985-BD5F-0C03-33EC-E89278C8C054}"/>
                  </a:ext>
                </a:extLst>
              </p:cNvPr>
              <p:cNvSpPr txBox="1"/>
              <p:nvPr/>
            </p:nvSpPr>
            <p:spPr>
              <a:xfrm>
                <a:off x="9970539" y="327927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71" name="object 24">
                <a:extLst>
                  <a:ext uri="{FF2B5EF4-FFF2-40B4-BE49-F238E27FC236}">
                    <a16:creationId xmlns:a16="http://schemas.microsoft.com/office/drawing/2014/main" id="{2DA71985-BD5F-0C03-33EC-E89278C8C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0539" y="3279273"/>
                <a:ext cx="551010" cy="449345"/>
              </a:xfrm>
              <a:prstGeom prst="rect">
                <a:avLst/>
              </a:prstGeom>
              <a:blipFill>
                <a:blip r:embed="rId10"/>
                <a:stretch>
                  <a:fillRect l="-11364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bject 24">
            <a:extLst>
              <a:ext uri="{FF2B5EF4-FFF2-40B4-BE49-F238E27FC236}">
                <a16:creationId xmlns:a16="http://schemas.microsoft.com/office/drawing/2014/main" id="{9702781A-3470-9D23-40D0-E7A985DBA7FF}"/>
              </a:ext>
            </a:extLst>
          </p:cNvPr>
          <p:cNvSpPr txBox="1"/>
          <p:nvPr/>
        </p:nvSpPr>
        <p:spPr>
          <a:xfrm>
            <a:off x="9320328" y="3200023"/>
            <a:ext cx="806528" cy="431031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3600" b="0" dirty="0">
                <a:solidFill>
                  <a:schemeClr val="tx1"/>
                </a:solidFill>
                <a:latin typeface="Calibri" panose="020F0502020204030204" pitchFamily="34" charset="0"/>
                <a:cs typeface="Arial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7E446CCE-EDB4-0FD3-E0E1-8B93C984570B}"/>
                  </a:ext>
                </a:extLst>
              </p:cNvPr>
              <p:cNvSpPr/>
              <p:nvPr/>
            </p:nvSpPr>
            <p:spPr>
              <a:xfrm>
                <a:off x="1774459" y="5271951"/>
                <a:ext cx="604278" cy="5013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ore-KR" sz="3600" b="0" i="1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𝑊</m:t>
                      </m:r>
                    </m:oMath>
                  </m:oMathPara>
                </a14:m>
                <a:endParaRPr lang="ko-Kore-KR" altLang="en-US" sz="3200" dirty="0"/>
              </a:p>
            </p:txBody>
          </p:sp>
        </mc:Choice>
        <mc:Fallback xmlns=""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7E446CCE-EDB4-0FD3-E0E1-8B93C98457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459" y="5271951"/>
                <a:ext cx="604278" cy="501369"/>
              </a:xfrm>
              <a:prstGeom prst="rect">
                <a:avLst/>
              </a:prstGeom>
              <a:blipFill>
                <a:blip r:embed="rId11"/>
                <a:stretch>
                  <a:fillRect l="-10204" r="-12245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직사각형 73">
            <a:extLst>
              <a:ext uri="{FF2B5EF4-FFF2-40B4-BE49-F238E27FC236}">
                <a16:creationId xmlns:a16="http://schemas.microsoft.com/office/drawing/2014/main" id="{EBE59483-D666-8B1A-426B-0AF25FF556E7}"/>
              </a:ext>
            </a:extLst>
          </p:cNvPr>
          <p:cNvSpPr/>
          <p:nvPr/>
        </p:nvSpPr>
        <p:spPr>
          <a:xfrm>
            <a:off x="4305434" y="1607168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object 24">
                <a:extLst>
                  <a:ext uri="{FF2B5EF4-FFF2-40B4-BE49-F238E27FC236}">
                    <a16:creationId xmlns:a16="http://schemas.microsoft.com/office/drawing/2014/main" id="{A65F081B-EC39-28F8-DBF6-B58E041A8887}"/>
                  </a:ext>
                </a:extLst>
              </p:cNvPr>
              <p:cNvSpPr txBox="1"/>
              <p:nvPr/>
            </p:nvSpPr>
            <p:spPr>
              <a:xfrm>
                <a:off x="4359997" y="1846760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y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75" name="object 24">
                <a:extLst>
                  <a:ext uri="{FF2B5EF4-FFF2-40B4-BE49-F238E27FC236}">
                    <a16:creationId xmlns:a16="http://schemas.microsoft.com/office/drawing/2014/main" id="{A65F081B-EC39-28F8-DBF6-B58E041A8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997" y="1846760"/>
                <a:ext cx="551010" cy="449345"/>
              </a:xfrm>
              <a:prstGeom prst="rect">
                <a:avLst/>
              </a:prstGeom>
              <a:blipFill>
                <a:blip r:embed="rId12"/>
                <a:stretch>
                  <a:fillRect l="-4545" b="-19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BC2A0FC7-441F-F956-22B2-BAB2A2C52231}"/>
              </a:ext>
            </a:extLst>
          </p:cNvPr>
          <p:cNvCxnSpPr>
            <a:cxnSpLocks/>
            <a:stCxn id="58" idx="0"/>
            <a:endCxn id="74" idx="2"/>
          </p:cNvCxnSpPr>
          <p:nvPr/>
        </p:nvCxnSpPr>
        <p:spPr>
          <a:xfrm flipV="1">
            <a:off x="4635502" y="2531359"/>
            <a:ext cx="0" cy="508322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AB56A19-C940-5B01-3467-98C2167BE167}"/>
              </a:ext>
            </a:extLst>
          </p:cNvPr>
          <p:cNvSpPr/>
          <p:nvPr/>
        </p:nvSpPr>
        <p:spPr>
          <a:xfrm>
            <a:off x="6916836" y="1607168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object 24">
                <a:extLst>
                  <a:ext uri="{FF2B5EF4-FFF2-40B4-BE49-F238E27FC236}">
                    <a16:creationId xmlns:a16="http://schemas.microsoft.com/office/drawing/2014/main" id="{D145C9DF-DF39-899E-4DC8-C2395DCAE453}"/>
                  </a:ext>
                </a:extLst>
              </p:cNvPr>
              <p:cNvSpPr txBox="1"/>
              <p:nvPr/>
            </p:nvSpPr>
            <p:spPr>
              <a:xfrm>
                <a:off x="6971399" y="1846760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y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78" name="object 24">
                <a:extLst>
                  <a:ext uri="{FF2B5EF4-FFF2-40B4-BE49-F238E27FC236}">
                    <a16:creationId xmlns:a16="http://schemas.microsoft.com/office/drawing/2014/main" id="{D145C9DF-DF39-899E-4DC8-C2395DCAE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399" y="1846760"/>
                <a:ext cx="551010" cy="449345"/>
              </a:xfrm>
              <a:prstGeom prst="rect">
                <a:avLst/>
              </a:prstGeom>
              <a:blipFill>
                <a:blip r:embed="rId13"/>
                <a:stretch>
                  <a:fillRect l="-6818" b="-19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8EFAEBEC-3465-4988-99DC-FDC83DFE2706}"/>
              </a:ext>
            </a:extLst>
          </p:cNvPr>
          <p:cNvCxnSpPr>
            <a:cxnSpLocks/>
            <a:stCxn id="67" idx="0"/>
            <a:endCxn id="77" idx="2"/>
          </p:cNvCxnSpPr>
          <p:nvPr/>
        </p:nvCxnSpPr>
        <p:spPr>
          <a:xfrm flipV="1">
            <a:off x="7243882" y="2531359"/>
            <a:ext cx="3021" cy="508322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295867F-C540-B0B8-D808-C3AE68E7E439}"/>
              </a:ext>
            </a:extLst>
          </p:cNvPr>
          <p:cNvSpPr/>
          <p:nvPr/>
        </p:nvSpPr>
        <p:spPr>
          <a:xfrm>
            <a:off x="9915976" y="1609122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object 24">
                <a:extLst>
                  <a:ext uri="{FF2B5EF4-FFF2-40B4-BE49-F238E27FC236}">
                    <a16:creationId xmlns:a16="http://schemas.microsoft.com/office/drawing/2014/main" id="{3A533074-2198-4D30-1D94-F09078C832B2}"/>
                  </a:ext>
                </a:extLst>
              </p:cNvPr>
              <p:cNvSpPr txBox="1"/>
              <p:nvPr/>
            </p:nvSpPr>
            <p:spPr>
              <a:xfrm>
                <a:off x="9970539" y="1848714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y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81" name="object 24">
                <a:extLst>
                  <a:ext uri="{FF2B5EF4-FFF2-40B4-BE49-F238E27FC236}">
                    <a16:creationId xmlns:a16="http://schemas.microsoft.com/office/drawing/2014/main" id="{3A533074-2198-4D30-1D94-F09078C83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0539" y="1848714"/>
                <a:ext cx="551010" cy="449345"/>
              </a:xfrm>
              <a:prstGeom prst="rect">
                <a:avLst/>
              </a:prstGeom>
              <a:blipFill>
                <a:blip r:embed="rId14"/>
                <a:stretch>
                  <a:fillRect l="-9091" b="-19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E0637DD7-3311-A8DC-B6CB-DDE64BAA4E32}"/>
              </a:ext>
            </a:extLst>
          </p:cNvPr>
          <p:cNvCxnSpPr>
            <a:cxnSpLocks/>
            <a:stCxn id="70" idx="0"/>
            <a:endCxn id="80" idx="2"/>
          </p:cNvCxnSpPr>
          <p:nvPr/>
        </p:nvCxnSpPr>
        <p:spPr>
          <a:xfrm flipV="1">
            <a:off x="10246045" y="2533313"/>
            <a:ext cx="0" cy="506368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83C5B95-56E2-AF22-5477-2739C558A1CA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[slide courtesy: Stanford, CS231]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4E64FC-3572-EE62-9C45-1C9B8CCECEC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822161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CAC0-C791-6AC7-2CA6-B47966872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RNN: Computational Graph – Many to One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FC542D-5702-FD3D-2D39-389DDA1C0B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23</a:t>
            </a:fld>
            <a:endParaRPr kumimoji="1" lang="ko-Kore-KR" altLang="en-US"/>
          </a:p>
        </p:txBody>
      </p:sp>
      <p:cxnSp>
        <p:nvCxnSpPr>
          <p:cNvPr id="40" name="구부러진 연결선[U] 39">
            <a:extLst>
              <a:ext uri="{FF2B5EF4-FFF2-40B4-BE49-F238E27FC236}">
                <a16:creationId xmlns:a16="http://schemas.microsoft.com/office/drawing/2014/main" id="{F4DDAF78-D56C-BE56-8DB1-97B40CAE8AB4}"/>
              </a:ext>
            </a:extLst>
          </p:cNvPr>
          <p:cNvCxnSpPr>
            <a:stCxn id="73" idx="0"/>
          </p:cNvCxnSpPr>
          <p:nvPr/>
        </p:nvCxnSpPr>
        <p:spPr>
          <a:xfrm rot="5400000" flipH="1" flipV="1">
            <a:off x="1807632" y="4086360"/>
            <a:ext cx="1454558" cy="916624"/>
          </a:xfrm>
          <a:prstGeom prst="curvedConnector3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구부러진 연결선[U] 40">
            <a:extLst>
              <a:ext uri="{FF2B5EF4-FFF2-40B4-BE49-F238E27FC236}">
                <a16:creationId xmlns:a16="http://schemas.microsoft.com/office/drawing/2014/main" id="{CAB62059-4214-7D78-6F28-9CC75ADF1043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2378737" y="3829099"/>
            <a:ext cx="3299742" cy="1693536"/>
          </a:xfrm>
          <a:prstGeom prst="curvedConnector2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구부러진 연결선[U] 41">
            <a:extLst>
              <a:ext uri="{FF2B5EF4-FFF2-40B4-BE49-F238E27FC236}">
                <a16:creationId xmlns:a16="http://schemas.microsoft.com/office/drawing/2014/main" id="{65B570AC-00FA-5620-704B-6F6B1D0E6235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2378737" y="3816734"/>
            <a:ext cx="5771051" cy="1705902"/>
          </a:xfrm>
          <a:prstGeom prst="curvedConnector2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FDE399C-FEE7-FC83-E34D-E2EFF5A89CDA}"/>
              </a:ext>
            </a:extLst>
          </p:cNvPr>
          <p:cNvSpPr/>
          <p:nvPr/>
        </p:nvSpPr>
        <p:spPr>
          <a:xfrm>
            <a:off x="2989012" y="4316790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3610ABD9-B734-22F3-AD60-DD427DA761ED}"/>
              </a:ext>
            </a:extLst>
          </p:cNvPr>
          <p:cNvCxnSpPr>
            <a:cxnSpLocks/>
            <a:stCxn id="43" idx="0"/>
            <a:endCxn id="45" idx="2"/>
          </p:cNvCxnSpPr>
          <p:nvPr/>
        </p:nvCxnSpPr>
        <p:spPr>
          <a:xfrm flipV="1">
            <a:off x="3319080" y="3817393"/>
            <a:ext cx="0" cy="499397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FBACDD2-1A73-1060-A449-606CC108EBBB}"/>
              </a:ext>
            </a:extLst>
          </p:cNvPr>
          <p:cNvSpPr/>
          <p:nvPr/>
        </p:nvSpPr>
        <p:spPr>
          <a:xfrm>
            <a:off x="2835827" y="3186159"/>
            <a:ext cx="966505" cy="631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24">
                <a:extLst>
                  <a:ext uri="{FF2B5EF4-FFF2-40B4-BE49-F238E27FC236}">
                    <a16:creationId xmlns:a16="http://schemas.microsoft.com/office/drawing/2014/main" id="{221196CB-C3A7-FFFF-7B2A-8CB93CB1A5DF}"/>
                  </a:ext>
                </a:extLst>
              </p:cNvPr>
              <p:cNvSpPr txBox="1"/>
              <p:nvPr/>
            </p:nvSpPr>
            <p:spPr>
              <a:xfrm>
                <a:off x="3043575" y="455638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x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46" name="object 24">
                <a:extLst>
                  <a:ext uri="{FF2B5EF4-FFF2-40B4-BE49-F238E27FC236}">
                    <a16:creationId xmlns:a16="http://schemas.microsoft.com/office/drawing/2014/main" id="{221196CB-C3A7-FFFF-7B2A-8CB93CB1A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575" y="4556383"/>
                <a:ext cx="551010" cy="449345"/>
              </a:xfrm>
              <a:prstGeom prst="rect">
                <a:avLst/>
              </a:prstGeom>
              <a:blipFill>
                <a:blip r:embed="rId3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24">
                <a:extLst>
                  <a:ext uri="{FF2B5EF4-FFF2-40B4-BE49-F238E27FC236}">
                    <a16:creationId xmlns:a16="http://schemas.microsoft.com/office/drawing/2014/main" id="{28FCA0B3-FDD7-695F-BD54-1DB2E54AC99D}"/>
                  </a:ext>
                </a:extLst>
              </p:cNvPr>
              <p:cNvSpPr txBox="1"/>
              <p:nvPr/>
            </p:nvSpPr>
            <p:spPr>
              <a:xfrm>
                <a:off x="2915816" y="3280546"/>
                <a:ext cx="806528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 algn="ctr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𝑓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47" name="object 24">
                <a:extLst>
                  <a:ext uri="{FF2B5EF4-FFF2-40B4-BE49-F238E27FC236}">
                    <a16:creationId xmlns:a16="http://schemas.microsoft.com/office/drawing/2014/main" id="{28FCA0B3-FDD7-695F-BD54-1DB2E54AC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3280546"/>
                <a:ext cx="806528" cy="449345"/>
              </a:xfrm>
              <a:prstGeom prst="rect">
                <a:avLst/>
              </a:prstGeom>
              <a:blipFill>
                <a:blip r:embed="rId4"/>
                <a:stretch>
                  <a:fillRect l="-1538" t="-2778" b="-2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009ACCAB-D5F5-DE9E-242A-B6CE15DE8885}"/>
              </a:ext>
            </a:extLst>
          </p:cNvPr>
          <p:cNvCxnSpPr>
            <a:cxnSpLocks/>
          </p:cNvCxnSpPr>
          <p:nvPr/>
        </p:nvCxnSpPr>
        <p:spPr>
          <a:xfrm>
            <a:off x="2357189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80EF86E-DC76-2B13-E03D-8F6F20FC3CDC}"/>
              </a:ext>
            </a:extLst>
          </p:cNvPr>
          <p:cNvSpPr/>
          <p:nvPr/>
        </p:nvSpPr>
        <p:spPr>
          <a:xfrm>
            <a:off x="1697053" y="3039681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24">
                <a:extLst>
                  <a:ext uri="{FF2B5EF4-FFF2-40B4-BE49-F238E27FC236}">
                    <a16:creationId xmlns:a16="http://schemas.microsoft.com/office/drawing/2014/main" id="{DD7A37FE-FCE5-14CC-627C-FF50FDEE38F8}"/>
                  </a:ext>
                </a:extLst>
              </p:cNvPr>
              <p:cNvSpPr txBox="1"/>
              <p:nvPr/>
            </p:nvSpPr>
            <p:spPr>
              <a:xfrm>
                <a:off x="1751616" y="327927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50" name="object 24">
                <a:extLst>
                  <a:ext uri="{FF2B5EF4-FFF2-40B4-BE49-F238E27FC236}">
                    <a16:creationId xmlns:a16="http://schemas.microsoft.com/office/drawing/2014/main" id="{DD7A37FE-FCE5-14CC-627C-FF50FDEE3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1616" y="3279273"/>
                <a:ext cx="551010" cy="449345"/>
              </a:xfrm>
              <a:prstGeom prst="rect">
                <a:avLst/>
              </a:prstGeom>
              <a:blipFill>
                <a:blip r:embed="rId5"/>
                <a:stretch>
                  <a:fillRect l="-6667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13ACCFB8-8973-E09C-3294-4E2AB098432D}"/>
              </a:ext>
            </a:extLst>
          </p:cNvPr>
          <p:cNvCxnSpPr>
            <a:cxnSpLocks/>
          </p:cNvCxnSpPr>
          <p:nvPr/>
        </p:nvCxnSpPr>
        <p:spPr>
          <a:xfrm>
            <a:off x="3809489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751E243-AC81-A571-7569-D9E1506B74C7}"/>
              </a:ext>
            </a:extLst>
          </p:cNvPr>
          <p:cNvSpPr/>
          <p:nvPr/>
        </p:nvSpPr>
        <p:spPr>
          <a:xfrm>
            <a:off x="5597392" y="4316790"/>
            <a:ext cx="660137" cy="9241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3854B237-ABCB-1320-0294-B587436576F2}"/>
              </a:ext>
            </a:extLst>
          </p:cNvPr>
          <p:cNvCxnSpPr>
            <a:cxnSpLocks/>
            <a:stCxn id="52" idx="0"/>
            <a:endCxn id="54" idx="2"/>
          </p:cNvCxnSpPr>
          <p:nvPr/>
        </p:nvCxnSpPr>
        <p:spPr>
          <a:xfrm flipV="1">
            <a:off x="5927461" y="3817393"/>
            <a:ext cx="0" cy="499397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8049C80-4B38-B3FE-CCD4-69496E55421D}"/>
              </a:ext>
            </a:extLst>
          </p:cNvPr>
          <p:cNvSpPr/>
          <p:nvPr/>
        </p:nvSpPr>
        <p:spPr>
          <a:xfrm>
            <a:off x="5444208" y="3186159"/>
            <a:ext cx="966505" cy="631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bject 24">
                <a:extLst>
                  <a:ext uri="{FF2B5EF4-FFF2-40B4-BE49-F238E27FC236}">
                    <a16:creationId xmlns:a16="http://schemas.microsoft.com/office/drawing/2014/main" id="{21E49384-363C-7CC5-70E3-3A6F5E84159E}"/>
                  </a:ext>
                </a:extLst>
              </p:cNvPr>
              <p:cNvSpPr txBox="1"/>
              <p:nvPr/>
            </p:nvSpPr>
            <p:spPr>
              <a:xfrm>
                <a:off x="5651955" y="4556383"/>
                <a:ext cx="551010" cy="44934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x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55" name="object 24">
                <a:extLst>
                  <a:ext uri="{FF2B5EF4-FFF2-40B4-BE49-F238E27FC236}">
                    <a16:creationId xmlns:a16="http://schemas.microsoft.com/office/drawing/2014/main" id="{21E49384-363C-7CC5-70E3-3A6F5E841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955" y="4556383"/>
                <a:ext cx="551010" cy="44934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bject 24">
                <a:extLst>
                  <a:ext uri="{FF2B5EF4-FFF2-40B4-BE49-F238E27FC236}">
                    <a16:creationId xmlns:a16="http://schemas.microsoft.com/office/drawing/2014/main" id="{3DF52765-56DB-088E-431E-BE45840D454E}"/>
                  </a:ext>
                </a:extLst>
              </p:cNvPr>
              <p:cNvSpPr txBox="1"/>
              <p:nvPr/>
            </p:nvSpPr>
            <p:spPr>
              <a:xfrm>
                <a:off x="5524197" y="3280546"/>
                <a:ext cx="806528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 algn="ctr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𝑓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56" name="object 24">
                <a:extLst>
                  <a:ext uri="{FF2B5EF4-FFF2-40B4-BE49-F238E27FC236}">
                    <a16:creationId xmlns:a16="http://schemas.microsoft.com/office/drawing/2014/main" id="{3DF52765-56DB-088E-431E-BE45840D4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197" y="3280546"/>
                <a:ext cx="806528" cy="449345"/>
              </a:xfrm>
              <a:prstGeom prst="rect">
                <a:avLst/>
              </a:prstGeom>
              <a:blipFill>
                <a:blip r:embed="rId7"/>
                <a:stretch>
                  <a:fillRect t="-2778" b="-2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75F05EB3-9C3B-4DD4-8255-1E1ADFA93451}"/>
              </a:ext>
            </a:extLst>
          </p:cNvPr>
          <p:cNvCxnSpPr>
            <a:cxnSpLocks/>
          </p:cNvCxnSpPr>
          <p:nvPr/>
        </p:nvCxnSpPr>
        <p:spPr>
          <a:xfrm>
            <a:off x="4965569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05E14B4-47A8-1604-67D2-66EC011B0A87}"/>
              </a:ext>
            </a:extLst>
          </p:cNvPr>
          <p:cNvSpPr/>
          <p:nvPr/>
        </p:nvSpPr>
        <p:spPr>
          <a:xfrm>
            <a:off x="4305434" y="3039681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bject 24">
                <a:extLst>
                  <a:ext uri="{FF2B5EF4-FFF2-40B4-BE49-F238E27FC236}">
                    <a16:creationId xmlns:a16="http://schemas.microsoft.com/office/drawing/2014/main" id="{A8AD44BD-3C03-590F-A9D0-553278980089}"/>
                  </a:ext>
                </a:extLst>
              </p:cNvPr>
              <p:cNvSpPr txBox="1"/>
              <p:nvPr/>
            </p:nvSpPr>
            <p:spPr>
              <a:xfrm>
                <a:off x="4359997" y="327927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59" name="object 24">
                <a:extLst>
                  <a:ext uri="{FF2B5EF4-FFF2-40B4-BE49-F238E27FC236}">
                    <a16:creationId xmlns:a16="http://schemas.microsoft.com/office/drawing/2014/main" id="{A8AD44BD-3C03-590F-A9D0-553278980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997" y="3279273"/>
                <a:ext cx="551010" cy="449345"/>
              </a:xfrm>
              <a:prstGeom prst="rect">
                <a:avLst/>
              </a:prstGeom>
              <a:blipFill>
                <a:blip r:embed="rId8"/>
                <a:stretch>
                  <a:fillRect l="-6818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6798CA10-36CA-DEC9-67BC-EDBBE04C2CB3}"/>
              </a:ext>
            </a:extLst>
          </p:cNvPr>
          <p:cNvCxnSpPr>
            <a:cxnSpLocks/>
          </p:cNvCxnSpPr>
          <p:nvPr/>
        </p:nvCxnSpPr>
        <p:spPr>
          <a:xfrm>
            <a:off x="6417869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FE3EC4D-2EB0-7970-C959-F05BFC53F747}"/>
              </a:ext>
            </a:extLst>
          </p:cNvPr>
          <p:cNvSpPr/>
          <p:nvPr/>
        </p:nvSpPr>
        <p:spPr>
          <a:xfrm>
            <a:off x="8205773" y="4316790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FCB6BB2D-EDAA-08CC-EC33-309D60E2960A}"/>
              </a:ext>
            </a:extLst>
          </p:cNvPr>
          <p:cNvCxnSpPr>
            <a:cxnSpLocks/>
            <a:stCxn id="61" idx="0"/>
            <a:endCxn id="63" idx="2"/>
          </p:cNvCxnSpPr>
          <p:nvPr/>
        </p:nvCxnSpPr>
        <p:spPr>
          <a:xfrm flipV="1">
            <a:off x="8535841" y="3817393"/>
            <a:ext cx="0" cy="499397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0D3721D-B58D-130E-2B60-787CFF166D21}"/>
              </a:ext>
            </a:extLst>
          </p:cNvPr>
          <p:cNvSpPr/>
          <p:nvPr/>
        </p:nvSpPr>
        <p:spPr>
          <a:xfrm>
            <a:off x="8052589" y="3186159"/>
            <a:ext cx="966505" cy="631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object 24">
                <a:extLst>
                  <a:ext uri="{FF2B5EF4-FFF2-40B4-BE49-F238E27FC236}">
                    <a16:creationId xmlns:a16="http://schemas.microsoft.com/office/drawing/2014/main" id="{62B23355-05CB-6F51-ED09-3231FCEBF182}"/>
                  </a:ext>
                </a:extLst>
              </p:cNvPr>
              <p:cNvSpPr txBox="1"/>
              <p:nvPr/>
            </p:nvSpPr>
            <p:spPr>
              <a:xfrm>
                <a:off x="8260336" y="455638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x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64" name="object 24">
                <a:extLst>
                  <a:ext uri="{FF2B5EF4-FFF2-40B4-BE49-F238E27FC236}">
                    <a16:creationId xmlns:a16="http://schemas.microsoft.com/office/drawing/2014/main" id="{62B23355-05CB-6F51-ED09-3231FCEBF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0336" y="4556383"/>
                <a:ext cx="551010" cy="449345"/>
              </a:xfrm>
              <a:prstGeom prst="rect">
                <a:avLst/>
              </a:prstGeom>
              <a:blipFill>
                <a:blip r:embed="rId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object 24">
                <a:extLst>
                  <a:ext uri="{FF2B5EF4-FFF2-40B4-BE49-F238E27FC236}">
                    <a16:creationId xmlns:a16="http://schemas.microsoft.com/office/drawing/2014/main" id="{A2BB4443-6063-91AC-5EDE-D92E25F23166}"/>
                  </a:ext>
                </a:extLst>
              </p:cNvPr>
              <p:cNvSpPr txBox="1"/>
              <p:nvPr/>
            </p:nvSpPr>
            <p:spPr>
              <a:xfrm>
                <a:off x="8132577" y="3280546"/>
                <a:ext cx="806528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 algn="ctr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𝑓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65" name="object 24">
                <a:extLst>
                  <a:ext uri="{FF2B5EF4-FFF2-40B4-BE49-F238E27FC236}">
                    <a16:creationId xmlns:a16="http://schemas.microsoft.com/office/drawing/2014/main" id="{A2BB4443-6063-91AC-5EDE-D92E25F23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577" y="3280546"/>
                <a:ext cx="806528" cy="449345"/>
              </a:xfrm>
              <a:prstGeom prst="rect">
                <a:avLst/>
              </a:prstGeom>
              <a:blipFill>
                <a:blip r:embed="rId10"/>
                <a:stretch>
                  <a:fillRect l="-1563" t="-2778" b="-2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C8B07BFF-D392-6F93-4C15-5A674B4C6853}"/>
              </a:ext>
            </a:extLst>
          </p:cNvPr>
          <p:cNvCxnSpPr>
            <a:cxnSpLocks/>
          </p:cNvCxnSpPr>
          <p:nvPr/>
        </p:nvCxnSpPr>
        <p:spPr>
          <a:xfrm>
            <a:off x="7573950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9B7AFD0-3C88-7662-3FA9-79B91AE57A89}"/>
              </a:ext>
            </a:extLst>
          </p:cNvPr>
          <p:cNvSpPr/>
          <p:nvPr/>
        </p:nvSpPr>
        <p:spPr>
          <a:xfrm>
            <a:off x="6913814" y="3039681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bject 24">
                <a:extLst>
                  <a:ext uri="{FF2B5EF4-FFF2-40B4-BE49-F238E27FC236}">
                    <a16:creationId xmlns:a16="http://schemas.microsoft.com/office/drawing/2014/main" id="{054BE950-FDF9-6DC6-DC8D-E41B9D866515}"/>
                  </a:ext>
                </a:extLst>
              </p:cNvPr>
              <p:cNvSpPr txBox="1"/>
              <p:nvPr/>
            </p:nvSpPr>
            <p:spPr>
              <a:xfrm>
                <a:off x="6968377" y="327927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68" name="object 24">
                <a:extLst>
                  <a:ext uri="{FF2B5EF4-FFF2-40B4-BE49-F238E27FC236}">
                    <a16:creationId xmlns:a16="http://schemas.microsoft.com/office/drawing/2014/main" id="{054BE950-FDF9-6DC6-DC8D-E41B9D866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377" y="3279273"/>
                <a:ext cx="551010" cy="449345"/>
              </a:xfrm>
              <a:prstGeom prst="rect">
                <a:avLst/>
              </a:prstGeom>
              <a:blipFill>
                <a:blip r:embed="rId11"/>
                <a:stretch>
                  <a:fillRect l="-6818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76B1E468-0237-D6DF-67A4-77449EC78519}"/>
              </a:ext>
            </a:extLst>
          </p:cNvPr>
          <p:cNvCxnSpPr>
            <a:cxnSpLocks/>
          </p:cNvCxnSpPr>
          <p:nvPr/>
        </p:nvCxnSpPr>
        <p:spPr>
          <a:xfrm>
            <a:off x="9026250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D2B8975A-EAB7-E3F4-F846-B037A74B7A20}"/>
              </a:ext>
            </a:extLst>
          </p:cNvPr>
          <p:cNvSpPr/>
          <p:nvPr/>
        </p:nvSpPr>
        <p:spPr>
          <a:xfrm>
            <a:off x="9915976" y="3039681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bject 24">
                <a:extLst>
                  <a:ext uri="{FF2B5EF4-FFF2-40B4-BE49-F238E27FC236}">
                    <a16:creationId xmlns:a16="http://schemas.microsoft.com/office/drawing/2014/main" id="{2DA71985-BD5F-0C03-33EC-E89278C8C054}"/>
                  </a:ext>
                </a:extLst>
              </p:cNvPr>
              <p:cNvSpPr txBox="1"/>
              <p:nvPr/>
            </p:nvSpPr>
            <p:spPr>
              <a:xfrm>
                <a:off x="9970539" y="327927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71" name="object 24">
                <a:extLst>
                  <a:ext uri="{FF2B5EF4-FFF2-40B4-BE49-F238E27FC236}">
                    <a16:creationId xmlns:a16="http://schemas.microsoft.com/office/drawing/2014/main" id="{2DA71985-BD5F-0C03-33EC-E89278C8C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0539" y="3279273"/>
                <a:ext cx="551010" cy="449345"/>
              </a:xfrm>
              <a:prstGeom prst="rect">
                <a:avLst/>
              </a:prstGeom>
              <a:blipFill>
                <a:blip r:embed="rId12"/>
                <a:stretch>
                  <a:fillRect l="-11364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bject 24">
            <a:extLst>
              <a:ext uri="{FF2B5EF4-FFF2-40B4-BE49-F238E27FC236}">
                <a16:creationId xmlns:a16="http://schemas.microsoft.com/office/drawing/2014/main" id="{9702781A-3470-9D23-40D0-E7A985DBA7FF}"/>
              </a:ext>
            </a:extLst>
          </p:cNvPr>
          <p:cNvSpPr txBox="1"/>
          <p:nvPr/>
        </p:nvSpPr>
        <p:spPr>
          <a:xfrm>
            <a:off x="9320328" y="3200023"/>
            <a:ext cx="806528" cy="431031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3600" b="0" dirty="0">
                <a:solidFill>
                  <a:schemeClr val="tx1"/>
                </a:solidFill>
                <a:latin typeface="Calibri" panose="020F0502020204030204" pitchFamily="34" charset="0"/>
                <a:cs typeface="Arial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7E446CCE-EDB4-0FD3-E0E1-8B93C984570B}"/>
                  </a:ext>
                </a:extLst>
              </p:cNvPr>
              <p:cNvSpPr/>
              <p:nvPr/>
            </p:nvSpPr>
            <p:spPr>
              <a:xfrm>
                <a:off x="1774459" y="5271951"/>
                <a:ext cx="604278" cy="5013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ore-KR" sz="3600" b="0" i="1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𝑊</m:t>
                      </m:r>
                    </m:oMath>
                  </m:oMathPara>
                </a14:m>
                <a:endParaRPr lang="ko-Kore-KR" altLang="en-US" sz="3200" dirty="0"/>
              </a:p>
            </p:txBody>
          </p:sp>
        </mc:Choice>
        <mc:Fallback xmlns=""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7E446CCE-EDB4-0FD3-E0E1-8B93C98457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459" y="5271951"/>
                <a:ext cx="604278" cy="501369"/>
              </a:xfrm>
              <a:prstGeom prst="rect">
                <a:avLst/>
              </a:prstGeom>
              <a:blipFill>
                <a:blip r:embed="rId13"/>
                <a:stretch>
                  <a:fillRect l="-10204" r="-12245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직사각형 79">
            <a:extLst>
              <a:ext uri="{FF2B5EF4-FFF2-40B4-BE49-F238E27FC236}">
                <a16:creationId xmlns:a16="http://schemas.microsoft.com/office/drawing/2014/main" id="{0295867F-C540-B0B8-D808-C3AE68E7E439}"/>
              </a:ext>
            </a:extLst>
          </p:cNvPr>
          <p:cNvSpPr/>
          <p:nvPr/>
        </p:nvSpPr>
        <p:spPr>
          <a:xfrm>
            <a:off x="9915976" y="1609122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object 24">
                <a:extLst>
                  <a:ext uri="{FF2B5EF4-FFF2-40B4-BE49-F238E27FC236}">
                    <a16:creationId xmlns:a16="http://schemas.microsoft.com/office/drawing/2014/main" id="{3A533074-2198-4D30-1D94-F09078C832B2}"/>
                  </a:ext>
                </a:extLst>
              </p:cNvPr>
              <p:cNvSpPr txBox="1"/>
              <p:nvPr/>
            </p:nvSpPr>
            <p:spPr>
              <a:xfrm>
                <a:off x="9970539" y="1848714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ore-KR" sz="2800" b="0" i="0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y</m:t>
                      </m:r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81" name="object 24">
                <a:extLst>
                  <a:ext uri="{FF2B5EF4-FFF2-40B4-BE49-F238E27FC236}">
                    <a16:creationId xmlns:a16="http://schemas.microsoft.com/office/drawing/2014/main" id="{3A533074-2198-4D30-1D94-F09078C83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0539" y="1848714"/>
                <a:ext cx="551010" cy="449345"/>
              </a:xfrm>
              <a:prstGeom prst="rect">
                <a:avLst/>
              </a:prstGeom>
              <a:blipFill>
                <a:blip r:embed="rId14"/>
                <a:stretch>
                  <a:fillRect b="-19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E0637DD7-3311-A8DC-B6CB-DDE64BAA4E32}"/>
              </a:ext>
            </a:extLst>
          </p:cNvPr>
          <p:cNvCxnSpPr>
            <a:cxnSpLocks/>
            <a:stCxn id="70" idx="0"/>
            <a:endCxn id="80" idx="2"/>
          </p:cNvCxnSpPr>
          <p:nvPr/>
        </p:nvCxnSpPr>
        <p:spPr>
          <a:xfrm flipV="1">
            <a:off x="10246045" y="2533313"/>
            <a:ext cx="0" cy="506368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A867BA3-8A79-2DDE-9C2C-4707247CA481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[slide courtesy: Stanford, CS231]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072359-0908-130E-3550-679A03ED480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8402250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CAC0-C791-6AC7-2CA6-B47966872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RNN: Computational Graph – Many to Many</a:t>
            </a:r>
            <a:r>
              <a:rPr lang="ko-KR" altLang="en-US" dirty="0"/>
              <a:t> </a:t>
            </a:r>
            <a:r>
              <a:rPr lang="en-US" altLang="ko-KR" dirty="0"/>
              <a:t>(1)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7D7418-9C31-193F-F2E6-9C0BE8C48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Aligned prediction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FC542D-5702-FD3D-2D39-389DDA1C0B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24</a:t>
            </a:fld>
            <a:endParaRPr kumimoji="1" lang="ko-Kore-KR" altLang="en-US"/>
          </a:p>
        </p:txBody>
      </p:sp>
      <p:cxnSp>
        <p:nvCxnSpPr>
          <p:cNvPr id="40" name="구부러진 연결선[U] 39">
            <a:extLst>
              <a:ext uri="{FF2B5EF4-FFF2-40B4-BE49-F238E27FC236}">
                <a16:creationId xmlns:a16="http://schemas.microsoft.com/office/drawing/2014/main" id="{F4DDAF78-D56C-BE56-8DB1-97B40CAE8AB4}"/>
              </a:ext>
            </a:extLst>
          </p:cNvPr>
          <p:cNvCxnSpPr>
            <a:stCxn id="73" idx="0"/>
          </p:cNvCxnSpPr>
          <p:nvPr/>
        </p:nvCxnSpPr>
        <p:spPr>
          <a:xfrm rot="5400000" flipH="1" flipV="1">
            <a:off x="1807632" y="4086360"/>
            <a:ext cx="1454558" cy="916624"/>
          </a:xfrm>
          <a:prstGeom prst="curvedConnector3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구부러진 연결선[U] 40">
            <a:extLst>
              <a:ext uri="{FF2B5EF4-FFF2-40B4-BE49-F238E27FC236}">
                <a16:creationId xmlns:a16="http://schemas.microsoft.com/office/drawing/2014/main" id="{CAB62059-4214-7D78-6F28-9CC75ADF1043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2378737" y="3829099"/>
            <a:ext cx="3299742" cy="1693536"/>
          </a:xfrm>
          <a:prstGeom prst="curvedConnector2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구부러진 연결선[U] 41">
            <a:extLst>
              <a:ext uri="{FF2B5EF4-FFF2-40B4-BE49-F238E27FC236}">
                <a16:creationId xmlns:a16="http://schemas.microsoft.com/office/drawing/2014/main" id="{65B570AC-00FA-5620-704B-6F6B1D0E6235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2378737" y="3816734"/>
            <a:ext cx="5771051" cy="1705902"/>
          </a:xfrm>
          <a:prstGeom prst="curvedConnector2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FDE399C-FEE7-FC83-E34D-E2EFF5A89CDA}"/>
              </a:ext>
            </a:extLst>
          </p:cNvPr>
          <p:cNvSpPr/>
          <p:nvPr/>
        </p:nvSpPr>
        <p:spPr>
          <a:xfrm>
            <a:off x="2989012" y="4316790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3610ABD9-B734-22F3-AD60-DD427DA761ED}"/>
              </a:ext>
            </a:extLst>
          </p:cNvPr>
          <p:cNvCxnSpPr>
            <a:cxnSpLocks/>
            <a:stCxn id="43" idx="0"/>
            <a:endCxn id="45" idx="2"/>
          </p:cNvCxnSpPr>
          <p:nvPr/>
        </p:nvCxnSpPr>
        <p:spPr>
          <a:xfrm flipV="1">
            <a:off x="3319080" y="3817393"/>
            <a:ext cx="0" cy="499397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FBACDD2-1A73-1060-A449-606CC108EBBB}"/>
              </a:ext>
            </a:extLst>
          </p:cNvPr>
          <p:cNvSpPr/>
          <p:nvPr/>
        </p:nvSpPr>
        <p:spPr>
          <a:xfrm>
            <a:off x="2835827" y="3186159"/>
            <a:ext cx="966505" cy="631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24">
                <a:extLst>
                  <a:ext uri="{FF2B5EF4-FFF2-40B4-BE49-F238E27FC236}">
                    <a16:creationId xmlns:a16="http://schemas.microsoft.com/office/drawing/2014/main" id="{221196CB-C3A7-FFFF-7B2A-8CB93CB1A5DF}"/>
                  </a:ext>
                </a:extLst>
              </p:cNvPr>
              <p:cNvSpPr txBox="1"/>
              <p:nvPr/>
            </p:nvSpPr>
            <p:spPr>
              <a:xfrm>
                <a:off x="3043575" y="455638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x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46" name="object 24">
                <a:extLst>
                  <a:ext uri="{FF2B5EF4-FFF2-40B4-BE49-F238E27FC236}">
                    <a16:creationId xmlns:a16="http://schemas.microsoft.com/office/drawing/2014/main" id="{221196CB-C3A7-FFFF-7B2A-8CB93CB1A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575" y="4556383"/>
                <a:ext cx="551010" cy="449345"/>
              </a:xfrm>
              <a:prstGeom prst="rect">
                <a:avLst/>
              </a:prstGeom>
              <a:blipFill>
                <a:blip r:embed="rId3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24">
                <a:extLst>
                  <a:ext uri="{FF2B5EF4-FFF2-40B4-BE49-F238E27FC236}">
                    <a16:creationId xmlns:a16="http://schemas.microsoft.com/office/drawing/2014/main" id="{28FCA0B3-FDD7-695F-BD54-1DB2E54AC99D}"/>
                  </a:ext>
                </a:extLst>
              </p:cNvPr>
              <p:cNvSpPr txBox="1"/>
              <p:nvPr/>
            </p:nvSpPr>
            <p:spPr>
              <a:xfrm>
                <a:off x="2915816" y="3280546"/>
                <a:ext cx="806528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 algn="ctr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𝑓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47" name="object 24">
                <a:extLst>
                  <a:ext uri="{FF2B5EF4-FFF2-40B4-BE49-F238E27FC236}">
                    <a16:creationId xmlns:a16="http://schemas.microsoft.com/office/drawing/2014/main" id="{28FCA0B3-FDD7-695F-BD54-1DB2E54AC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3280546"/>
                <a:ext cx="806528" cy="449345"/>
              </a:xfrm>
              <a:prstGeom prst="rect">
                <a:avLst/>
              </a:prstGeom>
              <a:blipFill>
                <a:blip r:embed="rId4"/>
                <a:stretch>
                  <a:fillRect l="-1538" t="-2778" b="-2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009ACCAB-D5F5-DE9E-242A-B6CE15DE8885}"/>
              </a:ext>
            </a:extLst>
          </p:cNvPr>
          <p:cNvCxnSpPr>
            <a:cxnSpLocks/>
          </p:cNvCxnSpPr>
          <p:nvPr/>
        </p:nvCxnSpPr>
        <p:spPr>
          <a:xfrm>
            <a:off x="2357189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80EF86E-DC76-2B13-E03D-8F6F20FC3CDC}"/>
              </a:ext>
            </a:extLst>
          </p:cNvPr>
          <p:cNvSpPr/>
          <p:nvPr/>
        </p:nvSpPr>
        <p:spPr>
          <a:xfrm>
            <a:off x="1697053" y="3039681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24">
                <a:extLst>
                  <a:ext uri="{FF2B5EF4-FFF2-40B4-BE49-F238E27FC236}">
                    <a16:creationId xmlns:a16="http://schemas.microsoft.com/office/drawing/2014/main" id="{DD7A37FE-FCE5-14CC-627C-FF50FDEE38F8}"/>
                  </a:ext>
                </a:extLst>
              </p:cNvPr>
              <p:cNvSpPr txBox="1"/>
              <p:nvPr/>
            </p:nvSpPr>
            <p:spPr>
              <a:xfrm>
                <a:off x="1751616" y="327927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50" name="object 24">
                <a:extLst>
                  <a:ext uri="{FF2B5EF4-FFF2-40B4-BE49-F238E27FC236}">
                    <a16:creationId xmlns:a16="http://schemas.microsoft.com/office/drawing/2014/main" id="{DD7A37FE-FCE5-14CC-627C-FF50FDEE3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1616" y="3279273"/>
                <a:ext cx="551010" cy="449345"/>
              </a:xfrm>
              <a:prstGeom prst="rect">
                <a:avLst/>
              </a:prstGeom>
              <a:blipFill>
                <a:blip r:embed="rId5"/>
                <a:stretch>
                  <a:fillRect l="-6667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13ACCFB8-8973-E09C-3294-4E2AB098432D}"/>
              </a:ext>
            </a:extLst>
          </p:cNvPr>
          <p:cNvCxnSpPr>
            <a:cxnSpLocks/>
          </p:cNvCxnSpPr>
          <p:nvPr/>
        </p:nvCxnSpPr>
        <p:spPr>
          <a:xfrm>
            <a:off x="3809489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751E243-AC81-A571-7569-D9E1506B74C7}"/>
              </a:ext>
            </a:extLst>
          </p:cNvPr>
          <p:cNvSpPr/>
          <p:nvPr/>
        </p:nvSpPr>
        <p:spPr>
          <a:xfrm>
            <a:off x="5597392" y="4316790"/>
            <a:ext cx="660137" cy="9241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3854B237-ABCB-1320-0294-B587436576F2}"/>
              </a:ext>
            </a:extLst>
          </p:cNvPr>
          <p:cNvCxnSpPr>
            <a:cxnSpLocks/>
            <a:stCxn id="52" idx="0"/>
            <a:endCxn id="54" idx="2"/>
          </p:cNvCxnSpPr>
          <p:nvPr/>
        </p:nvCxnSpPr>
        <p:spPr>
          <a:xfrm flipV="1">
            <a:off x="5927461" y="3817393"/>
            <a:ext cx="0" cy="499397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8049C80-4B38-B3FE-CCD4-69496E55421D}"/>
              </a:ext>
            </a:extLst>
          </p:cNvPr>
          <p:cNvSpPr/>
          <p:nvPr/>
        </p:nvSpPr>
        <p:spPr>
          <a:xfrm>
            <a:off x="5444208" y="3186159"/>
            <a:ext cx="966505" cy="631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bject 24">
                <a:extLst>
                  <a:ext uri="{FF2B5EF4-FFF2-40B4-BE49-F238E27FC236}">
                    <a16:creationId xmlns:a16="http://schemas.microsoft.com/office/drawing/2014/main" id="{21E49384-363C-7CC5-70E3-3A6F5E84159E}"/>
                  </a:ext>
                </a:extLst>
              </p:cNvPr>
              <p:cNvSpPr txBox="1"/>
              <p:nvPr/>
            </p:nvSpPr>
            <p:spPr>
              <a:xfrm>
                <a:off x="5651955" y="4556383"/>
                <a:ext cx="551010" cy="44934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x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55" name="object 24">
                <a:extLst>
                  <a:ext uri="{FF2B5EF4-FFF2-40B4-BE49-F238E27FC236}">
                    <a16:creationId xmlns:a16="http://schemas.microsoft.com/office/drawing/2014/main" id="{21E49384-363C-7CC5-70E3-3A6F5E841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955" y="4556383"/>
                <a:ext cx="551010" cy="44934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bject 24">
                <a:extLst>
                  <a:ext uri="{FF2B5EF4-FFF2-40B4-BE49-F238E27FC236}">
                    <a16:creationId xmlns:a16="http://schemas.microsoft.com/office/drawing/2014/main" id="{3DF52765-56DB-088E-431E-BE45840D454E}"/>
                  </a:ext>
                </a:extLst>
              </p:cNvPr>
              <p:cNvSpPr txBox="1"/>
              <p:nvPr/>
            </p:nvSpPr>
            <p:spPr>
              <a:xfrm>
                <a:off x="5524197" y="3280546"/>
                <a:ext cx="806528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 algn="ctr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𝑓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56" name="object 24">
                <a:extLst>
                  <a:ext uri="{FF2B5EF4-FFF2-40B4-BE49-F238E27FC236}">
                    <a16:creationId xmlns:a16="http://schemas.microsoft.com/office/drawing/2014/main" id="{3DF52765-56DB-088E-431E-BE45840D4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197" y="3280546"/>
                <a:ext cx="806528" cy="449345"/>
              </a:xfrm>
              <a:prstGeom prst="rect">
                <a:avLst/>
              </a:prstGeom>
              <a:blipFill>
                <a:blip r:embed="rId7"/>
                <a:stretch>
                  <a:fillRect t="-2778" b="-2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75F05EB3-9C3B-4DD4-8255-1E1ADFA93451}"/>
              </a:ext>
            </a:extLst>
          </p:cNvPr>
          <p:cNvCxnSpPr>
            <a:cxnSpLocks/>
          </p:cNvCxnSpPr>
          <p:nvPr/>
        </p:nvCxnSpPr>
        <p:spPr>
          <a:xfrm>
            <a:off x="4965569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05E14B4-47A8-1604-67D2-66EC011B0A87}"/>
              </a:ext>
            </a:extLst>
          </p:cNvPr>
          <p:cNvSpPr/>
          <p:nvPr/>
        </p:nvSpPr>
        <p:spPr>
          <a:xfrm>
            <a:off x="4305434" y="3039681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bject 24">
                <a:extLst>
                  <a:ext uri="{FF2B5EF4-FFF2-40B4-BE49-F238E27FC236}">
                    <a16:creationId xmlns:a16="http://schemas.microsoft.com/office/drawing/2014/main" id="{A8AD44BD-3C03-590F-A9D0-553278980089}"/>
                  </a:ext>
                </a:extLst>
              </p:cNvPr>
              <p:cNvSpPr txBox="1"/>
              <p:nvPr/>
            </p:nvSpPr>
            <p:spPr>
              <a:xfrm>
                <a:off x="4359997" y="327927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59" name="object 24">
                <a:extLst>
                  <a:ext uri="{FF2B5EF4-FFF2-40B4-BE49-F238E27FC236}">
                    <a16:creationId xmlns:a16="http://schemas.microsoft.com/office/drawing/2014/main" id="{A8AD44BD-3C03-590F-A9D0-553278980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997" y="3279273"/>
                <a:ext cx="551010" cy="449345"/>
              </a:xfrm>
              <a:prstGeom prst="rect">
                <a:avLst/>
              </a:prstGeom>
              <a:blipFill>
                <a:blip r:embed="rId8"/>
                <a:stretch>
                  <a:fillRect l="-6818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6798CA10-36CA-DEC9-67BC-EDBBE04C2CB3}"/>
              </a:ext>
            </a:extLst>
          </p:cNvPr>
          <p:cNvCxnSpPr>
            <a:cxnSpLocks/>
          </p:cNvCxnSpPr>
          <p:nvPr/>
        </p:nvCxnSpPr>
        <p:spPr>
          <a:xfrm>
            <a:off x="6417869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FE3EC4D-2EB0-7970-C959-F05BFC53F747}"/>
              </a:ext>
            </a:extLst>
          </p:cNvPr>
          <p:cNvSpPr/>
          <p:nvPr/>
        </p:nvSpPr>
        <p:spPr>
          <a:xfrm>
            <a:off x="8205773" y="4316790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FCB6BB2D-EDAA-08CC-EC33-309D60E2960A}"/>
              </a:ext>
            </a:extLst>
          </p:cNvPr>
          <p:cNvCxnSpPr>
            <a:cxnSpLocks/>
            <a:stCxn id="61" idx="0"/>
            <a:endCxn id="63" idx="2"/>
          </p:cNvCxnSpPr>
          <p:nvPr/>
        </p:nvCxnSpPr>
        <p:spPr>
          <a:xfrm flipV="1">
            <a:off x="8535841" y="3817393"/>
            <a:ext cx="0" cy="499397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0D3721D-B58D-130E-2B60-787CFF166D21}"/>
              </a:ext>
            </a:extLst>
          </p:cNvPr>
          <p:cNvSpPr/>
          <p:nvPr/>
        </p:nvSpPr>
        <p:spPr>
          <a:xfrm>
            <a:off x="8052589" y="3186159"/>
            <a:ext cx="966505" cy="631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object 24">
                <a:extLst>
                  <a:ext uri="{FF2B5EF4-FFF2-40B4-BE49-F238E27FC236}">
                    <a16:creationId xmlns:a16="http://schemas.microsoft.com/office/drawing/2014/main" id="{62B23355-05CB-6F51-ED09-3231FCEBF182}"/>
                  </a:ext>
                </a:extLst>
              </p:cNvPr>
              <p:cNvSpPr txBox="1"/>
              <p:nvPr/>
            </p:nvSpPr>
            <p:spPr>
              <a:xfrm>
                <a:off x="8260336" y="455638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x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64" name="object 24">
                <a:extLst>
                  <a:ext uri="{FF2B5EF4-FFF2-40B4-BE49-F238E27FC236}">
                    <a16:creationId xmlns:a16="http://schemas.microsoft.com/office/drawing/2014/main" id="{62B23355-05CB-6F51-ED09-3231FCEBF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0336" y="4556383"/>
                <a:ext cx="551010" cy="449345"/>
              </a:xfrm>
              <a:prstGeom prst="rect">
                <a:avLst/>
              </a:prstGeom>
              <a:blipFill>
                <a:blip r:embed="rId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object 24">
                <a:extLst>
                  <a:ext uri="{FF2B5EF4-FFF2-40B4-BE49-F238E27FC236}">
                    <a16:creationId xmlns:a16="http://schemas.microsoft.com/office/drawing/2014/main" id="{A2BB4443-6063-91AC-5EDE-D92E25F23166}"/>
                  </a:ext>
                </a:extLst>
              </p:cNvPr>
              <p:cNvSpPr txBox="1"/>
              <p:nvPr/>
            </p:nvSpPr>
            <p:spPr>
              <a:xfrm>
                <a:off x="8132577" y="3280546"/>
                <a:ext cx="806528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 algn="ctr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𝑓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65" name="object 24">
                <a:extLst>
                  <a:ext uri="{FF2B5EF4-FFF2-40B4-BE49-F238E27FC236}">
                    <a16:creationId xmlns:a16="http://schemas.microsoft.com/office/drawing/2014/main" id="{A2BB4443-6063-91AC-5EDE-D92E25F23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577" y="3280546"/>
                <a:ext cx="806528" cy="449345"/>
              </a:xfrm>
              <a:prstGeom prst="rect">
                <a:avLst/>
              </a:prstGeom>
              <a:blipFill>
                <a:blip r:embed="rId10"/>
                <a:stretch>
                  <a:fillRect l="-1563" t="-2778" b="-2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C8B07BFF-D392-6F93-4C15-5A674B4C6853}"/>
              </a:ext>
            </a:extLst>
          </p:cNvPr>
          <p:cNvCxnSpPr>
            <a:cxnSpLocks/>
          </p:cNvCxnSpPr>
          <p:nvPr/>
        </p:nvCxnSpPr>
        <p:spPr>
          <a:xfrm>
            <a:off x="7573950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9B7AFD0-3C88-7662-3FA9-79B91AE57A89}"/>
              </a:ext>
            </a:extLst>
          </p:cNvPr>
          <p:cNvSpPr/>
          <p:nvPr/>
        </p:nvSpPr>
        <p:spPr>
          <a:xfrm>
            <a:off x="6913814" y="3039681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bject 24">
                <a:extLst>
                  <a:ext uri="{FF2B5EF4-FFF2-40B4-BE49-F238E27FC236}">
                    <a16:creationId xmlns:a16="http://schemas.microsoft.com/office/drawing/2014/main" id="{054BE950-FDF9-6DC6-DC8D-E41B9D866515}"/>
                  </a:ext>
                </a:extLst>
              </p:cNvPr>
              <p:cNvSpPr txBox="1"/>
              <p:nvPr/>
            </p:nvSpPr>
            <p:spPr>
              <a:xfrm>
                <a:off x="6968377" y="327927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68" name="object 24">
                <a:extLst>
                  <a:ext uri="{FF2B5EF4-FFF2-40B4-BE49-F238E27FC236}">
                    <a16:creationId xmlns:a16="http://schemas.microsoft.com/office/drawing/2014/main" id="{054BE950-FDF9-6DC6-DC8D-E41B9D866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377" y="3279273"/>
                <a:ext cx="551010" cy="449345"/>
              </a:xfrm>
              <a:prstGeom prst="rect">
                <a:avLst/>
              </a:prstGeom>
              <a:blipFill>
                <a:blip r:embed="rId11"/>
                <a:stretch>
                  <a:fillRect l="-6818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76B1E468-0237-D6DF-67A4-77449EC78519}"/>
              </a:ext>
            </a:extLst>
          </p:cNvPr>
          <p:cNvCxnSpPr>
            <a:cxnSpLocks/>
          </p:cNvCxnSpPr>
          <p:nvPr/>
        </p:nvCxnSpPr>
        <p:spPr>
          <a:xfrm>
            <a:off x="9026250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D2B8975A-EAB7-E3F4-F846-B037A74B7A20}"/>
              </a:ext>
            </a:extLst>
          </p:cNvPr>
          <p:cNvSpPr/>
          <p:nvPr/>
        </p:nvSpPr>
        <p:spPr>
          <a:xfrm>
            <a:off x="9915976" y="3039681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bject 24">
                <a:extLst>
                  <a:ext uri="{FF2B5EF4-FFF2-40B4-BE49-F238E27FC236}">
                    <a16:creationId xmlns:a16="http://schemas.microsoft.com/office/drawing/2014/main" id="{2DA71985-BD5F-0C03-33EC-E89278C8C054}"/>
                  </a:ext>
                </a:extLst>
              </p:cNvPr>
              <p:cNvSpPr txBox="1"/>
              <p:nvPr/>
            </p:nvSpPr>
            <p:spPr>
              <a:xfrm>
                <a:off x="9970539" y="327927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71" name="object 24">
                <a:extLst>
                  <a:ext uri="{FF2B5EF4-FFF2-40B4-BE49-F238E27FC236}">
                    <a16:creationId xmlns:a16="http://schemas.microsoft.com/office/drawing/2014/main" id="{2DA71985-BD5F-0C03-33EC-E89278C8C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0539" y="3279273"/>
                <a:ext cx="551010" cy="449345"/>
              </a:xfrm>
              <a:prstGeom prst="rect">
                <a:avLst/>
              </a:prstGeom>
              <a:blipFill>
                <a:blip r:embed="rId12"/>
                <a:stretch>
                  <a:fillRect l="-11364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bject 24">
            <a:extLst>
              <a:ext uri="{FF2B5EF4-FFF2-40B4-BE49-F238E27FC236}">
                <a16:creationId xmlns:a16="http://schemas.microsoft.com/office/drawing/2014/main" id="{9702781A-3470-9D23-40D0-E7A985DBA7FF}"/>
              </a:ext>
            </a:extLst>
          </p:cNvPr>
          <p:cNvSpPr txBox="1"/>
          <p:nvPr/>
        </p:nvSpPr>
        <p:spPr>
          <a:xfrm>
            <a:off x="9320328" y="3200023"/>
            <a:ext cx="806528" cy="431031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3600" b="0" dirty="0">
                <a:solidFill>
                  <a:schemeClr val="tx1"/>
                </a:solidFill>
                <a:latin typeface="Calibri" panose="020F0502020204030204" pitchFamily="34" charset="0"/>
                <a:cs typeface="Arial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7E446CCE-EDB4-0FD3-E0E1-8B93C984570B}"/>
                  </a:ext>
                </a:extLst>
              </p:cNvPr>
              <p:cNvSpPr/>
              <p:nvPr/>
            </p:nvSpPr>
            <p:spPr>
              <a:xfrm>
                <a:off x="1774459" y="5271951"/>
                <a:ext cx="604278" cy="5013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ore-KR" sz="3600" b="0" i="1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𝑊</m:t>
                      </m:r>
                    </m:oMath>
                  </m:oMathPara>
                </a14:m>
                <a:endParaRPr lang="ko-Kore-KR" altLang="en-US" sz="3200" dirty="0"/>
              </a:p>
            </p:txBody>
          </p:sp>
        </mc:Choice>
        <mc:Fallback xmlns=""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7E446CCE-EDB4-0FD3-E0E1-8B93C98457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459" y="5271951"/>
                <a:ext cx="604278" cy="501369"/>
              </a:xfrm>
              <a:prstGeom prst="rect">
                <a:avLst/>
              </a:prstGeom>
              <a:blipFill>
                <a:blip r:embed="rId13"/>
                <a:stretch>
                  <a:fillRect l="-10204" r="-12245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직사각형 73">
            <a:extLst>
              <a:ext uri="{FF2B5EF4-FFF2-40B4-BE49-F238E27FC236}">
                <a16:creationId xmlns:a16="http://schemas.microsoft.com/office/drawing/2014/main" id="{EBE59483-D666-8B1A-426B-0AF25FF556E7}"/>
              </a:ext>
            </a:extLst>
          </p:cNvPr>
          <p:cNvSpPr/>
          <p:nvPr/>
        </p:nvSpPr>
        <p:spPr>
          <a:xfrm>
            <a:off x="4305434" y="1607168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object 24">
                <a:extLst>
                  <a:ext uri="{FF2B5EF4-FFF2-40B4-BE49-F238E27FC236}">
                    <a16:creationId xmlns:a16="http://schemas.microsoft.com/office/drawing/2014/main" id="{A65F081B-EC39-28F8-DBF6-B58E041A8887}"/>
                  </a:ext>
                </a:extLst>
              </p:cNvPr>
              <p:cNvSpPr txBox="1"/>
              <p:nvPr/>
            </p:nvSpPr>
            <p:spPr>
              <a:xfrm>
                <a:off x="4359997" y="1846760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y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75" name="object 24">
                <a:extLst>
                  <a:ext uri="{FF2B5EF4-FFF2-40B4-BE49-F238E27FC236}">
                    <a16:creationId xmlns:a16="http://schemas.microsoft.com/office/drawing/2014/main" id="{A65F081B-EC39-28F8-DBF6-B58E041A8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997" y="1846760"/>
                <a:ext cx="551010" cy="449345"/>
              </a:xfrm>
              <a:prstGeom prst="rect">
                <a:avLst/>
              </a:prstGeom>
              <a:blipFill>
                <a:blip r:embed="rId14"/>
                <a:stretch>
                  <a:fillRect l="-4545" b="-19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BC2A0FC7-441F-F956-22B2-BAB2A2C52231}"/>
              </a:ext>
            </a:extLst>
          </p:cNvPr>
          <p:cNvCxnSpPr>
            <a:cxnSpLocks/>
            <a:stCxn id="58" idx="0"/>
            <a:endCxn id="74" idx="2"/>
          </p:cNvCxnSpPr>
          <p:nvPr/>
        </p:nvCxnSpPr>
        <p:spPr>
          <a:xfrm flipV="1">
            <a:off x="4635502" y="2531359"/>
            <a:ext cx="0" cy="508322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AB56A19-C940-5B01-3467-98C2167BE167}"/>
              </a:ext>
            </a:extLst>
          </p:cNvPr>
          <p:cNvSpPr/>
          <p:nvPr/>
        </p:nvSpPr>
        <p:spPr>
          <a:xfrm>
            <a:off x="6916836" y="1607168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object 24">
                <a:extLst>
                  <a:ext uri="{FF2B5EF4-FFF2-40B4-BE49-F238E27FC236}">
                    <a16:creationId xmlns:a16="http://schemas.microsoft.com/office/drawing/2014/main" id="{D145C9DF-DF39-899E-4DC8-C2395DCAE453}"/>
                  </a:ext>
                </a:extLst>
              </p:cNvPr>
              <p:cNvSpPr txBox="1"/>
              <p:nvPr/>
            </p:nvSpPr>
            <p:spPr>
              <a:xfrm>
                <a:off x="6971399" y="1846760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y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78" name="object 24">
                <a:extLst>
                  <a:ext uri="{FF2B5EF4-FFF2-40B4-BE49-F238E27FC236}">
                    <a16:creationId xmlns:a16="http://schemas.microsoft.com/office/drawing/2014/main" id="{D145C9DF-DF39-899E-4DC8-C2395DCAE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399" y="1846760"/>
                <a:ext cx="551010" cy="449345"/>
              </a:xfrm>
              <a:prstGeom prst="rect">
                <a:avLst/>
              </a:prstGeom>
              <a:blipFill>
                <a:blip r:embed="rId15"/>
                <a:stretch>
                  <a:fillRect l="-6818" b="-19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8EFAEBEC-3465-4988-99DC-FDC83DFE2706}"/>
              </a:ext>
            </a:extLst>
          </p:cNvPr>
          <p:cNvCxnSpPr>
            <a:cxnSpLocks/>
            <a:stCxn id="67" idx="0"/>
            <a:endCxn id="77" idx="2"/>
          </p:cNvCxnSpPr>
          <p:nvPr/>
        </p:nvCxnSpPr>
        <p:spPr>
          <a:xfrm flipV="1">
            <a:off x="7243882" y="2531359"/>
            <a:ext cx="3021" cy="508322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295867F-C540-B0B8-D808-C3AE68E7E439}"/>
              </a:ext>
            </a:extLst>
          </p:cNvPr>
          <p:cNvSpPr/>
          <p:nvPr/>
        </p:nvSpPr>
        <p:spPr>
          <a:xfrm>
            <a:off x="9915976" y="1609122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object 24">
                <a:extLst>
                  <a:ext uri="{FF2B5EF4-FFF2-40B4-BE49-F238E27FC236}">
                    <a16:creationId xmlns:a16="http://schemas.microsoft.com/office/drawing/2014/main" id="{3A533074-2198-4D30-1D94-F09078C832B2}"/>
                  </a:ext>
                </a:extLst>
              </p:cNvPr>
              <p:cNvSpPr txBox="1"/>
              <p:nvPr/>
            </p:nvSpPr>
            <p:spPr>
              <a:xfrm>
                <a:off x="9970539" y="1848714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y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81" name="object 24">
                <a:extLst>
                  <a:ext uri="{FF2B5EF4-FFF2-40B4-BE49-F238E27FC236}">
                    <a16:creationId xmlns:a16="http://schemas.microsoft.com/office/drawing/2014/main" id="{3A533074-2198-4D30-1D94-F09078C83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0539" y="1848714"/>
                <a:ext cx="551010" cy="449345"/>
              </a:xfrm>
              <a:prstGeom prst="rect">
                <a:avLst/>
              </a:prstGeom>
              <a:blipFill>
                <a:blip r:embed="rId16"/>
                <a:stretch>
                  <a:fillRect l="-9091" b="-19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E0637DD7-3311-A8DC-B6CB-DDE64BAA4E32}"/>
              </a:ext>
            </a:extLst>
          </p:cNvPr>
          <p:cNvCxnSpPr>
            <a:cxnSpLocks/>
            <a:stCxn id="70" idx="0"/>
            <a:endCxn id="80" idx="2"/>
          </p:cNvCxnSpPr>
          <p:nvPr/>
        </p:nvCxnSpPr>
        <p:spPr>
          <a:xfrm flipV="1">
            <a:off x="10246045" y="2533313"/>
            <a:ext cx="0" cy="506368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CE782DF-194F-F5B0-E406-D149AC63876E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[slide courtesy: Stanford, CS231]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4C49DF-5CDB-8B34-0FE1-52FD4E39EE0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40230160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CAC0-C791-6AC7-2CA6-B47966872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RNN: Computational Graph – Many to Many</a:t>
            </a:r>
            <a:r>
              <a:rPr lang="ko-KR" altLang="en-US" dirty="0"/>
              <a:t> </a:t>
            </a:r>
            <a:r>
              <a:rPr lang="en-US" altLang="ko-KR" dirty="0"/>
              <a:t>(2)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C0002C-79CE-98DC-D9C2-9B767D9C7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Sequence to sequence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FC542D-5702-FD3D-2D39-389DDA1C0B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25</a:t>
            </a:fld>
            <a:endParaRPr kumimoji="1" lang="ko-Kore-KR" altLang="en-US"/>
          </a:p>
        </p:txBody>
      </p:sp>
      <p:cxnSp>
        <p:nvCxnSpPr>
          <p:cNvPr id="40" name="구부러진 연결선[U] 39">
            <a:extLst>
              <a:ext uri="{FF2B5EF4-FFF2-40B4-BE49-F238E27FC236}">
                <a16:creationId xmlns:a16="http://schemas.microsoft.com/office/drawing/2014/main" id="{F4DDAF78-D56C-BE56-8DB1-97B40CAE8AB4}"/>
              </a:ext>
            </a:extLst>
          </p:cNvPr>
          <p:cNvCxnSpPr>
            <a:cxnSpLocks/>
            <a:stCxn id="73" idx="0"/>
          </p:cNvCxnSpPr>
          <p:nvPr/>
        </p:nvCxnSpPr>
        <p:spPr>
          <a:xfrm rot="5400000" flipH="1" flipV="1">
            <a:off x="1650122" y="4243869"/>
            <a:ext cx="1454558" cy="601606"/>
          </a:xfrm>
          <a:prstGeom prst="curvedConnector3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구부러진 연결선[U] 40">
            <a:extLst>
              <a:ext uri="{FF2B5EF4-FFF2-40B4-BE49-F238E27FC236}">
                <a16:creationId xmlns:a16="http://schemas.microsoft.com/office/drawing/2014/main" id="{CAB62059-4214-7D78-6F28-9CC75ADF1043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2378737" y="3829099"/>
            <a:ext cx="3299742" cy="1693536"/>
          </a:xfrm>
          <a:prstGeom prst="curvedConnector2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구부러진 연결선[U] 41">
            <a:extLst>
              <a:ext uri="{FF2B5EF4-FFF2-40B4-BE49-F238E27FC236}">
                <a16:creationId xmlns:a16="http://schemas.microsoft.com/office/drawing/2014/main" id="{65B570AC-00FA-5620-704B-6F6B1D0E6235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2378737" y="3816734"/>
            <a:ext cx="5771051" cy="1705902"/>
          </a:xfrm>
          <a:prstGeom prst="curvedConnector2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FDE399C-FEE7-FC83-E34D-E2EFF5A89CDA}"/>
              </a:ext>
            </a:extLst>
          </p:cNvPr>
          <p:cNvSpPr/>
          <p:nvPr/>
        </p:nvSpPr>
        <p:spPr>
          <a:xfrm>
            <a:off x="2673993" y="4316790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3610ABD9-B734-22F3-AD60-DD427DA761ED}"/>
              </a:ext>
            </a:extLst>
          </p:cNvPr>
          <p:cNvCxnSpPr>
            <a:cxnSpLocks/>
            <a:stCxn id="43" idx="0"/>
            <a:endCxn id="45" idx="2"/>
          </p:cNvCxnSpPr>
          <p:nvPr/>
        </p:nvCxnSpPr>
        <p:spPr>
          <a:xfrm flipV="1">
            <a:off x="3004061" y="3817393"/>
            <a:ext cx="0" cy="499397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FBACDD2-1A73-1060-A449-606CC108EBBB}"/>
              </a:ext>
            </a:extLst>
          </p:cNvPr>
          <p:cNvSpPr/>
          <p:nvPr/>
        </p:nvSpPr>
        <p:spPr>
          <a:xfrm>
            <a:off x="2520808" y="3186159"/>
            <a:ext cx="966505" cy="631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24">
                <a:extLst>
                  <a:ext uri="{FF2B5EF4-FFF2-40B4-BE49-F238E27FC236}">
                    <a16:creationId xmlns:a16="http://schemas.microsoft.com/office/drawing/2014/main" id="{221196CB-C3A7-FFFF-7B2A-8CB93CB1A5DF}"/>
                  </a:ext>
                </a:extLst>
              </p:cNvPr>
              <p:cNvSpPr txBox="1"/>
              <p:nvPr/>
            </p:nvSpPr>
            <p:spPr>
              <a:xfrm>
                <a:off x="2728556" y="455638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x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46" name="object 24">
                <a:extLst>
                  <a:ext uri="{FF2B5EF4-FFF2-40B4-BE49-F238E27FC236}">
                    <a16:creationId xmlns:a16="http://schemas.microsoft.com/office/drawing/2014/main" id="{221196CB-C3A7-FFFF-7B2A-8CB93CB1A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556" y="4556383"/>
                <a:ext cx="551010" cy="449345"/>
              </a:xfrm>
              <a:prstGeom prst="rect">
                <a:avLst/>
              </a:prstGeom>
              <a:blipFill>
                <a:blip r:embed="rId3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24">
                <a:extLst>
                  <a:ext uri="{FF2B5EF4-FFF2-40B4-BE49-F238E27FC236}">
                    <a16:creationId xmlns:a16="http://schemas.microsoft.com/office/drawing/2014/main" id="{28FCA0B3-FDD7-695F-BD54-1DB2E54AC99D}"/>
                  </a:ext>
                </a:extLst>
              </p:cNvPr>
              <p:cNvSpPr txBox="1"/>
              <p:nvPr/>
            </p:nvSpPr>
            <p:spPr>
              <a:xfrm>
                <a:off x="2600797" y="3280546"/>
                <a:ext cx="806528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 algn="ctr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𝑓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47" name="object 24">
                <a:extLst>
                  <a:ext uri="{FF2B5EF4-FFF2-40B4-BE49-F238E27FC236}">
                    <a16:creationId xmlns:a16="http://schemas.microsoft.com/office/drawing/2014/main" id="{28FCA0B3-FDD7-695F-BD54-1DB2E54AC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0797" y="3280546"/>
                <a:ext cx="806528" cy="449345"/>
              </a:xfrm>
              <a:prstGeom prst="rect">
                <a:avLst/>
              </a:prstGeom>
              <a:blipFill>
                <a:blip r:embed="rId4"/>
                <a:stretch>
                  <a:fillRect t="-2778" b="-2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009ACCAB-D5F5-DE9E-242A-B6CE15DE8885}"/>
              </a:ext>
            </a:extLst>
          </p:cNvPr>
          <p:cNvCxnSpPr>
            <a:cxnSpLocks/>
          </p:cNvCxnSpPr>
          <p:nvPr/>
        </p:nvCxnSpPr>
        <p:spPr>
          <a:xfrm>
            <a:off x="2042170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80EF86E-DC76-2B13-E03D-8F6F20FC3CDC}"/>
              </a:ext>
            </a:extLst>
          </p:cNvPr>
          <p:cNvSpPr/>
          <p:nvPr/>
        </p:nvSpPr>
        <p:spPr>
          <a:xfrm>
            <a:off x="1382034" y="3039681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24">
                <a:extLst>
                  <a:ext uri="{FF2B5EF4-FFF2-40B4-BE49-F238E27FC236}">
                    <a16:creationId xmlns:a16="http://schemas.microsoft.com/office/drawing/2014/main" id="{DD7A37FE-FCE5-14CC-627C-FF50FDEE38F8}"/>
                  </a:ext>
                </a:extLst>
              </p:cNvPr>
              <p:cNvSpPr txBox="1"/>
              <p:nvPr/>
            </p:nvSpPr>
            <p:spPr>
              <a:xfrm>
                <a:off x="1436597" y="327927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50" name="object 24">
                <a:extLst>
                  <a:ext uri="{FF2B5EF4-FFF2-40B4-BE49-F238E27FC236}">
                    <a16:creationId xmlns:a16="http://schemas.microsoft.com/office/drawing/2014/main" id="{DD7A37FE-FCE5-14CC-627C-FF50FDEE3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597" y="3279273"/>
                <a:ext cx="551010" cy="449345"/>
              </a:xfrm>
              <a:prstGeom prst="rect">
                <a:avLst/>
              </a:prstGeom>
              <a:blipFill>
                <a:blip r:embed="rId5"/>
                <a:stretch>
                  <a:fillRect l="-9091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13ACCFB8-8973-E09C-3294-4E2AB098432D}"/>
              </a:ext>
            </a:extLst>
          </p:cNvPr>
          <p:cNvCxnSpPr>
            <a:cxnSpLocks/>
          </p:cNvCxnSpPr>
          <p:nvPr/>
        </p:nvCxnSpPr>
        <p:spPr>
          <a:xfrm>
            <a:off x="3494470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751E243-AC81-A571-7569-D9E1506B74C7}"/>
              </a:ext>
            </a:extLst>
          </p:cNvPr>
          <p:cNvSpPr/>
          <p:nvPr/>
        </p:nvSpPr>
        <p:spPr>
          <a:xfrm>
            <a:off x="5597392" y="4316790"/>
            <a:ext cx="660137" cy="9241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3854B237-ABCB-1320-0294-B587436576F2}"/>
              </a:ext>
            </a:extLst>
          </p:cNvPr>
          <p:cNvCxnSpPr>
            <a:cxnSpLocks/>
            <a:stCxn id="52" idx="0"/>
            <a:endCxn id="54" idx="2"/>
          </p:cNvCxnSpPr>
          <p:nvPr/>
        </p:nvCxnSpPr>
        <p:spPr>
          <a:xfrm flipV="1">
            <a:off x="5927461" y="3817393"/>
            <a:ext cx="0" cy="499397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8049C80-4B38-B3FE-CCD4-69496E55421D}"/>
              </a:ext>
            </a:extLst>
          </p:cNvPr>
          <p:cNvSpPr/>
          <p:nvPr/>
        </p:nvSpPr>
        <p:spPr>
          <a:xfrm>
            <a:off x="5444208" y="3186159"/>
            <a:ext cx="966505" cy="631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bject 24">
                <a:extLst>
                  <a:ext uri="{FF2B5EF4-FFF2-40B4-BE49-F238E27FC236}">
                    <a16:creationId xmlns:a16="http://schemas.microsoft.com/office/drawing/2014/main" id="{21E49384-363C-7CC5-70E3-3A6F5E84159E}"/>
                  </a:ext>
                </a:extLst>
              </p:cNvPr>
              <p:cNvSpPr txBox="1"/>
              <p:nvPr/>
            </p:nvSpPr>
            <p:spPr>
              <a:xfrm>
                <a:off x="5651955" y="4556383"/>
                <a:ext cx="551010" cy="50403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x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ore-KR" sz="2800" b="0" i="1" spc="-6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altLang="ko-Kore-KR" sz="2800" b="0" i="1" spc="-6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ko-Kore-KR" sz="2800" b="0" i="1" spc="-6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55" name="object 24">
                <a:extLst>
                  <a:ext uri="{FF2B5EF4-FFF2-40B4-BE49-F238E27FC236}">
                    <a16:creationId xmlns:a16="http://schemas.microsoft.com/office/drawing/2014/main" id="{21E49384-363C-7CC5-70E3-3A6F5E841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955" y="4556383"/>
                <a:ext cx="551010" cy="504039"/>
              </a:xfrm>
              <a:prstGeom prst="rect">
                <a:avLst/>
              </a:prstGeom>
              <a:blipFill>
                <a:blip r:embed="rId6"/>
                <a:stretch>
                  <a:fillRect l="-6667" b="-12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bject 24">
                <a:extLst>
                  <a:ext uri="{FF2B5EF4-FFF2-40B4-BE49-F238E27FC236}">
                    <a16:creationId xmlns:a16="http://schemas.microsoft.com/office/drawing/2014/main" id="{3DF52765-56DB-088E-431E-BE45840D454E}"/>
                  </a:ext>
                </a:extLst>
              </p:cNvPr>
              <p:cNvSpPr txBox="1"/>
              <p:nvPr/>
            </p:nvSpPr>
            <p:spPr>
              <a:xfrm>
                <a:off x="5524197" y="3280546"/>
                <a:ext cx="806528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 algn="ctr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𝑓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56" name="object 24">
                <a:extLst>
                  <a:ext uri="{FF2B5EF4-FFF2-40B4-BE49-F238E27FC236}">
                    <a16:creationId xmlns:a16="http://schemas.microsoft.com/office/drawing/2014/main" id="{3DF52765-56DB-088E-431E-BE45840D4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197" y="3280546"/>
                <a:ext cx="806528" cy="449345"/>
              </a:xfrm>
              <a:prstGeom prst="rect">
                <a:avLst/>
              </a:prstGeom>
              <a:blipFill>
                <a:blip r:embed="rId7"/>
                <a:stretch>
                  <a:fillRect t="-2778" b="-2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75F05EB3-9C3B-4DD4-8255-1E1ADFA93451}"/>
              </a:ext>
            </a:extLst>
          </p:cNvPr>
          <p:cNvCxnSpPr>
            <a:cxnSpLocks/>
          </p:cNvCxnSpPr>
          <p:nvPr/>
        </p:nvCxnSpPr>
        <p:spPr>
          <a:xfrm>
            <a:off x="4650550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05E14B4-47A8-1604-67D2-66EC011B0A87}"/>
              </a:ext>
            </a:extLst>
          </p:cNvPr>
          <p:cNvSpPr/>
          <p:nvPr/>
        </p:nvSpPr>
        <p:spPr>
          <a:xfrm>
            <a:off x="3990415" y="3039681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bject 24">
                <a:extLst>
                  <a:ext uri="{FF2B5EF4-FFF2-40B4-BE49-F238E27FC236}">
                    <a16:creationId xmlns:a16="http://schemas.microsoft.com/office/drawing/2014/main" id="{A8AD44BD-3C03-590F-A9D0-553278980089}"/>
                  </a:ext>
                </a:extLst>
              </p:cNvPr>
              <p:cNvSpPr txBox="1"/>
              <p:nvPr/>
            </p:nvSpPr>
            <p:spPr>
              <a:xfrm>
                <a:off x="4044978" y="327927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59" name="object 24">
                <a:extLst>
                  <a:ext uri="{FF2B5EF4-FFF2-40B4-BE49-F238E27FC236}">
                    <a16:creationId xmlns:a16="http://schemas.microsoft.com/office/drawing/2014/main" id="{A8AD44BD-3C03-590F-A9D0-553278980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978" y="3279273"/>
                <a:ext cx="551010" cy="449345"/>
              </a:xfrm>
              <a:prstGeom prst="rect">
                <a:avLst/>
              </a:prstGeom>
              <a:blipFill>
                <a:blip r:embed="rId8"/>
                <a:stretch>
                  <a:fillRect l="-6818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6798CA10-36CA-DEC9-67BC-EDBBE04C2CB3}"/>
              </a:ext>
            </a:extLst>
          </p:cNvPr>
          <p:cNvCxnSpPr>
            <a:cxnSpLocks/>
          </p:cNvCxnSpPr>
          <p:nvPr/>
        </p:nvCxnSpPr>
        <p:spPr>
          <a:xfrm>
            <a:off x="6417869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0D3721D-B58D-130E-2B60-787CFF166D21}"/>
              </a:ext>
            </a:extLst>
          </p:cNvPr>
          <p:cNvSpPr/>
          <p:nvPr/>
        </p:nvSpPr>
        <p:spPr>
          <a:xfrm>
            <a:off x="8052589" y="3186159"/>
            <a:ext cx="966505" cy="631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object 24">
                <a:extLst>
                  <a:ext uri="{FF2B5EF4-FFF2-40B4-BE49-F238E27FC236}">
                    <a16:creationId xmlns:a16="http://schemas.microsoft.com/office/drawing/2014/main" id="{A2BB4443-6063-91AC-5EDE-D92E25F23166}"/>
                  </a:ext>
                </a:extLst>
              </p:cNvPr>
              <p:cNvSpPr txBox="1"/>
              <p:nvPr/>
            </p:nvSpPr>
            <p:spPr>
              <a:xfrm>
                <a:off x="8132577" y="3280546"/>
                <a:ext cx="806528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 algn="ctr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𝑓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" altLang="ko-Kore-KR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65" name="object 24">
                <a:extLst>
                  <a:ext uri="{FF2B5EF4-FFF2-40B4-BE49-F238E27FC236}">
                    <a16:creationId xmlns:a16="http://schemas.microsoft.com/office/drawing/2014/main" id="{A2BB4443-6063-91AC-5EDE-D92E25F23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577" y="3280546"/>
                <a:ext cx="806528" cy="449345"/>
              </a:xfrm>
              <a:prstGeom prst="rect">
                <a:avLst/>
              </a:prstGeom>
              <a:blipFill>
                <a:blip r:embed="rId9"/>
                <a:stretch>
                  <a:fillRect l="-1563" t="-2778" b="-2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C8B07BFF-D392-6F93-4C15-5A674B4C6853}"/>
              </a:ext>
            </a:extLst>
          </p:cNvPr>
          <p:cNvCxnSpPr>
            <a:cxnSpLocks/>
          </p:cNvCxnSpPr>
          <p:nvPr/>
        </p:nvCxnSpPr>
        <p:spPr>
          <a:xfrm>
            <a:off x="7573950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9B7AFD0-3C88-7662-3FA9-79B91AE57A89}"/>
              </a:ext>
            </a:extLst>
          </p:cNvPr>
          <p:cNvSpPr/>
          <p:nvPr/>
        </p:nvSpPr>
        <p:spPr>
          <a:xfrm>
            <a:off x="6913814" y="3039681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bject 24">
                <a:extLst>
                  <a:ext uri="{FF2B5EF4-FFF2-40B4-BE49-F238E27FC236}">
                    <a16:creationId xmlns:a16="http://schemas.microsoft.com/office/drawing/2014/main" id="{054BE950-FDF9-6DC6-DC8D-E41B9D866515}"/>
                  </a:ext>
                </a:extLst>
              </p:cNvPr>
              <p:cNvSpPr txBox="1"/>
              <p:nvPr/>
            </p:nvSpPr>
            <p:spPr>
              <a:xfrm>
                <a:off x="6968377" y="3279273"/>
                <a:ext cx="551010" cy="491856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ore-KR" sz="2800" b="0" i="1" spc="-6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altLang="ko-Kore-KR" sz="2800" b="0" i="1" spc="-6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ko-Kore-KR" sz="2800" b="0" i="1" spc="-6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68" name="object 24">
                <a:extLst>
                  <a:ext uri="{FF2B5EF4-FFF2-40B4-BE49-F238E27FC236}">
                    <a16:creationId xmlns:a16="http://schemas.microsoft.com/office/drawing/2014/main" id="{054BE950-FDF9-6DC6-DC8D-E41B9D866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377" y="3279273"/>
                <a:ext cx="551010" cy="491856"/>
              </a:xfrm>
              <a:prstGeom prst="rect">
                <a:avLst/>
              </a:prstGeom>
              <a:blipFill>
                <a:blip r:embed="rId10"/>
                <a:stretch>
                  <a:fillRect l="-18182" r="-2273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76B1E468-0237-D6DF-67A4-77449EC78519}"/>
              </a:ext>
            </a:extLst>
          </p:cNvPr>
          <p:cNvCxnSpPr>
            <a:cxnSpLocks/>
          </p:cNvCxnSpPr>
          <p:nvPr/>
        </p:nvCxnSpPr>
        <p:spPr>
          <a:xfrm>
            <a:off x="9026250" y="3501776"/>
            <a:ext cx="48617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D2B8975A-EAB7-E3F4-F846-B037A74B7A20}"/>
              </a:ext>
            </a:extLst>
          </p:cNvPr>
          <p:cNvSpPr/>
          <p:nvPr/>
        </p:nvSpPr>
        <p:spPr>
          <a:xfrm>
            <a:off x="9915976" y="3039681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bject 24">
                <a:extLst>
                  <a:ext uri="{FF2B5EF4-FFF2-40B4-BE49-F238E27FC236}">
                    <a16:creationId xmlns:a16="http://schemas.microsoft.com/office/drawing/2014/main" id="{2DA71985-BD5F-0C03-33EC-E89278C8C054}"/>
                  </a:ext>
                </a:extLst>
              </p:cNvPr>
              <p:cNvSpPr txBox="1"/>
              <p:nvPr/>
            </p:nvSpPr>
            <p:spPr>
              <a:xfrm>
                <a:off x="9970539" y="3279273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71" name="object 24">
                <a:extLst>
                  <a:ext uri="{FF2B5EF4-FFF2-40B4-BE49-F238E27FC236}">
                    <a16:creationId xmlns:a16="http://schemas.microsoft.com/office/drawing/2014/main" id="{2DA71985-BD5F-0C03-33EC-E89278C8C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0539" y="3279273"/>
                <a:ext cx="551010" cy="449345"/>
              </a:xfrm>
              <a:prstGeom prst="rect">
                <a:avLst/>
              </a:prstGeom>
              <a:blipFill>
                <a:blip r:embed="rId11"/>
                <a:stretch>
                  <a:fillRect l="-11364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bject 24">
            <a:extLst>
              <a:ext uri="{FF2B5EF4-FFF2-40B4-BE49-F238E27FC236}">
                <a16:creationId xmlns:a16="http://schemas.microsoft.com/office/drawing/2014/main" id="{9702781A-3470-9D23-40D0-E7A985DBA7FF}"/>
              </a:ext>
            </a:extLst>
          </p:cNvPr>
          <p:cNvSpPr txBox="1"/>
          <p:nvPr/>
        </p:nvSpPr>
        <p:spPr>
          <a:xfrm>
            <a:off x="9320328" y="3200023"/>
            <a:ext cx="806528" cy="431031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3600" b="0" dirty="0">
                <a:solidFill>
                  <a:schemeClr val="tx1"/>
                </a:solidFill>
                <a:latin typeface="Calibri" panose="020F0502020204030204" pitchFamily="34" charset="0"/>
                <a:cs typeface="Arial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7E446CCE-EDB4-0FD3-E0E1-8B93C984570B}"/>
                  </a:ext>
                </a:extLst>
              </p:cNvPr>
              <p:cNvSpPr/>
              <p:nvPr/>
            </p:nvSpPr>
            <p:spPr>
              <a:xfrm>
                <a:off x="1774459" y="5271951"/>
                <a:ext cx="604278" cy="5013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ore-KR" sz="3600" b="0" i="1" spc="-6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𝑊</m:t>
                      </m:r>
                    </m:oMath>
                  </m:oMathPara>
                </a14:m>
                <a:endParaRPr lang="ko-Kore-KR" altLang="en-US" sz="3200" dirty="0"/>
              </a:p>
            </p:txBody>
          </p:sp>
        </mc:Choice>
        <mc:Fallback xmlns=""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7E446CCE-EDB4-0FD3-E0E1-8B93C98457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459" y="5271951"/>
                <a:ext cx="604278" cy="501369"/>
              </a:xfrm>
              <a:prstGeom prst="rect">
                <a:avLst/>
              </a:prstGeom>
              <a:blipFill>
                <a:blip r:embed="rId12"/>
                <a:stretch>
                  <a:fillRect l="-10204" r="-12245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직사각형 76">
            <a:extLst>
              <a:ext uri="{FF2B5EF4-FFF2-40B4-BE49-F238E27FC236}">
                <a16:creationId xmlns:a16="http://schemas.microsoft.com/office/drawing/2014/main" id="{4AB56A19-C940-5B01-3467-98C2167BE167}"/>
              </a:ext>
            </a:extLst>
          </p:cNvPr>
          <p:cNvSpPr/>
          <p:nvPr/>
        </p:nvSpPr>
        <p:spPr>
          <a:xfrm>
            <a:off x="6916836" y="1607168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object 24">
                <a:extLst>
                  <a:ext uri="{FF2B5EF4-FFF2-40B4-BE49-F238E27FC236}">
                    <a16:creationId xmlns:a16="http://schemas.microsoft.com/office/drawing/2014/main" id="{D145C9DF-DF39-899E-4DC8-C2395DCAE453}"/>
                  </a:ext>
                </a:extLst>
              </p:cNvPr>
              <p:cNvSpPr txBox="1"/>
              <p:nvPr/>
            </p:nvSpPr>
            <p:spPr>
              <a:xfrm>
                <a:off x="6971399" y="1846760"/>
                <a:ext cx="551010" cy="449345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y</m:t>
                          </m:r>
                        </m:e>
                        <m:sub>
                          <m: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78" name="object 24">
                <a:extLst>
                  <a:ext uri="{FF2B5EF4-FFF2-40B4-BE49-F238E27FC236}">
                    <a16:creationId xmlns:a16="http://schemas.microsoft.com/office/drawing/2014/main" id="{D145C9DF-DF39-899E-4DC8-C2395DCAE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399" y="1846760"/>
                <a:ext cx="551010" cy="449345"/>
              </a:xfrm>
              <a:prstGeom prst="rect">
                <a:avLst/>
              </a:prstGeom>
              <a:blipFill>
                <a:blip r:embed="rId13"/>
                <a:stretch>
                  <a:fillRect l="-4545" b="-19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8EFAEBEC-3465-4988-99DC-FDC83DFE2706}"/>
              </a:ext>
            </a:extLst>
          </p:cNvPr>
          <p:cNvCxnSpPr>
            <a:cxnSpLocks/>
            <a:stCxn id="67" idx="0"/>
            <a:endCxn id="77" idx="2"/>
          </p:cNvCxnSpPr>
          <p:nvPr/>
        </p:nvCxnSpPr>
        <p:spPr>
          <a:xfrm flipV="1">
            <a:off x="7243882" y="2531359"/>
            <a:ext cx="3021" cy="508322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295867F-C540-B0B8-D808-C3AE68E7E439}"/>
              </a:ext>
            </a:extLst>
          </p:cNvPr>
          <p:cNvSpPr/>
          <p:nvPr/>
        </p:nvSpPr>
        <p:spPr>
          <a:xfrm>
            <a:off x="9915976" y="1609122"/>
            <a:ext cx="660137" cy="92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object 24">
                <a:extLst>
                  <a:ext uri="{FF2B5EF4-FFF2-40B4-BE49-F238E27FC236}">
                    <a16:creationId xmlns:a16="http://schemas.microsoft.com/office/drawing/2014/main" id="{3A533074-2198-4D30-1D94-F09078C832B2}"/>
                  </a:ext>
                </a:extLst>
              </p:cNvPr>
              <p:cNvSpPr txBox="1"/>
              <p:nvPr/>
            </p:nvSpPr>
            <p:spPr>
              <a:xfrm>
                <a:off x="9970539" y="1848714"/>
                <a:ext cx="551010" cy="488971"/>
              </a:xfrm>
              <a:prstGeom prst="rect">
                <a:avLst/>
              </a:prstGeom>
            </p:spPr>
            <p:txBody>
              <a:bodyPr vert="horz" wrap="square" lIns="0" tIns="14024" rIns="0" bIns="0" rtlCol="0">
                <a:spAutoFit/>
              </a:bodyPr>
              <a:lstStyle/>
              <a:p>
                <a:pPr marL="16499" marR="6599">
                  <a:lnSpc>
                    <a:spcPct val="100699"/>
                  </a:lnSpc>
                  <a:spcBef>
                    <a:spcPts val="11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ore-KR" sz="2800" b="0" i="1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ore-KR" sz="2800" b="0" i="0" spc="-6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y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ore-KR" sz="2800" b="0" i="1" spc="-6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altLang="ko-Kore-KR" sz="2800" b="0" i="1" spc="-6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ko-Kore-KR" sz="2800" b="0" i="1" spc="-6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𝑜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Arial"/>
                </a:endParaRPr>
              </a:p>
            </p:txBody>
          </p:sp>
        </mc:Choice>
        <mc:Fallback xmlns="">
          <p:sp>
            <p:nvSpPr>
              <p:cNvPr id="81" name="object 24">
                <a:extLst>
                  <a:ext uri="{FF2B5EF4-FFF2-40B4-BE49-F238E27FC236}">
                    <a16:creationId xmlns:a16="http://schemas.microsoft.com/office/drawing/2014/main" id="{3A533074-2198-4D30-1D94-F09078C83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0539" y="1848714"/>
                <a:ext cx="551010" cy="488971"/>
              </a:xfrm>
              <a:prstGeom prst="rect">
                <a:avLst/>
              </a:prstGeom>
              <a:blipFill>
                <a:blip r:embed="rId14"/>
                <a:stretch>
                  <a:fillRect l="-18182"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E0637DD7-3311-A8DC-B6CB-DDE64BAA4E32}"/>
              </a:ext>
            </a:extLst>
          </p:cNvPr>
          <p:cNvCxnSpPr>
            <a:cxnSpLocks/>
            <a:stCxn id="70" idx="0"/>
            <a:endCxn id="80" idx="2"/>
          </p:cNvCxnSpPr>
          <p:nvPr/>
        </p:nvCxnSpPr>
        <p:spPr>
          <a:xfrm flipV="1">
            <a:off x="10246045" y="2533313"/>
            <a:ext cx="0" cy="506368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bject 24">
            <a:extLst>
              <a:ext uri="{FF2B5EF4-FFF2-40B4-BE49-F238E27FC236}">
                <a16:creationId xmlns:a16="http://schemas.microsoft.com/office/drawing/2014/main" id="{3A84C1B1-6C04-818F-277C-04F8A8B5685F}"/>
              </a:ext>
            </a:extLst>
          </p:cNvPr>
          <p:cNvSpPr txBox="1"/>
          <p:nvPr/>
        </p:nvSpPr>
        <p:spPr>
          <a:xfrm>
            <a:off x="4862628" y="3200023"/>
            <a:ext cx="806528" cy="431031"/>
          </a:xfrm>
          <a:prstGeom prst="rect">
            <a:avLst/>
          </a:prstGeom>
        </p:spPr>
        <p:txBody>
          <a:bodyPr vert="horz" wrap="square" lIns="0" tIns="14024" rIns="0" bIns="0" rtlCol="0">
            <a:spAutoFit/>
          </a:bodyPr>
          <a:lstStyle/>
          <a:p>
            <a:pPr marL="16499" marR="6599" algn="ctr">
              <a:lnSpc>
                <a:spcPct val="100699"/>
              </a:lnSpc>
              <a:spcBef>
                <a:spcPts val="110"/>
              </a:spcBef>
            </a:pPr>
            <a:r>
              <a:rPr lang="en" sz="3600" b="0" dirty="0">
                <a:solidFill>
                  <a:schemeClr val="tx1"/>
                </a:solidFill>
                <a:latin typeface="Calibri" panose="020F0502020204030204" pitchFamily="34" charset="0"/>
                <a:cs typeface="Arial"/>
              </a:rPr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C75C01-803B-134F-0130-B174787734B8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Sutskever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al., Sequence to Sequence Learning with Neural Networks, NIPS 2014</a:t>
            </a: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D2DEDF0C-B267-3B1D-27D0-FD50D07E6CD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818437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CAC0-C791-6AC7-2CA6-B47966872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Backpropagation through Time</a:t>
            </a:r>
            <a:endParaRPr kumimoji="1" lang="ko-KR" altLang="en-US" dirty="0"/>
          </a:p>
        </p:txBody>
      </p:sp>
      <p:sp>
        <p:nvSpPr>
          <p:cNvPr id="61" name="텍스트 개체 틀 60">
            <a:extLst>
              <a:ext uri="{FF2B5EF4-FFF2-40B4-BE49-F238E27FC236}">
                <a16:creationId xmlns:a16="http://schemas.microsoft.com/office/drawing/2014/main" id="{697F6F29-1AA7-6AF4-71C1-38E2C4D18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dirty="0"/>
              <a:t>Forward through entire sequence to compute loss, then backward </a:t>
            </a:r>
            <a:br>
              <a:rPr lang="en" altLang="ko-KR" dirty="0"/>
            </a:br>
            <a:r>
              <a:rPr lang="en" altLang="ko-KR" dirty="0"/>
              <a:t>through entire sequence to compute gradient: 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FC542D-5702-FD3D-2D39-389DDA1C0B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26</a:t>
            </a:fld>
            <a:endParaRPr kumimoji="1" lang="ko-Kore-KR" altLang="en-US"/>
          </a:p>
        </p:txBody>
      </p:sp>
      <p:sp>
        <p:nvSpPr>
          <p:cNvPr id="60" name="바닥글 개체 틀 59">
            <a:extLst>
              <a:ext uri="{FF2B5EF4-FFF2-40B4-BE49-F238E27FC236}">
                <a16:creationId xmlns:a16="http://schemas.microsoft.com/office/drawing/2014/main" id="{921FD2F6-8C58-3EC9-405C-E0837572314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DCF0AB87-EE21-9772-C75A-1450D154BD48}"/>
              </a:ext>
            </a:extLst>
          </p:cNvPr>
          <p:cNvGrpSpPr/>
          <p:nvPr/>
        </p:nvGrpSpPr>
        <p:grpSpPr>
          <a:xfrm>
            <a:off x="2093978" y="2170648"/>
            <a:ext cx="8011488" cy="3681052"/>
            <a:chOff x="918867" y="1844824"/>
            <a:chExt cx="10361709" cy="4760912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2112E672-CE63-1776-194E-C3E288794FBC}"/>
                </a:ext>
              </a:extLst>
            </p:cNvPr>
            <p:cNvSpPr/>
            <p:nvPr/>
          </p:nvSpPr>
          <p:spPr>
            <a:xfrm>
              <a:off x="1284455" y="2871039"/>
              <a:ext cx="639372" cy="8951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368F8236-5EBF-596D-BB6F-578C6AE9F0E8}"/>
                </a:ext>
              </a:extLst>
            </p:cNvPr>
            <p:cNvSpPr/>
            <p:nvPr/>
          </p:nvSpPr>
          <p:spPr>
            <a:xfrm>
              <a:off x="1284455" y="5359159"/>
              <a:ext cx="639372" cy="8951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05B147AA-0B47-E5A2-9C58-55895848D14A}"/>
                </a:ext>
              </a:extLst>
            </p:cNvPr>
            <p:cNvCxnSpPr>
              <a:stCxn id="66" idx="0"/>
              <a:endCxn id="62" idx="2"/>
            </p:cNvCxnSpPr>
            <p:nvPr/>
          </p:nvCxnSpPr>
          <p:spPr>
            <a:xfrm flipH="1" flipV="1">
              <a:off x="1604141" y="3766159"/>
              <a:ext cx="1" cy="3753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45853A8E-1059-DDF7-9E7C-9C045954A8AE}"/>
                </a:ext>
              </a:extLst>
            </p:cNvPr>
            <p:cNvCxnSpPr>
              <a:cxnSpLocks/>
              <a:stCxn id="63" idx="0"/>
              <a:endCxn id="66" idx="2"/>
            </p:cNvCxnSpPr>
            <p:nvPr/>
          </p:nvCxnSpPr>
          <p:spPr>
            <a:xfrm flipV="1">
              <a:off x="1604141" y="4955300"/>
              <a:ext cx="1" cy="4038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98E23858-E92D-2C73-E89E-CA7C21B460BF}"/>
                </a:ext>
              </a:extLst>
            </p:cNvPr>
            <p:cNvSpPr/>
            <p:nvPr/>
          </p:nvSpPr>
          <p:spPr>
            <a:xfrm>
              <a:off x="918867" y="4141555"/>
              <a:ext cx="1370549" cy="81374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object 24">
                  <a:extLst>
                    <a:ext uri="{FF2B5EF4-FFF2-40B4-BE49-F238E27FC236}">
                      <a16:creationId xmlns:a16="http://schemas.microsoft.com/office/drawing/2014/main" id="{495D8D36-C99C-289C-02DE-AF8C7550BDF3}"/>
                    </a:ext>
                  </a:extLst>
                </p:cNvPr>
                <p:cNvSpPr txBox="1"/>
                <p:nvPr/>
              </p:nvSpPr>
              <p:spPr>
                <a:xfrm>
                  <a:off x="1248978" y="5519883"/>
                  <a:ext cx="710326" cy="581163"/>
                </a:xfrm>
                <a:prstGeom prst="rect">
                  <a:avLst/>
                </a:prstGeom>
              </p:spPr>
              <p:txBody>
                <a:bodyPr vert="horz" wrap="square" lIns="0" tIns="14024" rIns="0" bIns="0" rtlCol="0">
                  <a:spAutoFit/>
                </a:bodyPr>
                <a:lstStyle/>
                <a:p>
                  <a:pPr marL="16499" marR="6599">
                    <a:lnSpc>
                      <a:spcPct val="100699"/>
                    </a:lnSpc>
                    <a:spcBef>
                      <a:spcPts val="11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pc="-6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oMath>
                    </m:oMathPara>
                  </a14:m>
                  <a:endParaRPr lang="en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7" name="object 24">
                  <a:extLst>
                    <a:ext uri="{FF2B5EF4-FFF2-40B4-BE49-F238E27FC236}">
                      <a16:creationId xmlns:a16="http://schemas.microsoft.com/office/drawing/2014/main" id="{495D8D36-C99C-289C-02DE-AF8C7550B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8978" y="5519883"/>
                  <a:ext cx="710326" cy="58116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object 24">
                  <a:extLst>
                    <a:ext uri="{FF2B5EF4-FFF2-40B4-BE49-F238E27FC236}">
                      <a16:creationId xmlns:a16="http://schemas.microsoft.com/office/drawing/2014/main" id="{CC471592-E005-18F9-D498-C5553538B58E}"/>
                    </a:ext>
                  </a:extLst>
                </p:cNvPr>
                <p:cNvSpPr txBox="1"/>
                <p:nvPr/>
              </p:nvSpPr>
              <p:spPr>
                <a:xfrm>
                  <a:off x="1248978" y="3031762"/>
                  <a:ext cx="710326" cy="581163"/>
                </a:xfrm>
                <a:prstGeom prst="rect">
                  <a:avLst/>
                </a:prstGeom>
              </p:spPr>
              <p:txBody>
                <a:bodyPr vert="horz" wrap="square" lIns="0" tIns="14024" rIns="0" bIns="0" rtlCol="0">
                  <a:spAutoFit/>
                </a:bodyPr>
                <a:lstStyle/>
                <a:p>
                  <a:pPr marL="16499" marR="6599">
                    <a:lnSpc>
                      <a:spcPct val="100699"/>
                    </a:lnSpc>
                    <a:spcBef>
                      <a:spcPts val="11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pc="-6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en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8" name="object 24">
                  <a:extLst>
                    <a:ext uri="{FF2B5EF4-FFF2-40B4-BE49-F238E27FC236}">
                      <a16:creationId xmlns:a16="http://schemas.microsoft.com/office/drawing/2014/main" id="{CC471592-E005-18F9-D498-C5553538B5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8978" y="3031762"/>
                  <a:ext cx="710326" cy="581163"/>
                </a:xfrm>
                <a:prstGeom prst="rect">
                  <a:avLst/>
                </a:prstGeom>
                <a:blipFill>
                  <a:blip r:embed="rId3"/>
                  <a:stretch>
                    <a:fillRect b="-1944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object 24">
              <a:extLst>
                <a:ext uri="{FF2B5EF4-FFF2-40B4-BE49-F238E27FC236}">
                  <a16:creationId xmlns:a16="http://schemas.microsoft.com/office/drawing/2014/main" id="{83510730-0879-CA46-F9D2-CDE7B1533E7B}"/>
                </a:ext>
              </a:extLst>
            </p:cNvPr>
            <p:cNvSpPr txBox="1"/>
            <p:nvPr/>
          </p:nvSpPr>
          <p:spPr>
            <a:xfrm>
              <a:off x="1084280" y="4270599"/>
              <a:ext cx="1039721" cy="563085"/>
            </a:xfrm>
            <a:prstGeom prst="rect">
              <a:avLst/>
            </a:prstGeom>
          </p:spPr>
          <p:txBody>
            <a:bodyPr vert="horz" wrap="square" lIns="0" tIns="14024" rIns="0" bIns="0" rtlCol="0">
              <a:spAutoFit/>
            </a:bodyPr>
            <a:lstStyle/>
            <a:p>
              <a:pPr marL="16499" marR="6599" algn="ctr">
                <a:lnSpc>
                  <a:spcPct val="100699"/>
                </a:lnSpc>
                <a:spcBef>
                  <a:spcPts val="110"/>
                </a:spcBef>
              </a:pPr>
              <a:r>
                <a:rPr lang="en" sz="28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RNN</a:t>
              </a: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37212C50-C90C-DCAF-AB98-B0AD9D288281}"/>
                </a:ext>
              </a:extLst>
            </p:cNvPr>
            <p:cNvSpPr/>
            <p:nvPr/>
          </p:nvSpPr>
          <p:spPr>
            <a:xfrm>
              <a:off x="3077212" y="2871039"/>
              <a:ext cx="639372" cy="8951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9CDDF76B-5B44-2E68-BBCA-48FDB1998381}"/>
                </a:ext>
              </a:extLst>
            </p:cNvPr>
            <p:cNvSpPr/>
            <p:nvPr/>
          </p:nvSpPr>
          <p:spPr>
            <a:xfrm>
              <a:off x="3077212" y="5359159"/>
              <a:ext cx="639372" cy="8951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28489BB2-CA92-D249-65F0-C9BA8C4A6E4C}"/>
                </a:ext>
              </a:extLst>
            </p:cNvPr>
            <p:cNvCxnSpPr>
              <a:stCxn id="74" idx="0"/>
              <a:endCxn id="70" idx="2"/>
            </p:cNvCxnSpPr>
            <p:nvPr/>
          </p:nvCxnSpPr>
          <p:spPr>
            <a:xfrm flipH="1" flipV="1">
              <a:off x="3396898" y="3766159"/>
              <a:ext cx="1" cy="3753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0724AFB7-3D62-7175-AA01-1D731E835D94}"/>
                </a:ext>
              </a:extLst>
            </p:cNvPr>
            <p:cNvCxnSpPr>
              <a:cxnSpLocks/>
              <a:stCxn id="71" idx="0"/>
              <a:endCxn id="74" idx="2"/>
            </p:cNvCxnSpPr>
            <p:nvPr/>
          </p:nvCxnSpPr>
          <p:spPr>
            <a:xfrm flipV="1">
              <a:off x="3396898" y="4955300"/>
              <a:ext cx="1" cy="4038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1EC984CD-0B7E-64E7-A4EB-045A9C38A103}"/>
                </a:ext>
              </a:extLst>
            </p:cNvPr>
            <p:cNvSpPr/>
            <p:nvPr/>
          </p:nvSpPr>
          <p:spPr>
            <a:xfrm>
              <a:off x="2711624" y="4141555"/>
              <a:ext cx="1370549" cy="81374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object 24">
                  <a:extLst>
                    <a:ext uri="{FF2B5EF4-FFF2-40B4-BE49-F238E27FC236}">
                      <a16:creationId xmlns:a16="http://schemas.microsoft.com/office/drawing/2014/main" id="{FC856F96-6095-F6A3-671B-6B5FE79CE480}"/>
                    </a:ext>
                  </a:extLst>
                </p:cNvPr>
                <p:cNvSpPr txBox="1"/>
                <p:nvPr/>
              </p:nvSpPr>
              <p:spPr>
                <a:xfrm>
                  <a:off x="3041736" y="5519883"/>
                  <a:ext cx="710326" cy="581163"/>
                </a:xfrm>
                <a:prstGeom prst="rect">
                  <a:avLst/>
                </a:prstGeom>
              </p:spPr>
              <p:txBody>
                <a:bodyPr vert="horz" wrap="square" lIns="0" tIns="14024" rIns="0" bIns="0" rtlCol="0">
                  <a:spAutoFit/>
                </a:bodyPr>
                <a:lstStyle/>
                <a:p>
                  <a:pPr marL="16499" marR="6599">
                    <a:lnSpc>
                      <a:spcPct val="100699"/>
                    </a:lnSpc>
                    <a:spcBef>
                      <a:spcPts val="11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pc="-6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oMath>
                    </m:oMathPara>
                  </a14:m>
                  <a:endParaRPr lang="en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5" name="object 24">
                  <a:extLst>
                    <a:ext uri="{FF2B5EF4-FFF2-40B4-BE49-F238E27FC236}">
                      <a16:creationId xmlns:a16="http://schemas.microsoft.com/office/drawing/2014/main" id="{FC856F96-6095-F6A3-671B-6B5FE79CE4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1736" y="5519883"/>
                  <a:ext cx="710326" cy="58116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object 24">
                  <a:extLst>
                    <a:ext uri="{FF2B5EF4-FFF2-40B4-BE49-F238E27FC236}">
                      <a16:creationId xmlns:a16="http://schemas.microsoft.com/office/drawing/2014/main" id="{75EB36B4-3D51-99E9-58DF-76F2C251B9DD}"/>
                    </a:ext>
                  </a:extLst>
                </p:cNvPr>
                <p:cNvSpPr txBox="1"/>
                <p:nvPr/>
              </p:nvSpPr>
              <p:spPr>
                <a:xfrm>
                  <a:off x="3041736" y="3031762"/>
                  <a:ext cx="710326" cy="581163"/>
                </a:xfrm>
                <a:prstGeom prst="rect">
                  <a:avLst/>
                </a:prstGeom>
              </p:spPr>
              <p:txBody>
                <a:bodyPr vert="horz" wrap="square" lIns="0" tIns="14024" rIns="0" bIns="0" rtlCol="0">
                  <a:spAutoFit/>
                </a:bodyPr>
                <a:lstStyle/>
                <a:p>
                  <a:pPr marL="16499" marR="6599">
                    <a:lnSpc>
                      <a:spcPct val="100699"/>
                    </a:lnSpc>
                    <a:spcBef>
                      <a:spcPts val="11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pc="-6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en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6" name="object 24">
                  <a:extLst>
                    <a:ext uri="{FF2B5EF4-FFF2-40B4-BE49-F238E27FC236}">
                      <a16:creationId xmlns:a16="http://schemas.microsoft.com/office/drawing/2014/main" id="{75EB36B4-3D51-99E9-58DF-76F2C251B9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1736" y="3031762"/>
                  <a:ext cx="710326" cy="581163"/>
                </a:xfrm>
                <a:prstGeom prst="rect">
                  <a:avLst/>
                </a:prstGeom>
                <a:blipFill>
                  <a:blip r:embed="rId5"/>
                  <a:stretch>
                    <a:fillRect b="-1944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object 24">
              <a:extLst>
                <a:ext uri="{FF2B5EF4-FFF2-40B4-BE49-F238E27FC236}">
                  <a16:creationId xmlns:a16="http://schemas.microsoft.com/office/drawing/2014/main" id="{99340C81-2424-4161-F3D7-1297B762D2F9}"/>
                </a:ext>
              </a:extLst>
            </p:cNvPr>
            <p:cNvSpPr txBox="1"/>
            <p:nvPr/>
          </p:nvSpPr>
          <p:spPr>
            <a:xfrm>
              <a:off x="2877036" y="4270599"/>
              <a:ext cx="1039721" cy="563085"/>
            </a:xfrm>
            <a:prstGeom prst="rect">
              <a:avLst/>
            </a:prstGeom>
          </p:spPr>
          <p:txBody>
            <a:bodyPr vert="horz" wrap="square" lIns="0" tIns="14024" rIns="0" bIns="0" rtlCol="0">
              <a:spAutoFit/>
            </a:bodyPr>
            <a:lstStyle/>
            <a:p>
              <a:pPr marL="16499" marR="6599" algn="ctr">
                <a:lnSpc>
                  <a:spcPct val="100699"/>
                </a:lnSpc>
                <a:spcBef>
                  <a:spcPts val="110"/>
                </a:spcBef>
              </a:pPr>
              <a:r>
                <a:rPr lang="en" sz="28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RNN</a:t>
              </a:r>
            </a:p>
          </p:txBody>
        </p: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E078E52F-84A1-79F5-E491-2AF0ECBC5C81}"/>
                </a:ext>
              </a:extLst>
            </p:cNvPr>
            <p:cNvCxnSpPr>
              <a:cxnSpLocks/>
            </p:cNvCxnSpPr>
            <p:nvPr/>
          </p:nvCxnSpPr>
          <p:spPr>
            <a:xfrm>
              <a:off x="2295191" y="4548428"/>
              <a:ext cx="41643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D57A6A68-5E2A-A7E4-4764-0151AF0B6474}"/>
                </a:ext>
              </a:extLst>
            </p:cNvPr>
            <p:cNvSpPr/>
            <p:nvPr/>
          </p:nvSpPr>
          <p:spPr>
            <a:xfrm>
              <a:off x="4869153" y="2866627"/>
              <a:ext cx="639372" cy="8951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17E3FD9B-8875-733E-AD32-522AC90BAD18}"/>
                </a:ext>
              </a:extLst>
            </p:cNvPr>
            <p:cNvSpPr/>
            <p:nvPr/>
          </p:nvSpPr>
          <p:spPr>
            <a:xfrm>
              <a:off x="4869153" y="5354747"/>
              <a:ext cx="639372" cy="8951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CD9E5740-703D-1507-69F5-95CDC505ACB9}"/>
                </a:ext>
              </a:extLst>
            </p:cNvPr>
            <p:cNvCxnSpPr>
              <a:stCxn id="83" idx="0"/>
              <a:endCxn id="79" idx="2"/>
            </p:cNvCxnSpPr>
            <p:nvPr/>
          </p:nvCxnSpPr>
          <p:spPr>
            <a:xfrm flipH="1" flipV="1">
              <a:off x="5188839" y="3761747"/>
              <a:ext cx="1" cy="3753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F440F61B-A311-40EC-4605-B0E488DDCAFD}"/>
                </a:ext>
              </a:extLst>
            </p:cNvPr>
            <p:cNvCxnSpPr>
              <a:cxnSpLocks/>
              <a:stCxn id="80" idx="0"/>
              <a:endCxn id="83" idx="2"/>
            </p:cNvCxnSpPr>
            <p:nvPr/>
          </p:nvCxnSpPr>
          <p:spPr>
            <a:xfrm flipV="1">
              <a:off x="5188839" y="4950888"/>
              <a:ext cx="1" cy="4038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08976552-A467-82B2-1851-8BEB8AB201B6}"/>
                </a:ext>
              </a:extLst>
            </p:cNvPr>
            <p:cNvSpPr/>
            <p:nvPr/>
          </p:nvSpPr>
          <p:spPr>
            <a:xfrm>
              <a:off x="4503565" y="4137143"/>
              <a:ext cx="1370549" cy="81374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object 24">
                  <a:extLst>
                    <a:ext uri="{FF2B5EF4-FFF2-40B4-BE49-F238E27FC236}">
                      <a16:creationId xmlns:a16="http://schemas.microsoft.com/office/drawing/2014/main" id="{4677E220-96DE-B477-6F9D-2E54E3DC6908}"/>
                    </a:ext>
                  </a:extLst>
                </p:cNvPr>
                <p:cNvSpPr txBox="1"/>
                <p:nvPr/>
              </p:nvSpPr>
              <p:spPr>
                <a:xfrm>
                  <a:off x="4833676" y="5515472"/>
                  <a:ext cx="710326" cy="581163"/>
                </a:xfrm>
                <a:prstGeom prst="rect">
                  <a:avLst/>
                </a:prstGeom>
              </p:spPr>
              <p:txBody>
                <a:bodyPr vert="horz" wrap="square" lIns="0" tIns="14024" rIns="0" bIns="0" rtlCol="0">
                  <a:spAutoFit/>
                </a:bodyPr>
                <a:lstStyle/>
                <a:p>
                  <a:pPr marL="16499" marR="6599">
                    <a:lnSpc>
                      <a:spcPct val="100699"/>
                    </a:lnSpc>
                    <a:spcBef>
                      <a:spcPts val="11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pc="-6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oMath>
                    </m:oMathPara>
                  </a14:m>
                  <a:endParaRPr lang="en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4" name="object 24">
                  <a:extLst>
                    <a:ext uri="{FF2B5EF4-FFF2-40B4-BE49-F238E27FC236}">
                      <a16:creationId xmlns:a16="http://schemas.microsoft.com/office/drawing/2014/main" id="{4677E220-96DE-B477-6F9D-2E54E3DC69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3676" y="5515472"/>
                  <a:ext cx="710326" cy="58116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object 24">
                  <a:extLst>
                    <a:ext uri="{FF2B5EF4-FFF2-40B4-BE49-F238E27FC236}">
                      <a16:creationId xmlns:a16="http://schemas.microsoft.com/office/drawing/2014/main" id="{15629C0A-FDA6-9B5E-2C43-23E5B08B6A46}"/>
                    </a:ext>
                  </a:extLst>
                </p:cNvPr>
                <p:cNvSpPr txBox="1"/>
                <p:nvPr/>
              </p:nvSpPr>
              <p:spPr>
                <a:xfrm>
                  <a:off x="4833676" y="3027350"/>
                  <a:ext cx="710326" cy="581163"/>
                </a:xfrm>
                <a:prstGeom prst="rect">
                  <a:avLst/>
                </a:prstGeom>
              </p:spPr>
              <p:txBody>
                <a:bodyPr vert="horz" wrap="square" lIns="0" tIns="14024" rIns="0" bIns="0" rtlCol="0">
                  <a:spAutoFit/>
                </a:bodyPr>
                <a:lstStyle/>
                <a:p>
                  <a:pPr marL="16499" marR="6599">
                    <a:lnSpc>
                      <a:spcPct val="100699"/>
                    </a:lnSpc>
                    <a:spcBef>
                      <a:spcPts val="11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pc="-6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en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5" name="object 24">
                  <a:extLst>
                    <a:ext uri="{FF2B5EF4-FFF2-40B4-BE49-F238E27FC236}">
                      <a16:creationId xmlns:a16="http://schemas.microsoft.com/office/drawing/2014/main" id="{15629C0A-FDA6-9B5E-2C43-23E5B08B6A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3676" y="3027350"/>
                  <a:ext cx="710326" cy="581163"/>
                </a:xfrm>
                <a:prstGeom prst="rect">
                  <a:avLst/>
                </a:prstGeom>
                <a:blipFill>
                  <a:blip r:embed="rId7"/>
                  <a:stretch>
                    <a:fillRect b="-1621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object 24">
              <a:extLst>
                <a:ext uri="{FF2B5EF4-FFF2-40B4-BE49-F238E27FC236}">
                  <a16:creationId xmlns:a16="http://schemas.microsoft.com/office/drawing/2014/main" id="{5B5B05BE-B49A-F009-356E-F09B632FF9E3}"/>
                </a:ext>
              </a:extLst>
            </p:cNvPr>
            <p:cNvSpPr txBox="1"/>
            <p:nvPr/>
          </p:nvSpPr>
          <p:spPr>
            <a:xfrm>
              <a:off x="4668977" y="4266188"/>
              <a:ext cx="1039721" cy="563085"/>
            </a:xfrm>
            <a:prstGeom prst="rect">
              <a:avLst/>
            </a:prstGeom>
          </p:spPr>
          <p:txBody>
            <a:bodyPr vert="horz" wrap="square" lIns="0" tIns="14024" rIns="0" bIns="0" rtlCol="0">
              <a:spAutoFit/>
            </a:bodyPr>
            <a:lstStyle/>
            <a:p>
              <a:pPr marL="16499" marR="6599" algn="ctr">
                <a:lnSpc>
                  <a:spcPct val="100699"/>
                </a:lnSpc>
                <a:spcBef>
                  <a:spcPts val="110"/>
                </a:spcBef>
              </a:pPr>
              <a:r>
                <a:rPr lang="en" sz="28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RNN</a:t>
              </a:r>
            </a:p>
          </p:txBody>
        </p:sp>
        <p:cxnSp>
          <p:nvCxnSpPr>
            <p:cNvPr id="87" name="직선 화살표 연결선 86">
              <a:extLst>
                <a:ext uri="{FF2B5EF4-FFF2-40B4-BE49-F238E27FC236}">
                  <a16:creationId xmlns:a16="http://schemas.microsoft.com/office/drawing/2014/main" id="{DB65DCA4-459A-39DA-46AC-6BC87480128B}"/>
                </a:ext>
              </a:extLst>
            </p:cNvPr>
            <p:cNvCxnSpPr>
              <a:cxnSpLocks/>
            </p:cNvCxnSpPr>
            <p:nvPr/>
          </p:nvCxnSpPr>
          <p:spPr>
            <a:xfrm>
              <a:off x="4087132" y="4544016"/>
              <a:ext cx="41643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294AF229-9743-C3C3-906E-0F1D7004EE4B}"/>
                </a:ext>
              </a:extLst>
            </p:cNvPr>
            <p:cNvSpPr/>
            <p:nvPr/>
          </p:nvSpPr>
          <p:spPr>
            <a:xfrm>
              <a:off x="6665630" y="2866627"/>
              <a:ext cx="639372" cy="8951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5791D291-CD17-CA8E-7295-1935147417C6}"/>
                </a:ext>
              </a:extLst>
            </p:cNvPr>
            <p:cNvSpPr/>
            <p:nvPr/>
          </p:nvSpPr>
          <p:spPr>
            <a:xfrm>
              <a:off x="6665630" y="5354747"/>
              <a:ext cx="639372" cy="8951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5FE5E532-3E9D-F4BF-FBAF-74ACE939F2D9}"/>
                </a:ext>
              </a:extLst>
            </p:cNvPr>
            <p:cNvCxnSpPr>
              <a:stCxn id="92" idx="0"/>
              <a:endCxn id="88" idx="2"/>
            </p:cNvCxnSpPr>
            <p:nvPr/>
          </p:nvCxnSpPr>
          <p:spPr>
            <a:xfrm flipH="1" flipV="1">
              <a:off x="6985316" y="3761747"/>
              <a:ext cx="1" cy="3753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화살표 연결선 90">
              <a:extLst>
                <a:ext uri="{FF2B5EF4-FFF2-40B4-BE49-F238E27FC236}">
                  <a16:creationId xmlns:a16="http://schemas.microsoft.com/office/drawing/2014/main" id="{E5CF79B6-BBEE-5943-460F-48DA6720CF82}"/>
                </a:ext>
              </a:extLst>
            </p:cNvPr>
            <p:cNvCxnSpPr>
              <a:cxnSpLocks/>
              <a:stCxn id="89" idx="0"/>
              <a:endCxn id="92" idx="2"/>
            </p:cNvCxnSpPr>
            <p:nvPr/>
          </p:nvCxnSpPr>
          <p:spPr>
            <a:xfrm flipV="1">
              <a:off x="6985316" y="4950888"/>
              <a:ext cx="1" cy="4038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0AD6ADBD-AC28-B849-C076-9F73286BA4C2}"/>
                </a:ext>
              </a:extLst>
            </p:cNvPr>
            <p:cNvSpPr/>
            <p:nvPr/>
          </p:nvSpPr>
          <p:spPr>
            <a:xfrm>
              <a:off x="6300042" y="4137143"/>
              <a:ext cx="1370549" cy="81374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object 24">
                  <a:extLst>
                    <a:ext uri="{FF2B5EF4-FFF2-40B4-BE49-F238E27FC236}">
                      <a16:creationId xmlns:a16="http://schemas.microsoft.com/office/drawing/2014/main" id="{05687B29-732C-5398-0563-59794E303C4F}"/>
                    </a:ext>
                  </a:extLst>
                </p:cNvPr>
                <p:cNvSpPr txBox="1"/>
                <p:nvPr/>
              </p:nvSpPr>
              <p:spPr>
                <a:xfrm>
                  <a:off x="6630153" y="5515472"/>
                  <a:ext cx="710326" cy="581163"/>
                </a:xfrm>
                <a:prstGeom prst="rect">
                  <a:avLst/>
                </a:prstGeom>
              </p:spPr>
              <p:txBody>
                <a:bodyPr vert="horz" wrap="square" lIns="0" tIns="14024" rIns="0" bIns="0" rtlCol="0">
                  <a:spAutoFit/>
                </a:bodyPr>
                <a:lstStyle/>
                <a:p>
                  <a:pPr marL="16499" marR="6599">
                    <a:lnSpc>
                      <a:spcPct val="100699"/>
                    </a:lnSpc>
                    <a:spcBef>
                      <a:spcPts val="11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pc="-6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oMath>
                    </m:oMathPara>
                  </a14:m>
                  <a:endParaRPr lang="en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3" name="object 24">
                  <a:extLst>
                    <a:ext uri="{FF2B5EF4-FFF2-40B4-BE49-F238E27FC236}">
                      <a16:creationId xmlns:a16="http://schemas.microsoft.com/office/drawing/2014/main" id="{05687B29-732C-5398-0563-59794E303C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0153" y="5515472"/>
                  <a:ext cx="710326" cy="58116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object 24">
                  <a:extLst>
                    <a:ext uri="{FF2B5EF4-FFF2-40B4-BE49-F238E27FC236}">
                      <a16:creationId xmlns:a16="http://schemas.microsoft.com/office/drawing/2014/main" id="{4B2BFC35-5B8E-8BC8-A3E2-B283DD28A404}"/>
                    </a:ext>
                  </a:extLst>
                </p:cNvPr>
                <p:cNvSpPr txBox="1"/>
                <p:nvPr/>
              </p:nvSpPr>
              <p:spPr>
                <a:xfrm>
                  <a:off x="6630153" y="3027350"/>
                  <a:ext cx="710326" cy="581163"/>
                </a:xfrm>
                <a:prstGeom prst="rect">
                  <a:avLst/>
                </a:prstGeom>
              </p:spPr>
              <p:txBody>
                <a:bodyPr vert="horz" wrap="square" lIns="0" tIns="14024" rIns="0" bIns="0" rtlCol="0">
                  <a:spAutoFit/>
                </a:bodyPr>
                <a:lstStyle/>
                <a:p>
                  <a:pPr marL="16499" marR="6599">
                    <a:lnSpc>
                      <a:spcPct val="100699"/>
                    </a:lnSpc>
                    <a:spcBef>
                      <a:spcPts val="11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pc="-6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en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4" name="object 24">
                  <a:extLst>
                    <a:ext uri="{FF2B5EF4-FFF2-40B4-BE49-F238E27FC236}">
                      <a16:creationId xmlns:a16="http://schemas.microsoft.com/office/drawing/2014/main" id="{4B2BFC35-5B8E-8BC8-A3E2-B283DD28A4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0153" y="3027350"/>
                  <a:ext cx="710326" cy="581163"/>
                </a:xfrm>
                <a:prstGeom prst="rect">
                  <a:avLst/>
                </a:prstGeom>
                <a:blipFill>
                  <a:blip r:embed="rId8"/>
                  <a:stretch>
                    <a:fillRect b="-1621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" name="object 24">
              <a:extLst>
                <a:ext uri="{FF2B5EF4-FFF2-40B4-BE49-F238E27FC236}">
                  <a16:creationId xmlns:a16="http://schemas.microsoft.com/office/drawing/2014/main" id="{D1E2F4B4-5EB7-FDFB-487F-75036942EECC}"/>
                </a:ext>
              </a:extLst>
            </p:cNvPr>
            <p:cNvSpPr txBox="1"/>
            <p:nvPr/>
          </p:nvSpPr>
          <p:spPr>
            <a:xfrm>
              <a:off x="6465454" y="4266188"/>
              <a:ext cx="1039721" cy="563085"/>
            </a:xfrm>
            <a:prstGeom prst="rect">
              <a:avLst/>
            </a:prstGeom>
          </p:spPr>
          <p:txBody>
            <a:bodyPr vert="horz" wrap="square" lIns="0" tIns="14024" rIns="0" bIns="0" rtlCol="0">
              <a:spAutoFit/>
            </a:bodyPr>
            <a:lstStyle/>
            <a:p>
              <a:pPr marL="16499" marR="6599" algn="ctr">
                <a:lnSpc>
                  <a:spcPct val="100699"/>
                </a:lnSpc>
                <a:spcBef>
                  <a:spcPts val="110"/>
                </a:spcBef>
              </a:pPr>
              <a:r>
                <a:rPr lang="en" sz="28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RNN</a:t>
              </a:r>
            </a:p>
          </p:txBody>
        </p:sp>
        <p:cxnSp>
          <p:nvCxnSpPr>
            <p:cNvPr id="96" name="직선 화살표 연결선 95">
              <a:extLst>
                <a:ext uri="{FF2B5EF4-FFF2-40B4-BE49-F238E27FC236}">
                  <a16:creationId xmlns:a16="http://schemas.microsoft.com/office/drawing/2014/main" id="{78FFCAFB-0543-7DB0-4EED-AE4FA86530E2}"/>
                </a:ext>
              </a:extLst>
            </p:cNvPr>
            <p:cNvCxnSpPr>
              <a:cxnSpLocks/>
            </p:cNvCxnSpPr>
            <p:nvPr/>
          </p:nvCxnSpPr>
          <p:spPr>
            <a:xfrm>
              <a:off x="5883609" y="4544016"/>
              <a:ext cx="41643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E99ABBE9-374C-7B95-04A0-12672DBAAD89}"/>
                </a:ext>
              </a:extLst>
            </p:cNvPr>
            <p:cNvSpPr/>
            <p:nvPr/>
          </p:nvSpPr>
          <p:spPr>
            <a:xfrm>
              <a:off x="8452292" y="2862215"/>
              <a:ext cx="639372" cy="8951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ED3D6F5-54EA-A780-22F5-DAF5F43B7C2E}"/>
                </a:ext>
              </a:extLst>
            </p:cNvPr>
            <p:cNvSpPr/>
            <p:nvPr/>
          </p:nvSpPr>
          <p:spPr>
            <a:xfrm>
              <a:off x="8452292" y="5350335"/>
              <a:ext cx="639372" cy="8951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9" name="직선 화살표 연결선 98">
              <a:extLst>
                <a:ext uri="{FF2B5EF4-FFF2-40B4-BE49-F238E27FC236}">
                  <a16:creationId xmlns:a16="http://schemas.microsoft.com/office/drawing/2014/main" id="{88EB6ACC-AFED-F405-1827-F7F2A744AB8B}"/>
                </a:ext>
              </a:extLst>
            </p:cNvPr>
            <p:cNvCxnSpPr>
              <a:stCxn id="101" idx="0"/>
              <a:endCxn id="97" idx="2"/>
            </p:cNvCxnSpPr>
            <p:nvPr/>
          </p:nvCxnSpPr>
          <p:spPr>
            <a:xfrm flipH="1" flipV="1">
              <a:off x="8771978" y="3757335"/>
              <a:ext cx="1" cy="3753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화살표 연결선 99">
              <a:extLst>
                <a:ext uri="{FF2B5EF4-FFF2-40B4-BE49-F238E27FC236}">
                  <a16:creationId xmlns:a16="http://schemas.microsoft.com/office/drawing/2014/main" id="{426BDCDB-A962-0D8A-A371-F5DB58DE96A7}"/>
                </a:ext>
              </a:extLst>
            </p:cNvPr>
            <p:cNvCxnSpPr>
              <a:cxnSpLocks/>
              <a:stCxn id="98" idx="0"/>
              <a:endCxn id="101" idx="2"/>
            </p:cNvCxnSpPr>
            <p:nvPr/>
          </p:nvCxnSpPr>
          <p:spPr>
            <a:xfrm flipV="1">
              <a:off x="8771978" y="4946476"/>
              <a:ext cx="1" cy="4038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7287D496-E79E-82D1-E517-1E9026C1CD7A}"/>
                </a:ext>
              </a:extLst>
            </p:cNvPr>
            <p:cNvSpPr/>
            <p:nvPr/>
          </p:nvSpPr>
          <p:spPr>
            <a:xfrm>
              <a:off x="8086704" y="4132731"/>
              <a:ext cx="1370549" cy="81374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object 24">
                  <a:extLst>
                    <a:ext uri="{FF2B5EF4-FFF2-40B4-BE49-F238E27FC236}">
                      <a16:creationId xmlns:a16="http://schemas.microsoft.com/office/drawing/2014/main" id="{50611086-7FEA-0FD0-04BB-4F85D9C317AA}"/>
                    </a:ext>
                  </a:extLst>
                </p:cNvPr>
                <p:cNvSpPr txBox="1"/>
                <p:nvPr/>
              </p:nvSpPr>
              <p:spPr>
                <a:xfrm>
                  <a:off x="8416815" y="5511059"/>
                  <a:ext cx="710326" cy="581163"/>
                </a:xfrm>
                <a:prstGeom prst="rect">
                  <a:avLst/>
                </a:prstGeom>
              </p:spPr>
              <p:txBody>
                <a:bodyPr vert="horz" wrap="square" lIns="0" tIns="14024" rIns="0" bIns="0" rtlCol="0">
                  <a:spAutoFit/>
                </a:bodyPr>
                <a:lstStyle/>
                <a:p>
                  <a:pPr marL="16499" marR="6599">
                    <a:lnSpc>
                      <a:spcPct val="100699"/>
                    </a:lnSpc>
                    <a:spcBef>
                      <a:spcPts val="11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pc="-6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oMath>
                    </m:oMathPara>
                  </a14:m>
                  <a:endParaRPr lang="en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2" name="object 24">
                  <a:extLst>
                    <a:ext uri="{FF2B5EF4-FFF2-40B4-BE49-F238E27FC236}">
                      <a16:creationId xmlns:a16="http://schemas.microsoft.com/office/drawing/2014/main" id="{50611086-7FEA-0FD0-04BB-4F85D9C317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6815" y="5511059"/>
                  <a:ext cx="710326" cy="58116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object 24">
                  <a:extLst>
                    <a:ext uri="{FF2B5EF4-FFF2-40B4-BE49-F238E27FC236}">
                      <a16:creationId xmlns:a16="http://schemas.microsoft.com/office/drawing/2014/main" id="{4EB48660-D1F6-40F1-D4F1-297FA59B0591}"/>
                    </a:ext>
                  </a:extLst>
                </p:cNvPr>
                <p:cNvSpPr txBox="1"/>
                <p:nvPr/>
              </p:nvSpPr>
              <p:spPr>
                <a:xfrm>
                  <a:off x="8416815" y="3022938"/>
                  <a:ext cx="710326" cy="581163"/>
                </a:xfrm>
                <a:prstGeom prst="rect">
                  <a:avLst/>
                </a:prstGeom>
              </p:spPr>
              <p:txBody>
                <a:bodyPr vert="horz" wrap="square" lIns="0" tIns="14024" rIns="0" bIns="0" rtlCol="0">
                  <a:spAutoFit/>
                </a:bodyPr>
                <a:lstStyle/>
                <a:p>
                  <a:pPr marL="16499" marR="6599">
                    <a:lnSpc>
                      <a:spcPct val="100699"/>
                    </a:lnSpc>
                    <a:spcBef>
                      <a:spcPts val="11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pc="-6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en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3" name="object 24">
                  <a:extLst>
                    <a:ext uri="{FF2B5EF4-FFF2-40B4-BE49-F238E27FC236}">
                      <a16:creationId xmlns:a16="http://schemas.microsoft.com/office/drawing/2014/main" id="{4EB48660-D1F6-40F1-D4F1-297FA59B05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6815" y="3022938"/>
                  <a:ext cx="710326" cy="581163"/>
                </a:xfrm>
                <a:prstGeom prst="rect">
                  <a:avLst/>
                </a:prstGeom>
                <a:blipFill>
                  <a:blip r:embed="rId7"/>
                  <a:stretch>
                    <a:fillRect b="-1944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" name="object 24">
              <a:extLst>
                <a:ext uri="{FF2B5EF4-FFF2-40B4-BE49-F238E27FC236}">
                  <a16:creationId xmlns:a16="http://schemas.microsoft.com/office/drawing/2014/main" id="{2DA2064D-8467-9F2C-A482-9AEC8BD50927}"/>
                </a:ext>
              </a:extLst>
            </p:cNvPr>
            <p:cNvSpPr txBox="1"/>
            <p:nvPr/>
          </p:nvSpPr>
          <p:spPr>
            <a:xfrm>
              <a:off x="8252116" y="4261775"/>
              <a:ext cx="1039721" cy="563085"/>
            </a:xfrm>
            <a:prstGeom prst="rect">
              <a:avLst/>
            </a:prstGeom>
          </p:spPr>
          <p:txBody>
            <a:bodyPr vert="horz" wrap="square" lIns="0" tIns="14024" rIns="0" bIns="0" rtlCol="0">
              <a:spAutoFit/>
            </a:bodyPr>
            <a:lstStyle/>
            <a:p>
              <a:pPr marL="16499" marR="6599" algn="ctr">
                <a:lnSpc>
                  <a:spcPct val="100699"/>
                </a:lnSpc>
                <a:spcBef>
                  <a:spcPts val="110"/>
                </a:spcBef>
              </a:pPr>
              <a:r>
                <a:rPr lang="en" sz="28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RNN</a:t>
              </a:r>
            </a:p>
          </p:txBody>
        </p:sp>
        <p:cxnSp>
          <p:nvCxnSpPr>
            <p:cNvPr id="105" name="직선 화살표 연결선 104">
              <a:extLst>
                <a:ext uri="{FF2B5EF4-FFF2-40B4-BE49-F238E27FC236}">
                  <a16:creationId xmlns:a16="http://schemas.microsoft.com/office/drawing/2014/main" id="{DCAF190F-58B6-E5B4-347A-BEB3D652F1DB}"/>
                </a:ext>
              </a:extLst>
            </p:cNvPr>
            <p:cNvCxnSpPr>
              <a:cxnSpLocks/>
            </p:cNvCxnSpPr>
            <p:nvPr/>
          </p:nvCxnSpPr>
          <p:spPr>
            <a:xfrm>
              <a:off x="7670271" y="4539604"/>
              <a:ext cx="41643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E4C04B1F-4328-946D-67DF-EFDDBE8E2F9D}"/>
                </a:ext>
              </a:extLst>
            </p:cNvPr>
            <p:cNvSpPr/>
            <p:nvPr/>
          </p:nvSpPr>
          <p:spPr>
            <a:xfrm>
              <a:off x="10238953" y="2871039"/>
              <a:ext cx="639372" cy="8951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ADDB31E0-3AF0-BEFB-B486-D00BF7F888F7}"/>
                </a:ext>
              </a:extLst>
            </p:cNvPr>
            <p:cNvSpPr/>
            <p:nvPr/>
          </p:nvSpPr>
          <p:spPr>
            <a:xfrm>
              <a:off x="10238953" y="5359159"/>
              <a:ext cx="639372" cy="8951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8" name="직선 화살표 연결선 107">
              <a:extLst>
                <a:ext uri="{FF2B5EF4-FFF2-40B4-BE49-F238E27FC236}">
                  <a16:creationId xmlns:a16="http://schemas.microsoft.com/office/drawing/2014/main" id="{8501EC89-D587-4709-CF60-B4F2D2DDD84D}"/>
                </a:ext>
              </a:extLst>
            </p:cNvPr>
            <p:cNvCxnSpPr>
              <a:stCxn id="110" idx="0"/>
              <a:endCxn id="106" idx="2"/>
            </p:cNvCxnSpPr>
            <p:nvPr/>
          </p:nvCxnSpPr>
          <p:spPr>
            <a:xfrm flipH="1" flipV="1">
              <a:off x="10558639" y="3766159"/>
              <a:ext cx="1" cy="3753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화살표 연결선 108">
              <a:extLst>
                <a:ext uri="{FF2B5EF4-FFF2-40B4-BE49-F238E27FC236}">
                  <a16:creationId xmlns:a16="http://schemas.microsoft.com/office/drawing/2014/main" id="{9675D441-3B9C-B041-A508-70D18EA2B72C}"/>
                </a:ext>
              </a:extLst>
            </p:cNvPr>
            <p:cNvCxnSpPr>
              <a:cxnSpLocks/>
              <a:stCxn id="107" idx="0"/>
              <a:endCxn id="110" idx="2"/>
            </p:cNvCxnSpPr>
            <p:nvPr/>
          </p:nvCxnSpPr>
          <p:spPr>
            <a:xfrm flipV="1">
              <a:off x="10558639" y="4955300"/>
              <a:ext cx="1" cy="4038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4011DDAD-A3CA-1865-D0C2-F337AC9404D4}"/>
                </a:ext>
              </a:extLst>
            </p:cNvPr>
            <p:cNvSpPr/>
            <p:nvPr/>
          </p:nvSpPr>
          <p:spPr>
            <a:xfrm>
              <a:off x="9873365" y="4141555"/>
              <a:ext cx="1370549" cy="81374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object 24">
                  <a:extLst>
                    <a:ext uri="{FF2B5EF4-FFF2-40B4-BE49-F238E27FC236}">
                      <a16:creationId xmlns:a16="http://schemas.microsoft.com/office/drawing/2014/main" id="{CC1F96D5-8F0E-B76B-FCF4-DEB6CC3871D6}"/>
                    </a:ext>
                  </a:extLst>
                </p:cNvPr>
                <p:cNvSpPr txBox="1"/>
                <p:nvPr/>
              </p:nvSpPr>
              <p:spPr>
                <a:xfrm>
                  <a:off x="10203477" y="5519883"/>
                  <a:ext cx="710326" cy="581163"/>
                </a:xfrm>
                <a:prstGeom prst="rect">
                  <a:avLst/>
                </a:prstGeom>
              </p:spPr>
              <p:txBody>
                <a:bodyPr vert="horz" wrap="square" lIns="0" tIns="14024" rIns="0" bIns="0" rtlCol="0">
                  <a:spAutoFit/>
                </a:bodyPr>
                <a:lstStyle/>
                <a:p>
                  <a:pPr marL="16499" marR="6599">
                    <a:lnSpc>
                      <a:spcPct val="100699"/>
                    </a:lnSpc>
                    <a:spcBef>
                      <a:spcPts val="11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pc="-6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oMath>
                    </m:oMathPara>
                  </a14:m>
                  <a:endParaRPr lang="en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11" name="object 24">
                  <a:extLst>
                    <a:ext uri="{FF2B5EF4-FFF2-40B4-BE49-F238E27FC236}">
                      <a16:creationId xmlns:a16="http://schemas.microsoft.com/office/drawing/2014/main" id="{CC1F96D5-8F0E-B76B-FCF4-DEB6CC3871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03477" y="5519883"/>
                  <a:ext cx="710326" cy="58116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object 24">
                  <a:extLst>
                    <a:ext uri="{FF2B5EF4-FFF2-40B4-BE49-F238E27FC236}">
                      <a16:creationId xmlns:a16="http://schemas.microsoft.com/office/drawing/2014/main" id="{5E874F0B-3434-5716-17DB-A8FB41DC127C}"/>
                    </a:ext>
                  </a:extLst>
                </p:cNvPr>
                <p:cNvSpPr txBox="1"/>
                <p:nvPr/>
              </p:nvSpPr>
              <p:spPr>
                <a:xfrm>
                  <a:off x="10203477" y="3031762"/>
                  <a:ext cx="710326" cy="581163"/>
                </a:xfrm>
                <a:prstGeom prst="rect">
                  <a:avLst/>
                </a:prstGeom>
              </p:spPr>
              <p:txBody>
                <a:bodyPr vert="horz" wrap="square" lIns="0" tIns="14024" rIns="0" bIns="0" rtlCol="0">
                  <a:spAutoFit/>
                </a:bodyPr>
                <a:lstStyle/>
                <a:p>
                  <a:pPr marL="16499" marR="6599">
                    <a:lnSpc>
                      <a:spcPct val="100699"/>
                    </a:lnSpc>
                    <a:spcBef>
                      <a:spcPts val="11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pc="-6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en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12" name="object 24">
                  <a:extLst>
                    <a:ext uri="{FF2B5EF4-FFF2-40B4-BE49-F238E27FC236}">
                      <a16:creationId xmlns:a16="http://schemas.microsoft.com/office/drawing/2014/main" id="{5E874F0B-3434-5716-17DB-A8FB41DC12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03477" y="3031762"/>
                  <a:ext cx="710326" cy="581163"/>
                </a:xfrm>
                <a:prstGeom prst="rect">
                  <a:avLst/>
                </a:prstGeom>
                <a:blipFill>
                  <a:blip r:embed="rId5"/>
                  <a:stretch>
                    <a:fillRect b="-1944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" name="object 24">
              <a:extLst>
                <a:ext uri="{FF2B5EF4-FFF2-40B4-BE49-F238E27FC236}">
                  <a16:creationId xmlns:a16="http://schemas.microsoft.com/office/drawing/2014/main" id="{EF60CE9C-F75C-6C6A-3360-DB6196E42A08}"/>
                </a:ext>
              </a:extLst>
            </p:cNvPr>
            <p:cNvSpPr txBox="1"/>
            <p:nvPr/>
          </p:nvSpPr>
          <p:spPr>
            <a:xfrm>
              <a:off x="10038777" y="4270599"/>
              <a:ext cx="1039721" cy="563085"/>
            </a:xfrm>
            <a:prstGeom prst="rect">
              <a:avLst/>
            </a:prstGeom>
          </p:spPr>
          <p:txBody>
            <a:bodyPr vert="horz" wrap="square" lIns="0" tIns="14024" rIns="0" bIns="0" rtlCol="0">
              <a:spAutoFit/>
            </a:bodyPr>
            <a:lstStyle/>
            <a:p>
              <a:pPr marL="16499" marR="6599" algn="ctr">
                <a:lnSpc>
                  <a:spcPct val="100699"/>
                </a:lnSpc>
                <a:spcBef>
                  <a:spcPts val="110"/>
                </a:spcBef>
              </a:pPr>
              <a:r>
                <a:rPr lang="en" sz="28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RNN</a:t>
              </a:r>
            </a:p>
          </p:txBody>
        </p:sp>
        <p:cxnSp>
          <p:nvCxnSpPr>
            <p:cNvPr id="114" name="직선 화살표 연결선 113">
              <a:extLst>
                <a:ext uri="{FF2B5EF4-FFF2-40B4-BE49-F238E27FC236}">
                  <a16:creationId xmlns:a16="http://schemas.microsoft.com/office/drawing/2014/main" id="{8B62655E-F58E-BB2A-4A70-5641950ABA10}"/>
                </a:ext>
              </a:extLst>
            </p:cNvPr>
            <p:cNvCxnSpPr>
              <a:cxnSpLocks/>
            </p:cNvCxnSpPr>
            <p:nvPr/>
          </p:nvCxnSpPr>
          <p:spPr>
            <a:xfrm>
              <a:off x="9456932" y="4548428"/>
              <a:ext cx="41643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bject 24">
              <a:extLst>
                <a:ext uri="{FF2B5EF4-FFF2-40B4-BE49-F238E27FC236}">
                  <a16:creationId xmlns:a16="http://schemas.microsoft.com/office/drawing/2014/main" id="{11113699-E6A9-0428-9F7E-703AE8DF9BF6}"/>
                </a:ext>
              </a:extLst>
            </p:cNvPr>
            <p:cNvSpPr txBox="1"/>
            <p:nvPr/>
          </p:nvSpPr>
          <p:spPr>
            <a:xfrm>
              <a:off x="5568050" y="1844824"/>
              <a:ext cx="1039721" cy="563085"/>
            </a:xfrm>
            <a:prstGeom prst="rect">
              <a:avLst/>
            </a:prstGeom>
          </p:spPr>
          <p:txBody>
            <a:bodyPr vert="horz" wrap="square" lIns="0" tIns="14024" rIns="0" bIns="0" rtlCol="0">
              <a:spAutoFit/>
            </a:bodyPr>
            <a:lstStyle/>
            <a:p>
              <a:pPr marL="16499" marR="6599" algn="ctr">
                <a:lnSpc>
                  <a:spcPct val="100699"/>
                </a:lnSpc>
                <a:spcBef>
                  <a:spcPts val="110"/>
                </a:spcBef>
              </a:pPr>
              <a:r>
                <a:rPr lang="en" sz="28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Loss</a:t>
              </a:r>
            </a:p>
          </p:txBody>
        </p:sp>
        <p:cxnSp>
          <p:nvCxnSpPr>
            <p:cNvPr id="116" name="직선 화살표 연결선 115">
              <a:extLst>
                <a:ext uri="{FF2B5EF4-FFF2-40B4-BE49-F238E27FC236}">
                  <a16:creationId xmlns:a16="http://schemas.microsoft.com/office/drawing/2014/main" id="{36D0FFA1-EAC3-053F-42B9-9523E20F0F0C}"/>
                </a:ext>
              </a:extLst>
            </p:cNvPr>
            <p:cNvCxnSpPr>
              <a:cxnSpLocks/>
              <a:stCxn id="62" idx="0"/>
              <a:endCxn id="115" idx="1"/>
            </p:cNvCxnSpPr>
            <p:nvPr/>
          </p:nvCxnSpPr>
          <p:spPr>
            <a:xfrm flipV="1">
              <a:off x="1604142" y="2126367"/>
              <a:ext cx="3963908" cy="74467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화살표 연결선 116">
              <a:extLst>
                <a:ext uri="{FF2B5EF4-FFF2-40B4-BE49-F238E27FC236}">
                  <a16:creationId xmlns:a16="http://schemas.microsoft.com/office/drawing/2014/main" id="{F940AFF1-ECC0-2F58-55C6-6C507B81AB79}"/>
                </a:ext>
              </a:extLst>
            </p:cNvPr>
            <p:cNvCxnSpPr>
              <a:cxnSpLocks/>
              <a:stCxn id="70" idx="0"/>
            </p:cNvCxnSpPr>
            <p:nvPr/>
          </p:nvCxnSpPr>
          <p:spPr>
            <a:xfrm flipV="1">
              <a:off x="3396898" y="2257282"/>
              <a:ext cx="2206629" cy="6137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화살표 연결선 117">
              <a:extLst>
                <a:ext uri="{FF2B5EF4-FFF2-40B4-BE49-F238E27FC236}">
                  <a16:creationId xmlns:a16="http://schemas.microsoft.com/office/drawing/2014/main" id="{DBF212EA-3FE9-2994-51B2-9B8898119893}"/>
                </a:ext>
              </a:extLst>
            </p:cNvPr>
            <p:cNvCxnSpPr>
              <a:cxnSpLocks/>
              <a:stCxn id="79" idx="0"/>
            </p:cNvCxnSpPr>
            <p:nvPr/>
          </p:nvCxnSpPr>
          <p:spPr>
            <a:xfrm flipV="1">
              <a:off x="5188839" y="2353763"/>
              <a:ext cx="483182" cy="5128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직선 화살표 연결선 118">
              <a:extLst>
                <a:ext uri="{FF2B5EF4-FFF2-40B4-BE49-F238E27FC236}">
                  <a16:creationId xmlns:a16="http://schemas.microsoft.com/office/drawing/2014/main" id="{A77E88A4-E0D8-5528-7D7C-BE575AAA400B}"/>
                </a:ext>
              </a:extLst>
            </p:cNvPr>
            <p:cNvCxnSpPr>
              <a:cxnSpLocks/>
              <a:stCxn id="88" idx="0"/>
            </p:cNvCxnSpPr>
            <p:nvPr/>
          </p:nvCxnSpPr>
          <p:spPr>
            <a:xfrm flipH="1" flipV="1">
              <a:off x="6493962" y="2353763"/>
              <a:ext cx="491354" cy="5128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직선 화살표 연결선 119">
              <a:extLst>
                <a:ext uri="{FF2B5EF4-FFF2-40B4-BE49-F238E27FC236}">
                  <a16:creationId xmlns:a16="http://schemas.microsoft.com/office/drawing/2014/main" id="{69C0695E-DDBA-8686-0BFE-447E7E548E1C}"/>
                </a:ext>
              </a:extLst>
            </p:cNvPr>
            <p:cNvCxnSpPr>
              <a:cxnSpLocks/>
              <a:stCxn id="97" idx="0"/>
            </p:cNvCxnSpPr>
            <p:nvPr/>
          </p:nvCxnSpPr>
          <p:spPr>
            <a:xfrm flipH="1" flipV="1">
              <a:off x="6562591" y="2238736"/>
              <a:ext cx="2209387" cy="6234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직선 화살표 연결선 120">
              <a:extLst>
                <a:ext uri="{FF2B5EF4-FFF2-40B4-BE49-F238E27FC236}">
                  <a16:creationId xmlns:a16="http://schemas.microsoft.com/office/drawing/2014/main" id="{5F8DC996-3B96-037B-2F75-DA6AB82A0738}"/>
                </a:ext>
              </a:extLst>
            </p:cNvPr>
            <p:cNvCxnSpPr>
              <a:cxnSpLocks/>
              <a:stCxn id="106" idx="0"/>
              <a:endCxn id="115" idx="3"/>
            </p:cNvCxnSpPr>
            <p:nvPr/>
          </p:nvCxnSpPr>
          <p:spPr>
            <a:xfrm flipH="1" flipV="1">
              <a:off x="6607771" y="2126367"/>
              <a:ext cx="3950869" cy="74467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화살표 연결선 121">
              <a:extLst>
                <a:ext uri="{FF2B5EF4-FFF2-40B4-BE49-F238E27FC236}">
                  <a16:creationId xmlns:a16="http://schemas.microsoft.com/office/drawing/2014/main" id="{A215F30B-21E2-9466-CA9D-489F5DF30834}"/>
                </a:ext>
              </a:extLst>
            </p:cNvPr>
            <p:cNvCxnSpPr>
              <a:cxnSpLocks/>
            </p:cNvCxnSpPr>
            <p:nvPr/>
          </p:nvCxnSpPr>
          <p:spPr>
            <a:xfrm>
              <a:off x="918867" y="6453336"/>
              <a:ext cx="103617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직선 화살표 연결선 122">
              <a:extLst>
                <a:ext uri="{FF2B5EF4-FFF2-40B4-BE49-F238E27FC236}">
                  <a16:creationId xmlns:a16="http://schemas.microsoft.com/office/drawing/2014/main" id="{F69C1E64-BA2A-4074-44BB-9685BB7036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867" y="6605736"/>
              <a:ext cx="10325047" cy="0"/>
            </a:xfrm>
            <a:prstGeom prst="straightConnector1">
              <a:avLst/>
            </a:prstGeom>
            <a:ln w="444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6B972BC9-FE75-F611-1097-3C5A0A085E23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[slide courtesy: Stanford, CS231]</a:t>
            </a:r>
          </a:p>
        </p:txBody>
      </p:sp>
    </p:spTree>
    <p:extLst>
      <p:ext uri="{BB962C8B-B14F-4D97-AF65-F5344CB8AC3E}">
        <p14:creationId xmlns:p14="http://schemas.microsoft.com/office/powerpoint/2010/main" val="1925671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5B845F-0349-4A51-EF9D-6D97ADA54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Recurrent Neural Networks Properties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D11AEB-9A2C-D752-53A6-90580A2AA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ko-KR" dirty="0"/>
              <a:t>RNN Advantage:</a:t>
            </a:r>
          </a:p>
          <a:p>
            <a:pPr lvl="1"/>
            <a:r>
              <a:rPr kumimoji="1" lang="en" altLang="ko-KR" dirty="0"/>
              <a:t>Can process any length input.</a:t>
            </a:r>
          </a:p>
          <a:p>
            <a:pPr lvl="1"/>
            <a:r>
              <a:rPr kumimoji="1" lang="en" altLang="ko-KR" dirty="0"/>
              <a:t>Computation for step 𝑡 can (in theory) use information from many steps back.</a:t>
            </a:r>
          </a:p>
          <a:p>
            <a:pPr lvl="1"/>
            <a:r>
              <a:rPr kumimoji="1" lang="en" altLang="ko-KR" dirty="0"/>
              <a:t>Model size does not increase for longer input.</a:t>
            </a:r>
          </a:p>
          <a:p>
            <a:pPr lvl="1"/>
            <a:r>
              <a:rPr kumimoji="1" lang="en" altLang="ko-KR" dirty="0"/>
              <a:t>Same weights applied on every timestep, so there is symmetry in how inputs are processed.</a:t>
            </a:r>
          </a:p>
          <a:p>
            <a:pPr lvl="1"/>
            <a:endParaRPr kumimoji="1" lang="en" altLang="ko-KR" dirty="0"/>
          </a:p>
          <a:p>
            <a:r>
              <a:rPr kumimoji="1" lang="en" altLang="ko-KR" dirty="0"/>
              <a:t>RNN Disadvantage:</a:t>
            </a:r>
          </a:p>
          <a:p>
            <a:pPr lvl="1"/>
            <a:r>
              <a:rPr kumimoji="1" lang="en" altLang="ko-KR" dirty="0"/>
              <a:t>Recurrent computation is slow.</a:t>
            </a:r>
          </a:p>
          <a:p>
            <a:pPr lvl="1"/>
            <a:r>
              <a:rPr kumimoji="1" lang="en" altLang="ko-KR" dirty="0"/>
              <a:t>In practice, difficult to access information from many steps back.</a:t>
            </a:r>
          </a:p>
          <a:p>
            <a:pPr lvl="1"/>
            <a:r>
              <a:rPr kumimoji="1" lang="en" altLang="ko-KR" dirty="0"/>
              <a:t>Unidirectional sequence modeling.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9859B6-5223-3EF1-2B57-5E201C8E88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27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84173F-FFDF-5A66-3DD4-CA1A7951BF9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A71482-D6D0-9988-8FE8-603D695A5292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[slide courtesy: Stanford, CS231]</a:t>
            </a:r>
          </a:p>
        </p:txBody>
      </p:sp>
    </p:spTree>
    <p:extLst>
      <p:ext uri="{BB962C8B-B14F-4D97-AF65-F5344CB8AC3E}">
        <p14:creationId xmlns:p14="http://schemas.microsoft.com/office/powerpoint/2010/main" val="33696446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7CA092-2D6F-2067-8EFB-2FDC9A938E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/>
              <a:t>Language Processing with RNNs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74905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220A-0278-1124-5512-FC22EB7E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Language Processing with RNNs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F7F2A0-6B63-C6B6-64F6-4DE0300F4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A text is a sequence of characters, words or </a:t>
            </a:r>
            <a:r>
              <a:rPr kumimoji="1" lang="en-US" altLang="ko-KR" b="1" i="1" dirty="0"/>
              <a:t>tokens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In memory, it is represented as an array of characters.</a:t>
            </a:r>
          </a:p>
          <a:p>
            <a:pPr lvl="3"/>
            <a:endParaRPr kumimoji="1" lang="en-US" altLang="ko-KR" dirty="0"/>
          </a:p>
          <a:p>
            <a:r>
              <a:rPr kumimoji="1" lang="en-US" altLang="ko-KR" dirty="0"/>
              <a:t>Language as a sequence input</a:t>
            </a:r>
            <a:r>
              <a:rPr kumimoji="1" lang="ko-KR" altLang="en-US" dirty="0"/>
              <a:t> </a:t>
            </a:r>
            <a:r>
              <a:rPr kumimoji="1" lang="en-US" altLang="ko-KR" dirty="0"/>
              <a:t>to RNNs.</a:t>
            </a:r>
          </a:p>
          <a:p>
            <a:pPr lvl="1"/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77165-0F96-D1F8-FAFE-7231369357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29</a:t>
            </a:fld>
            <a:endParaRPr kumimoji="1" lang="ko-Kore-KR" altLang="en-US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15DD05B2-E44E-3366-7D8D-4403E70CF8F6}"/>
              </a:ext>
            </a:extLst>
          </p:cNvPr>
          <p:cNvSpPr/>
          <p:nvPr/>
        </p:nvSpPr>
        <p:spPr>
          <a:xfrm>
            <a:off x="1071282" y="3058455"/>
            <a:ext cx="10049436" cy="30972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35E7AEF8-7ECE-4B8B-FC5E-723CC1AFE2C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5669811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220A-0278-1124-5512-FC22EB7E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Language Processing with RNNs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F7F2A0-6B63-C6B6-64F6-4DE0300F4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A text is a sequence of characters, words or </a:t>
            </a:r>
            <a:r>
              <a:rPr kumimoji="1" lang="en-US" altLang="ko-KR" b="1" i="1" dirty="0"/>
              <a:t>tokens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In memory, it is represented as an array of characters.</a:t>
            </a:r>
          </a:p>
          <a:p>
            <a:pPr lvl="3"/>
            <a:endParaRPr kumimoji="1" lang="en-US" altLang="ko-KR" dirty="0"/>
          </a:p>
          <a:p>
            <a:r>
              <a:rPr kumimoji="1" lang="en-US" altLang="ko-KR" dirty="0"/>
              <a:t>Language as a sequence input</a:t>
            </a:r>
            <a:r>
              <a:rPr kumimoji="1" lang="ko-KR" altLang="en-US" dirty="0"/>
              <a:t> </a:t>
            </a:r>
            <a:r>
              <a:rPr kumimoji="1" lang="en-US" altLang="ko-KR" dirty="0"/>
              <a:t>to RNNs.</a:t>
            </a:r>
          </a:p>
          <a:p>
            <a:pPr lvl="1"/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77165-0F96-D1F8-FAFE-7231369357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30</a:t>
            </a:fld>
            <a:endParaRPr kumimoji="1" lang="ko-Kore-KR" altLang="en-US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15DD05B2-E44E-3366-7D8D-4403E70CF8F6}"/>
              </a:ext>
            </a:extLst>
          </p:cNvPr>
          <p:cNvSpPr/>
          <p:nvPr/>
        </p:nvSpPr>
        <p:spPr>
          <a:xfrm>
            <a:off x="1071282" y="3058455"/>
            <a:ext cx="10049436" cy="30972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35E7AEF8-7ECE-4B8B-FC5E-723CC1AFE2C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sp>
        <p:nvSpPr>
          <p:cNvPr id="6" name="object 24">
            <a:extLst>
              <a:ext uri="{FF2B5EF4-FFF2-40B4-BE49-F238E27FC236}">
                <a16:creationId xmlns:a16="http://schemas.microsoft.com/office/drawing/2014/main" id="{2F035051-5EFE-754D-93D4-B43B54129AA3}"/>
              </a:ext>
            </a:extLst>
          </p:cNvPr>
          <p:cNvSpPr txBox="1"/>
          <p:nvPr/>
        </p:nvSpPr>
        <p:spPr>
          <a:xfrm>
            <a:off x="6781728" y="4455528"/>
            <a:ext cx="4749125" cy="1358756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vert="horz" wrap="square" lIns="108000" tIns="54000" rIns="108000" bIns="54000" rtlCol="0">
            <a:spAutoFit/>
          </a:bodyPr>
          <a:lstStyle/>
          <a:p>
            <a:pPr marL="16499" marR="6599">
              <a:lnSpc>
                <a:spcPct val="100699"/>
              </a:lnSpc>
              <a:spcBef>
                <a:spcPts val="110"/>
              </a:spcBef>
            </a:pPr>
            <a:r>
              <a:rPr lang="en" sz="2000" b="1" i="1" spc="-6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 Representation!</a:t>
            </a:r>
          </a:p>
          <a:p>
            <a:pPr marL="16499" marR="6599">
              <a:lnSpc>
                <a:spcPct val="100699"/>
              </a:lnSpc>
              <a:spcBef>
                <a:spcPts val="110"/>
              </a:spcBef>
            </a:pPr>
            <a:r>
              <a:rPr lang="en" sz="2000" spc="-6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should we convert the text into a vector representation?</a:t>
            </a:r>
          </a:p>
          <a:p>
            <a:pPr marL="16499" marR="6599">
              <a:lnSpc>
                <a:spcPct val="100699"/>
              </a:lnSpc>
              <a:spcBef>
                <a:spcPts val="110"/>
              </a:spcBef>
            </a:pPr>
            <a:r>
              <a:rPr lang="en-US" sz="2000" spc="-6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Actually, into a sequence of vectors.</a:t>
            </a:r>
            <a:endParaRPr sz="2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4438C9C-E038-EFDB-185A-52B4F3A6EAE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774745" y="5134906"/>
            <a:ext cx="1006983" cy="487481"/>
          </a:xfrm>
          <a:prstGeom prst="straightConnector1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04790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CF9DC-C002-07F2-AAD6-4E631C3F2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Text Preprocessing for Vector Representation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D55F49-402F-DBEF-46D1-8D1FA6BA7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b="1" i="1" dirty="0"/>
              <a:t>Text tokenization </a:t>
            </a:r>
            <a:r>
              <a:rPr kumimoji="1" lang="en-US" altLang="ko-KR" dirty="0"/>
              <a:t>is the process of converting a sequence of text into smaller parts, known as tokens.</a:t>
            </a:r>
          </a:p>
          <a:p>
            <a:r>
              <a:rPr kumimoji="1" lang="en-US" altLang="ko-KR" b="1" i="1" dirty="0"/>
              <a:t>Vocabulary </a:t>
            </a:r>
            <a:r>
              <a:rPr kumimoji="1" lang="en-US" altLang="ko-KR" dirty="0"/>
              <a:t>stores all possible tokens and maps each token to a unique index.</a:t>
            </a:r>
          </a:p>
          <a:p>
            <a:r>
              <a:rPr kumimoji="1" lang="en-US" altLang="ko-KR" dirty="0"/>
              <a:t>Tokens are converted into a sequence of </a:t>
            </a:r>
            <a:r>
              <a:rPr kumimoji="1" lang="en-US" altLang="ko-KR" b="1" i="1" dirty="0"/>
              <a:t>one-hot vectors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Note: bag-of-words representation converts the entire text into a single vector whereas the one-hot vector representation outputs a sequence of vectors.</a:t>
            </a:r>
          </a:p>
          <a:p>
            <a:endParaRPr kumimoji="1" lang="en-US" altLang="ko-KR" dirty="0"/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A6E492-F8FF-970B-B6FD-2A5766A756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31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CE5EA2-BF7E-1309-707B-DF3DDC0DCC5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9883694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88A99C-C86C-1FA0-4677-B84A4116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Text Tokenization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048845-D785-6724-722F-CF9AA5D66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sz="2000" dirty="0"/>
              <a:t>Character tokenization: each character corresponds to a single token.</a:t>
            </a:r>
          </a:p>
          <a:p>
            <a:pPr lvl="1"/>
            <a:r>
              <a:rPr kumimoji="1" lang="en-US" altLang="ko-KR" sz="1800" dirty="0"/>
              <a:t>Lacks semantic encoding capability.</a:t>
            </a:r>
          </a:p>
          <a:p>
            <a:pPr lvl="1"/>
            <a:r>
              <a:rPr kumimoji="1" lang="en-US" altLang="ko-KR" sz="1800" dirty="0"/>
              <a:t>Results in long sequences.</a:t>
            </a:r>
          </a:p>
          <a:p>
            <a:r>
              <a:rPr kumimoji="1" lang="en-US" altLang="ko-KR" sz="2000" dirty="0"/>
              <a:t>Word tokenization: each word is treated as a token.</a:t>
            </a:r>
          </a:p>
          <a:p>
            <a:pPr lvl="1"/>
            <a:r>
              <a:rPr kumimoji="1" lang="en-US" altLang="ko-KR" sz="1800" dirty="0"/>
              <a:t>Forms a big vocabulary with a long-tail distribution.</a:t>
            </a:r>
          </a:p>
          <a:p>
            <a:pPr lvl="1"/>
            <a:r>
              <a:rPr kumimoji="1" lang="en-US" altLang="ko-KR" sz="1800" dirty="0"/>
              <a:t>Needs a special token to deal with unknown words.</a:t>
            </a:r>
          </a:p>
          <a:p>
            <a:r>
              <a:rPr kumimoji="1" lang="en-US" altLang="ko-KR" sz="2000" dirty="0"/>
              <a:t>Sub-word tokenization: the vocabulary consists of frequent sub-words.</a:t>
            </a:r>
          </a:p>
          <a:p>
            <a:pPr lvl="1"/>
            <a:r>
              <a:rPr kumimoji="1" lang="en-US" altLang="ko-KR" sz="1800" dirty="0"/>
              <a:t>Takes advantages from the both methods.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AB0C28-B214-E03F-C5A7-594FD59F6F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32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E3D2CB-1CFF-80EB-6A10-A7402BB522E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428ED9-78D6-951E-45F8-B863869C8378}"/>
              </a:ext>
            </a:extLst>
          </p:cNvPr>
          <p:cNvSpPr txBox="1"/>
          <p:nvPr/>
        </p:nvSpPr>
        <p:spPr>
          <a:xfrm>
            <a:off x="57151" y="5557201"/>
            <a:ext cx="8528796" cy="76944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[source: 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https://www.innerdoc.com/periodic-table-of-nlp-tasks/14-tokenization/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r>
              <a:rPr lang="en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[source: </a:t>
            </a:r>
            <a:r>
              <a:rPr lang="en" altLang="ko-KR" sz="11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https://orangedatamining.com/blog/observing-word-distribution/</a:t>
            </a:r>
            <a:r>
              <a:rPr lang="en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[source: 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https://www.researchgate.net/figure/Word-frequency-distribution-for-the-text-corpus_fig1_259118530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[source: 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https://developers.google.com/machine-learning/guides/text-classification/step-3?hl=ko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2DBD5D0-8B67-E171-5C3E-2B302B033DEE}"/>
              </a:ext>
            </a:extLst>
          </p:cNvPr>
          <p:cNvGrpSpPr/>
          <p:nvPr/>
        </p:nvGrpSpPr>
        <p:grpSpPr>
          <a:xfrm>
            <a:off x="614916" y="3668982"/>
            <a:ext cx="11047495" cy="1625022"/>
            <a:chOff x="-1054507" y="3687995"/>
            <a:chExt cx="13273529" cy="1952457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C47846AB-2153-2996-36B2-E92B6C51AB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054507" y="3847531"/>
              <a:ext cx="3756270" cy="16574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Orange Data Mining - Observing Word Distribution">
              <a:extLst>
                <a:ext uri="{FF2B5EF4-FFF2-40B4-BE49-F238E27FC236}">
                  <a16:creationId xmlns:a16="http://schemas.microsoft.com/office/drawing/2014/main" id="{18B9A98F-CBB1-BEFC-B99B-1CA0F39654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3433" y="3687995"/>
              <a:ext cx="3009588" cy="19524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Word frequency distribution for the text corpus. ">
              <a:extLst>
                <a:ext uri="{FF2B5EF4-FFF2-40B4-BE49-F238E27FC236}">
                  <a16:creationId xmlns:a16="http://schemas.microsoft.com/office/drawing/2014/main" id="{C2745B0A-F3F4-E863-EF28-63CC814416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5941" y="3747706"/>
              <a:ext cx="1903081" cy="18220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Step 3: Prepare Your Data | Machine Learning | Google for Developers">
              <a:extLst>
                <a:ext uri="{FF2B5EF4-FFF2-40B4-BE49-F238E27FC236}">
                  <a16:creationId xmlns:a16="http://schemas.microsoft.com/office/drawing/2014/main" id="{33498955-3C53-228D-519A-30F8CD2700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98" t="18180" r="47032" b="17762"/>
            <a:stretch/>
          </p:blipFill>
          <p:spPr bwMode="auto">
            <a:xfrm>
              <a:off x="3601767" y="3847531"/>
              <a:ext cx="3009588" cy="17149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F9C9892-CB66-B81F-F565-BCD6703DD230}"/>
              </a:ext>
            </a:extLst>
          </p:cNvPr>
          <p:cNvSpPr txBox="1"/>
          <p:nvPr/>
        </p:nvSpPr>
        <p:spPr>
          <a:xfrm>
            <a:off x="874012" y="5213316"/>
            <a:ext cx="2601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/>
              <a:t>Tokenization at different levels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62420A-1E4B-17AB-9FC6-AB79F0B00C6D}"/>
              </a:ext>
            </a:extLst>
          </p:cNvPr>
          <p:cNvSpPr txBox="1"/>
          <p:nvPr/>
        </p:nvSpPr>
        <p:spPr>
          <a:xfrm>
            <a:off x="4153490" y="5213316"/>
            <a:ext cx="3060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/>
              <a:t>Example vocabulary for tokenization</a:t>
            </a:r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B6507D-735E-ADF8-CDD6-C6FEE42F8428}"/>
              </a:ext>
            </a:extLst>
          </p:cNvPr>
          <p:cNvSpPr txBox="1"/>
          <p:nvPr/>
        </p:nvSpPr>
        <p:spPr>
          <a:xfrm>
            <a:off x="8568912" y="5213316"/>
            <a:ext cx="22236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/>
              <a:t>Long-tail word distribution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52080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FE2ACC-8F23-6D64-FBEB-3EEBE495F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Sub-word Tokenization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46EB9C-819A-83BF-F000-BD8BE6689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Sub-word tokenization handles unknown words by merging semantics of sub-words</a:t>
            </a:r>
          </a:p>
          <a:p>
            <a:pPr lvl="1"/>
            <a:r>
              <a:rPr kumimoji="1" lang="en-US" altLang="ko-KR" i="1" dirty="0"/>
              <a:t>preschool </a:t>
            </a:r>
            <a:r>
              <a:rPr kumimoji="1" lang="en-US" altLang="ko-KR" dirty="0"/>
              <a:t>→ </a:t>
            </a:r>
            <a:r>
              <a:rPr kumimoji="1" lang="en-US" altLang="ko-KR" i="1" dirty="0"/>
              <a:t>pre + school</a:t>
            </a:r>
          </a:p>
          <a:p>
            <a:pPr lvl="1"/>
            <a:r>
              <a:rPr kumimoji="1" lang="en-US" altLang="ko-KR" i="1" dirty="0"/>
              <a:t>longest </a:t>
            </a:r>
            <a:r>
              <a:rPr kumimoji="1" lang="en-US" altLang="ko-KR" dirty="0"/>
              <a:t>→ </a:t>
            </a:r>
            <a:r>
              <a:rPr kumimoji="1" lang="en-US" altLang="ko-KR" i="1" dirty="0"/>
              <a:t>long + </a:t>
            </a:r>
            <a:r>
              <a:rPr kumimoji="1" lang="en-US" altLang="ko-KR" i="1" dirty="0" err="1"/>
              <a:t>est</a:t>
            </a:r>
            <a:endParaRPr kumimoji="1" lang="en-US" altLang="ko-KR" i="1" dirty="0"/>
          </a:p>
          <a:p>
            <a:pPr lvl="1"/>
            <a:r>
              <a:rPr kumimoji="1" lang="en-US" altLang="ko-KR" i="1" dirty="0"/>
              <a:t>tokenization</a:t>
            </a:r>
            <a:r>
              <a:rPr kumimoji="1" lang="en-US" altLang="ko-KR" dirty="0"/>
              <a:t> → </a:t>
            </a:r>
            <a:r>
              <a:rPr kumimoji="1" lang="en-US" altLang="ko-KR" i="1" dirty="0"/>
              <a:t>token + </a:t>
            </a:r>
            <a:r>
              <a:rPr kumimoji="1" lang="en-US" altLang="ko-KR" i="1" dirty="0" err="1"/>
              <a:t>ization</a:t>
            </a:r>
            <a:endParaRPr kumimoji="1" lang="en-US" altLang="ko-KR" i="1" dirty="0"/>
          </a:p>
          <a:p>
            <a:r>
              <a:rPr kumimoji="1" lang="en-US" altLang="ko-KR" dirty="0"/>
              <a:t>Sub-word vocabulary construction methods</a:t>
            </a:r>
          </a:p>
          <a:p>
            <a:pPr lvl="1"/>
            <a:r>
              <a:rPr kumimoji="1" lang="en-US" altLang="ko-KR" dirty="0" err="1"/>
              <a:t>WordPiece</a:t>
            </a:r>
            <a:endParaRPr kumimoji="1" lang="en-US" altLang="ko-KR" dirty="0"/>
          </a:p>
          <a:p>
            <a:pPr lvl="1"/>
            <a:r>
              <a:rPr kumimoji="1" lang="en-US" altLang="ko-KR" dirty="0" err="1"/>
              <a:t>SentencePiece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Byte Pair Encoding (BPE)</a:t>
            </a:r>
          </a:p>
          <a:p>
            <a:pPr lvl="1"/>
            <a:r>
              <a:rPr kumimoji="1" lang="en-US" altLang="ko-KR" dirty="0"/>
              <a:t>Unigram Language Model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2C28B6-AD1D-C4A7-03C5-4A45529BA0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33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BA9A28-7BAB-1648-EC50-8899AFB0E03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86E6FE-1407-40B6-C85C-1CD2CD2E7D31}"/>
              </a:ext>
            </a:extLst>
          </p:cNvPr>
          <p:cNvSpPr txBox="1"/>
          <p:nvPr/>
        </p:nvSpPr>
        <p:spPr>
          <a:xfrm>
            <a:off x="57151" y="5557201"/>
            <a:ext cx="9981078" cy="76944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Sennrich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et. al., Neural Machine Translation of Rare Words with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Subword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Units, ACL 2016</a:t>
            </a:r>
          </a:p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Taku,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Subword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Regularization: Improving Neural Network Translation Models with Multiple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Subword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Candidates, ACL 2018</a:t>
            </a:r>
          </a:p>
          <a:p>
            <a:r>
              <a:rPr lang="en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Taku et. al., </a:t>
            </a:r>
            <a:r>
              <a:rPr lang="en" altLang="ko-KR" sz="1100" dirty="0" err="1">
                <a:latin typeface="Arial" panose="020B0604020202020204" pitchFamily="34" charset="0"/>
                <a:cs typeface="Arial" panose="020B0604020202020204" pitchFamily="34" charset="0"/>
              </a:rPr>
              <a:t>SentencePiece</a:t>
            </a:r>
            <a:r>
              <a:rPr lang="en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: A simple and language independent </a:t>
            </a:r>
            <a:r>
              <a:rPr lang="en" altLang="ko-KR" sz="1100" dirty="0" err="1">
                <a:latin typeface="Arial" panose="020B0604020202020204" pitchFamily="34" charset="0"/>
                <a:cs typeface="Arial" panose="020B0604020202020204" pitchFamily="34" charset="0"/>
              </a:rPr>
              <a:t>subword</a:t>
            </a:r>
            <a:r>
              <a:rPr lang="en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 tokenizer and </a:t>
            </a:r>
            <a:r>
              <a:rPr lang="en" altLang="ko-KR" sz="1100" dirty="0" err="1">
                <a:latin typeface="Arial" panose="020B0604020202020204" pitchFamily="34" charset="0"/>
                <a:cs typeface="Arial" panose="020B0604020202020204" pitchFamily="34" charset="0"/>
              </a:rPr>
              <a:t>detokenizer</a:t>
            </a:r>
            <a:r>
              <a:rPr lang="en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 for Neural Text Processing, EMNLP 2018</a:t>
            </a:r>
          </a:p>
          <a:p>
            <a:r>
              <a:rPr lang="en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Schuster, Japanese and Korean voice search, ICASSP 2012</a:t>
            </a:r>
          </a:p>
        </p:txBody>
      </p:sp>
    </p:spTree>
    <p:extLst>
      <p:ext uri="{BB962C8B-B14F-4D97-AF65-F5344CB8AC3E}">
        <p14:creationId xmlns:p14="http://schemas.microsoft.com/office/powerpoint/2010/main" val="11616261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909CD1-5FF4-26B4-0051-41BDD74FD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One-Hot Encoding vs. Word Embedding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451106-CDB1-6F4E-7B90-66F76236A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sz="2400" dirty="0"/>
              <a:t>One-hot encoding distinguishes different words in a vector space.</a:t>
            </a:r>
          </a:p>
          <a:p>
            <a:r>
              <a:rPr kumimoji="1" lang="en-US" altLang="ko-KR" sz="2400" dirty="0"/>
              <a:t>But it has some limitations</a:t>
            </a:r>
          </a:p>
          <a:p>
            <a:pPr lvl="1"/>
            <a:r>
              <a:rPr kumimoji="1" lang="en-US" altLang="ko-KR" sz="2000" dirty="0"/>
              <a:t>Highly sparse and inefficient use of memory with high-dimensional vectors.</a:t>
            </a:r>
          </a:p>
          <a:p>
            <a:pPr lvl="1"/>
            <a:r>
              <a:rPr kumimoji="1" lang="en-US" altLang="ko-KR" sz="2000" dirty="0"/>
              <a:t>The representation lacks semantic information resulting in identical pair-wise cosine similarities (0) between all words.</a:t>
            </a:r>
          </a:p>
          <a:p>
            <a:r>
              <a:rPr kumimoji="1" lang="en-US" altLang="ko-KR" sz="2400" dirty="0"/>
              <a:t>Word embeddings in contrast </a:t>
            </a:r>
            <a:r>
              <a:rPr lang="en" altLang="ko-KR" sz="2400" dirty="0"/>
              <a:t>map similar words close to each other.</a:t>
            </a:r>
          </a:p>
          <a:p>
            <a:pPr lvl="1"/>
            <a:r>
              <a:rPr lang="en" altLang="ko-KR" sz="2000" dirty="0"/>
              <a:t>It allows the semantic similarity between words to be captured by their vector distances or directions.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89F38A-B3C7-5B90-7DFF-9C53D23786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34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27B53B-7839-EA8E-72DE-63EEAF66BD4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pic>
        <p:nvPicPr>
          <p:cNvPr id="2050" name="Picture 2" descr="단어 임베딩">
            <a:extLst>
              <a:ext uri="{FF2B5EF4-FFF2-40B4-BE49-F238E27FC236}">
                <a16:creationId xmlns:a16="http://schemas.microsoft.com/office/drawing/2014/main" id="{A8A782BF-6685-5CB7-D96F-D76071194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67" b="5799"/>
          <a:stretch/>
        </p:blipFill>
        <p:spPr bwMode="auto">
          <a:xfrm>
            <a:off x="4908206" y="5879954"/>
            <a:ext cx="6642228" cy="151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2DF05C-9EDC-E591-0733-C0D0C934B259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[source: 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https://developers.google.com/machine-learning/guides/text-classification/step-3?hl=ko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pic>
        <p:nvPicPr>
          <p:cNvPr id="7" name="Picture 2" descr="단어 임베딩">
            <a:extLst>
              <a:ext uri="{FF2B5EF4-FFF2-40B4-BE49-F238E27FC236}">
                <a16:creationId xmlns:a16="http://schemas.microsoft.com/office/drawing/2014/main" id="{9E277211-47B3-08EC-F5F3-9B71C09C61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38" b="17406"/>
          <a:stretch/>
        </p:blipFill>
        <p:spPr bwMode="auto">
          <a:xfrm>
            <a:off x="4908206" y="4017944"/>
            <a:ext cx="6642228" cy="186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E605FC6-E0FE-45C7-5AA6-FFAA05863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715" y="3894922"/>
            <a:ext cx="1235481" cy="2077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88083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1C4F8A-DF40-4984-40D5-FC7B06192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One-Hot Encoding vs. Word Embedding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8D4409-439F-BFD6-5AF2-3007527BB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Technically, one-hot encoding with an FC layer is identical to having a word embeddings</a:t>
            </a:r>
          </a:p>
          <a:p>
            <a:r>
              <a:rPr kumimoji="1" lang="en-US" altLang="ko-KR" dirty="0"/>
              <a:t>In practice, word embeddings are implemented by indexing a column (or a row) vector from a weight matrix.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6AAF03-0E67-163A-D8F1-1C68F7A716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35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C5939E-1698-F63B-F378-607AB46ED9A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pic>
        <p:nvPicPr>
          <p:cNvPr id="3074" name="Picture 2" descr="What is nn.Embedding really?. In this brief article I will show how… | by  Gautam Ethiraj | Medium">
            <a:extLst>
              <a:ext uri="{FF2B5EF4-FFF2-40B4-BE49-F238E27FC236}">
                <a16:creationId xmlns:a16="http://schemas.microsoft.com/office/drawing/2014/main" id="{358E8831-6551-7861-E327-30E76D6A2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72" y="3967256"/>
            <a:ext cx="3645789" cy="1404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67A0B0-F52A-CF73-6770-92B161154FE4}"/>
              </a:ext>
            </a:extLst>
          </p:cNvPr>
          <p:cNvSpPr txBox="1"/>
          <p:nvPr/>
        </p:nvSpPr>
        <p:spPr>
          <a:xfrm>
            <a:off x="57151" y="5895755"/>
            <a:ext cx="8528796" cy="43088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[source: 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https://medium.com/@gautam.e/what-is-nn-embedding-really-de038baadd24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[source: 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https://developers.google.com/machine-learning/guides/text-classification/step-3?hl=ko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pic>
        <p:nvPicPr>
          <p:cNvPr id="3076" name="Picture 4" descr="임베딩 레이어">
            <a:extLst>
              <a:ext uri="{FF2B5EF4-FFF2-40B4-BE49-F238E27FC236}">
                <a16:creationId xmlns:a16="http://schemas.microsoft.com/office/drawing/2014/main" id="{1D812E6F-FF89-BAC0-46A8-AF36D24B49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0" b="8326"/>
          <a:stretch/>
        </p:blipFill>
        <p:spPr bwMode="auto">
          <a:xfrm>
            <a:off x="4758593" y="3429001"/>
            <a:ext cx="6472266" cy="231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71248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2BF45-E3D2-2020-F983-9ACC7FD63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110A61-EA8E-A458-7AE2-C7C5888166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/>
              <a:t>Example Task: Machine Translation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72391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3CFE0F-BD2A-D2A9-F7DD-A4DD47522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Machine Translation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D695BA-52FB-C59A-244B-AC945AECD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ko-KR" dirty="0"/>
              <a:t>Translating a sentence (not a document) into another language.</a:t>
            </a:r>
          </a:p>
          <a:p>
            <a:pPr lvl="1"/>
            <a:endParaRPr kumimoji="1" lang="en-US" altLang="ko-KR" dirty="0"/>
          </a:p>
          <a:p>
            <a:r>
              <a:rPr kumimoji="1" lang="en-US" altLang="ko-KR" dirty="0"/>
              <a:t>Input and output structures?</a:t>
            </a:r>
          </a:p>
          <a:p>
            <a:pPr lvl="1"/>
            <a:r>
              <a:rPr kumimoji="1" lang="en-US" altLang="ko-KR" dirty="0"/>
              <a:t>Both input and output are texts (sequences of tokens)</a:t>
            </a:r>
          </a:p>
          <a:p>
            <a:pPr lvl="1"/>
            <a:r>
              <a:rPr kumimoji="1" lang="en-US" altLang="ko-KR" dirty="0"/>
              <a:t>Note: there is no alignment information.</a:t>
            </a:r>
          </a:p>
          <a:p>
            <a:pPr lvl="1"/>
            <a:endParaRPr kumimoji="1" lang="en-US" altLang="ko-KR" dirty="0"/>
          </a:p>
          <a:p>
            <a:r>
              <a:rPr kumimoji="1" lang="en-US" altLang="ko-KR" dirty="0"/>
              <a:t>What training data?</a:t>
            </a:r>
          </a:p>
          <a:p>
            <a:pPr lvl="1"/>
            <a:r>
              <a:rPr kumimoji="1" lang="en-US" altLang="ko-KR" dirty="0" err="1"/>
              <a:t>Europarl</a:t>
            </a:r>
            <a:r>
              <a:rPr kumimoji="1" lang="en-US" altLang="ko-KR" dirty="0"/>
              <a:t> Parallel Corpus </a:t>
            </a:r>
          </a:p>
          <a:p>
            <a:pPr lvl="2"/>
            <a:r>
              <a:rPr kumimoji="1" lang="en-US" altLang="ko-KR" dirty="0"/>
              <a:t>A benchmark with multiple parallel corpora for machine translation</a:t>
            </a:r>
          </a:p>
          <a:p>
            <a:pPr lvl="2"/>
            <a:r>
              <a:rPr kumimoji="1" lang="en-US" altLang="ko-KR" dirty="0"/>
              <a:t>Extracted from the proceedings of the European Parliament.</a:t>
            </a:r>
          </a:p>
          <a:p>
            <a:pPr lvl="1"/>
            <a:r>
              <a:rPr kumimoji="1" lang="en-US" altLang="ko-KR" dirty="0"/>
              <a:t>French to English corpus contains 2M sentence pairs with 51M French and 50M English words.</a:t>
            </a:r>
          </a:p>
          <a:p>
            <a:pPr lvl="1"/>
            <a:endParaRPr kumimoji="1" lang="en-US" altLang="ko-KR" dirty="0"/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E080EF-2A4F-62C7-C502-61CF313740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37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7744D7-7EAE-F2D1-2A7A-61723AE7936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4695920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D40249-5AF3-5E44-A052-2E91F09F4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Machine Translation</a:t>
            </a:r>
            <a:endParaRPr kumimoji="1"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78BF91-2891-DB87-C938-3B25E46F5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Examples in a parallel corpus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820C03-88E9-27AE-5C1D-75B25BE442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38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FD9FB5-31BF-4B05-C630-2B86DD970F2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pic>
        <p:nvPicPr>
          <p:cNvPr id="8194" name="Picture 2" descr="Europarl English-French Machine Translation Dataset V7 | Wolfram Data  Repository">
            <a:extLst>
              <a:ext uri="{FF2B5EF4-FFF2-40B4-BE49-F238E27FC236}">
                <a16:creationId xmlns:a16="http://schemas.microsoft.com/office/drawing/2014/main" id="{0BDD7AB4-9243-56D1-3E3F-C5E062302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06" y="2094002"/>
            <a:ext cx="11636188" cy="3074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4F739B-FB7E-24EE-F67B-E8D319E3F69A}"/>
              </a:ext>
            </a:extLst>
          </p:cNvPr>
          <p:cNvSpPr txBox="1"/>
          <p:nvPr/>
        </p:nvSpPr>
        <p:spPr>
          <a:xfrm>
            <a:off x="57151" y="6065032"/>
            <a:ext cx="8528796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[source: 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https://datarepository.wolframcloud.com/resources/Europarl-English-French-Machine-Translation-Dataset-V7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8439122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97703-6765-78AF-C3E4-013AEB880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Machine Translation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97272-DC35-B1E7-4547-480654005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What neural architecture?</a:t>
            </a:r>
          </a:p>
          <a:p>
            <a:pPr lvl="1"/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91E5E4-F645-E4A2-500A-EE11856E11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39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ED5A5B-74BA-CA64-2F95-F7BBDA46E9C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2B6DD3-F489-9B10-2E71-30BBC4301398}"/>
              </a:ext>
            </a:extLst>
          </p:cNvPr>
          <p:cNvSpPr txBox="1"/>
          <p:nvPr/>
        </p:nvSpPr>
        <p:spPr>
          <a:xfrm>
            <a:off x="57151" y="5895755"/>
            <a:ext cx="8528796" cy="43088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[source: 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https://pub.aimind.so/generating-text-with-lstm-networks-using-tensorflow-a-comprehensive-guide-79cc2eeda20a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[source: 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https://www.linkedin.com/pulse/anatomy-sequence-to-sequence-machine-translation-rnn-gru-sobh-phd/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8763915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97703-6765-78AF-C3E4-013AEB880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Machine Translation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97272-DC35-B1E7-4547-480654005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What neural architecture?</a:t>
            </a:r>
          </a:p>
          <a:p>
            <a:pPr lvl="1"/>
            <a:r>
              <a:rPr kumimoji="1" lang="en-US" altLang="ko-KR" dirty="0"/>
              <a:t>Sequence to sequence model!</a:t>
            </a:r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91E5E4-F645-E4A2-500A-EE11856E11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40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ED5A5B-74BA-CA64-2F95-F7BBDA46E9C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4AA1A0F-F0AF-858D-B353-05B630EF34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37" b="25341"/>
          <a:stretch/>
        </p:blipFill>
        <p:spPr bwMode="auto">
          <a:xfrm>
            <a:off x="1783976" y="1984976"/>
            <a:ext cx="8624048" cy="1740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CFF5DB-F809-656F-E192-45F6122D0CC3}"/>
              </a:ext>
            </a:extLst>
          </p:cNvPr>
          <p:cNvSpPr txBox="1"/>
          <p:nvPr/>
        </p:nvSpPr>
        <p:spPr>
          <a:xfrm>
            <a:off x="2636220" y="3665124"/>
            <a:ext cx="1140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000" dirty="0"/>
              <a:t>Encoder</a:t>
            </a:r>
            <a:endParaRPr kumimoji="1"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4ABCA4-9F8C-C664-F2EA-DB759758C704}"/>
              </a:ext>
            </a:extLst>
          </p:cNvPr>
          <p:cNvSpPr txBox="1"/>
          <p:nvPr/>
        </p:nvSpPr>
        <p:spPr>
          <a:xfrm>
            <a:off x="7261244" y="3665124"/>
            <a:ext cx="1154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000" dirty="0"/>
              <a:t>Decoder</a:t>
            </a:r>
            <a:endParaRPr kumimoji="1"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2B6DD3-F489-9B10-2E71-30BBC4301398}"/>
              </a:ext>
            </a:extLst>
          </p:cNvPr>
          <p:cNvSpPr txBox="1"/>
          <p:nvPr/>
        </p:nvSpPr>
        <p:spPr>
          <a:xfrm>
            <a:off x="57151" y="5895755"/>
            <a:ext cx="8528796" cy="43088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[source: 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https://pub.aimind.so/generating-text-with-lstm-networks-using-tensorflow-a-comprehensive-guide-79cc2eeda20a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[source: 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https://www.linkedin.com/pulse/anatomy-sequence-to-sequence-machine-translation-rnn-gru-sobh-phd/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0589056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97703-6765-78AF-C3E4-013AEB880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Machine Translation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97272-DC35-B1E7-4547-480654005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What neural architecture?</a:t>
            </a:r>
          </a:p>
          <a:p>
            <a:pPr lvl="1"/>
            <a:r>
              <a:rPr kumimoji="1" lang="en-US" altLang="ko-KR" dirty="0"/>
              <a:t>Sequence to sequence model!</a:t>
            </a:r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r>
              <a:rPr kumimoji="1" lang="en-US" altLang="ko-KR" dirty="0"/>
              <a:t>Classifying a </a:t>
            </a:r>
            <a:r>
              <a:rPr kumimoji="1" lang="en-US" altLang="ko-KR" b="1" i="1" dirty="0"/>
              <a:t>word (token) per timestep </a:t>
            </a:r>
            <a:r>
              <a:rPr kumimoji="1" lang="en-US" altLang="ko-KR" dirty="0"/>
              <a:t>using </a:t>
            </a:r>
            <a:br>
              <a:rPr kumimoji="1" lang="en-US" altLang="ko-KR" dirty="0"/>
            </a:br>
            <a:r>
              <a:rPr kumimoji="1" lang="en-US" altLang="ko-KR" dirty="0" err="1"/>
              <a:t>softmax</a:t>
            </a:r>
            <a:r>
              <a:rPr kumimoji="1" lang="en-US" altLang="ko-KR" dirty="0"/>
              <a:t> output function.</a:t>
            </a:r>
          </a:p>
          <a:p>
            <a:pPr lvl="1"/>
            <a:r>
              <a:rPr kumimoji="1" lang="en-US" altLang="ko-KR" dirty="0"/>
              <a:t>The alignment is never explicitly learned.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91E5E4-F645-E4A2-500A-EE11856E11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41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ED5A5B-74BA-CA64-2F95-F7BBDA46E9C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4AA1A0F-F0AF-858D-B353-05B630EF34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37" b="25341"/>
          <a:stretch/>
        </p:blipFill>
        <p:spPr bwMode="auto">
          <a:xfrm>
            <a:off x="1783976" y="1984976"/>
            <a:ext cx="8624048" cy="1740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CFF5DB-F809-656F-E192-45F6122D0CC3}"/>
              </a:ext>
            </a:extLst>
          </p:cNvPr>
          <p:cNvSpPr txBox="1"/>
          <p:nvPr/>
        </p:nvSpPr>
        <p:spPr>
          <a:xfrm>
            <a:off x="2636220" y="3665124"/>
            <a:ext cx="1140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000" dirty="0"/>
              <a:t>Encoder</a:t>
            </a:r>
            <a:endParaRPr kumimoji="1"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4ABCA4-9F8C-C664-F2EA-DB759758C704}"/>
              </a:ext>
            </a:extLst>
          </p:cNvPr>
          <p:cNvSpPr txBox="1"/>
          <p:nvPr/>
        </p:nvSpPr>
        <p:spPr>
          <a:xfrm>
            <a:off x="7261244" y="3665124"/>
            <a:ext cx="1154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000" dirty="0"/>
              <a:t>Decoder</a:t>
            </a:r>
            <a:endParaRPr kumimoji="1"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2B6DD3-F489-9B10-2E71-30BBC4301398}"/>
              </a:ext>
            </a:extLst>
          </p:cNvPr>
          <p:cNvSpPr txBox="1"/>
          <p:nvPr/>
        </p:nvSpPr>
        <p:spPr>
          <a:xfrm>
            <a:off x="57151" y="5895755"/>
            <a:ext cx="8528796" cy="43088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[source: 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https://pub.aimind.so/generating-text-with-lstm-networks-using-tensorflow-a-comprehensive-guide-79cc2eeda20a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[source: 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https://www.linkedin.com/pulse/anatomy-sequence-to-sequence-machine-translation-rnn-gru-sobh-phd/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9729994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97703-6765-78AF-C3E4-013AEB880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Machine Translation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97272-DC35-B1E7-4547-480654005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What neural architecture?</a:t>
            </a:r>
          </a:p>
          <a:p>
            <a:pPr lvl="1"/>
            <a:r>
              <a:rPr kumimoji="1" lang="en-US" altLang="ko-KR" dirty="0"/>
              <a:t>Sequence to sequence model!</a:t>
            </a:r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r>
              <a:rPr kumimoji="1" lang="en-US" altLang="ko-KR" dirty="0"/>
              <a:t>Classifying a </a:t>
            </a:r>
            <a:r>
              <a:rPr kumimoji="1" lang="en-US" altLang="ko-KR" b="1" i="1" dirty="0"/>
              <a:t>word (token) per timestep </a:t>
            </a:r>
            <a:r>
              <a:rPr kumimoji="1" lang="en-US" altLang="ko-KR" dirty="0"/>
              <a:t>using </a:t>
            </a:r>
            <a:br>
              <a:rPr kumimoji="1" lang="en-US" altLang="ko-KR" dirty="0"/>
            </a:br>
            <a:r>
              <a:rPr kumimoji="1" lang="en-US" altLang="ko-KR" dirty="0" err="1"/>
              <a:t>softmax</a:t>
            </a:r>
            <a:r>
              <a:rPr kumimoji="1" lang="en-US" altLang="ko-KR" dirty="0"/>
              <a:t> output function.</a:t>
            </a:r>
          </a:p>
          <a:p>
            <a:pPr lvl="1"/>
            <a:r>
              <a:rPr kumimoji="1" lang="en-US" altLang="ko-KR" dirty="0"/>
              <a:t>The alignment is never explicitly learned.</a:t>
            </a:r>
          </a:p>
          <a:p>
            <a:pPr lvl="1"/>
            <a:r>
              <a:rPr kumimoji="1" lang="en-US" altLang="ko-KR" b="1" i="1" dirty="0"/>
              <a:t>Autoregressive generation!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91E5E4-F645-E4A2-500A-EE11856E11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42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ED5A5B-74BA-CA64-2F95-F7BBDA46E9C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4AA1A0F-F0AF-858D-B353-05B630EF34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37" b="25341"/>
          <a:stretch/>
        </p:blipFill>
        <p:spPr bwMode="auto">
          <a:xfrm>
            <a:off x="1783976" y="1984976"/>
            <a:ext cx="8624048" cy="1740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CFF5DB-F809-656F-E192-45F6122D0CC3}"/>
              </a:ext>
            </a:extLst>
          </p:cNvPr>
          <p:cNvSpPr txBox="1"/>
          <p:nvPr/>
        </p:nvSpPr>
        <p:spPr>
          <a:xfrm>
            <a:off x="2636220" y="3665124"/>
            <a:ext cx="1140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000" dirty="0"/>
              <a:t>Encoder</a:t>
            </a:r>
            <a:endParaRPr kumimoji="1"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4ABCA4-9F8C-C664-F2EA-DB759758C704}"/>
              </a:ext>
            </a:extLst>
          </p:cNvPr>
          <p:cNvSpPr txBox="1"/>
          <p:nvPr/>
        </p:nvSpPr>
        <p:spPr>
          <a:xfrm>
            <a:off x="7261244" y="3665124"/>
            <a:ext cx="1154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000" dirty="0"/>
              <a:t>Decoder</a:t>
            </a:r>
            <a:endParaRPr kumimoji="1"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2B6DD3-F489-9B10-2E71-30BBC4301398}"/>
              </a:ext>
            </a:extLst>
          </p:cNvPr>
          <p:cNvSpPr txBox="1"/>
          <p:nvPr/>
        </p:nvSpPr>
        <p:spPr>
          <a:xfrm>
            <a:off x="57151" y="5895755"/>
            <a:ext cx="8528796" cy="43088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[source: 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https://pub.aimind.so/generating-text-with-lstm-networks-using-tensorflow-a-comprehensive-guide-79cc2eeda20a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[source: 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https://www.linkedin.com/pulse/anatomy-sequence-to-sequence-machine-translation-rnn-gru-sobh-phd/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pic>
        <p:nvPicPr>
          <p:cNvPr id="7172" name="Picture 4" descr="Generating Text with LSTM Networks Using TensorFlow: A Comprehensive Guide  | by Sidharth | AI Mind">
            <a:extLst>
              <a:ext uri="{FF2B5EF4-FFF2-40B4-BE49-F238E27FC236}">
                <a16:creationId xmlns:a16="http://schemas.microsoft.com/office/drawing/2014/main" id="{D79B799F-F8AE-37D0-4260-D12C766BC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466" y="4125750"/>
            <a:ext cx="4287383" cy="2355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87516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E3235B-DA73-F6FD-0E4F-B9B4A8A73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Machine Translation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5531A2-E6A3-AF8D-13D5-C06F10663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What loss function?</a:t>
            </a:r>
          </a:p>
          <a:p>
            <a:pPr lvl="1"/>
            <a:endParaRPr lang="en-US" altLang="ko-KR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/>
            <a:endParaRPr kumimoji="1" lang="en-US" altLang="ko-KR" dirty="0"/>
          </a:p>
          <a:p>
            <a:pPr lvl="2"/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65AED5-C03E-319A-AC42-A68F3A7DBC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43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EA044F-FBEE-41B5-F491-4D1911DC36D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6882406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E3235B-DA73-F6FD-0E4F-B9B4A8A73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Machine Translation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1D5531A2-E6A3-AF8D-13D5-C06F10663B0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What loss function?</a:t>
                </a:r>
              </a:p>
              <a:p>
                <a:pPr lvl="1"/>
                <a:r>
                  <a:rPr kumimoji="1" lang="en-US" altLang="ko-KR" dirty="0"/>
                  <a:t>Negative Log-Likelihood (NLL) loss</a:t>
                </a:r>
              </a:p>
              <a:p>
                <a:pPr lvl="2"/>
                <a:r>
                  <a:rPr kumimoji="1" lang="en-US" altLang="ko-KR" dirty="0"/>
                  <a:t>NLL loss maximizes the predicted probability of the GT label.</a:t>
                </a:r>
              </a:p>
              <a:p>
                <a:pPr marL="1388498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altLang="ko-Kore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ore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2"/>
                <a:endParaRPr kumimoji="1" lang="en-US" altLang="ko-KR" dirty="0"/>
              </a:p>
              <a:p>
                <a:pPr lvl="2"/>
                <a:endParaRPr kumimoji="1" lang="ko-KR" altLang="en-US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1D5531A2-E6A3-AF8D-13D5-C06F10663B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65AED5-C03E-319A-AC42-A68F3A7DBC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44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EA044F-FBEE-41B5-F491-4D1911DC36D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0024439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E3235B-DA73-F6FD-0E4F-B9B4A8A73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Machine Translation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1D5531A2-E6A3-AF8D-13D5-C06F10663B0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What loss function?</a:t>
                </a:r>
              </a:p>
              <a:p>
                <a:pPr lvl="1"/>
                <a:r>
                  <a:rPr kumimoji="1" lang="en-US" altLang="ko-KR" dirty="0"/>
                  <a:t>Negative Log-Likelihood (NLL) loss</a:t>
                </a:r>
              </a:p>
              <a:p>
                <a:pPr lvl="2"/>
                <a:r>
                  <a:rPr kumimoji="1" lang="en-US" altLang="ko-KR" dirty="0"/>
                  <a:t>NLL loss maximizes the predicted probability of the GT label.</a:t>
                </a:r>
              </a:p>
              <a:p>
                <a:pPr marL="1388498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altLang="ko-Kore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ore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2"/>
                <a:endParaRPr kumimoji="1" lang="en-US" altLang="ko-KR" dirty="0"/>
              </a:p>
              <a:p>
                <a:pPr lvl="2"/>
                <a:endParaRPr kumimoji="1" lang="ko-KR" altLang="en-US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1D5531A2-E6A3-AF8D-13D5-C06F10663B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65AED5-C03E-319A-AC42-A68F3A7DBC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45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EA044F-FBEE-41B5-F491-4D1911DC36D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EA48CA-CA66-F285-49AC-1C8BB6BEF83A}"/>
              </a:ext>
            </a:extLst>
          </p:cNvPr>
          <p:cNvSpPr txBox="1"/>
          <p:nvPr/>
        </p:nvSpPr>
        <p:spPr>
          <a:xfrm>
            <a:off x="7362262" y="2455235"/>
            <a:ext cx="2044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C00000"/>
                </a:solidFill>
              </a:rPr>
              <a:t>GT translated sentence</a:t>
            </a:r>
            <a:endParaRPr kumimoji="1" lang="ko-KR" altLang="en-US" dirty="0">
              <a:solidFill>
                <a:srgbClr val="C00000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6558CE6-702C-E430-B5DE-F2353D7D098D}"/>
              </a:ext>
            </a:extLst>
          </p:cNvPr>
          <p:cNvCxnSpPr>
            <a:cxnSpLocks/>
          </p:cNvCxnSpPr>
          <p:nvPr/>
        </p:nvCxnSpPr>
        <p:spPr>
          <a:xfrm flipH="1">
            <a:off x="6763871" y="2629294"/>
            <a:ext cx="645459" cy="28555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5450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E3235B-DA73-F6FD-0E4F-B9B4A8A73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Machine Translation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1D5531A2-E6A3-AF8D-13D5-C06F10663B0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What loss function?</a:t>
                </a:r>
              </a:p>
              <a:p>
                <a:pPr lvl="1"/>
                <a:r>
                  <a:rPr kumimoji="1" lang="en-US" altLang="ko-KR" dirty="0"/>
                  <a:t>Negative Log-Likelihood (NLL) loss</a:t>
                </a:r>
              </a:p>
              <a:p>
                <a:pPr lvl="2"/>
                <a:r>
                  <a:rPr kumimoji="1" lang="en-US" altLang="ko-KR" dirty="0"/>
                  <a:t>NLL loss maximizes the predicted probability of the GT label.</a:t>
                </a:r>
              </a:p>
              <a:p>
                <a:pPr marL="1388498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altLang="ko-Kore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ore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2"/>
                <a:endParaRPr kumimoji="1" lang="en-US" altLang="ko-KR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1D5531A2-E6A3-AF8D-13D5-C06F10663B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65AED5-C03E-319A-AC42-A68F3A7DBC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46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EA044F-FBEE-41B5-F491-4D1911DC36D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843E23F5-585C-BD0E-6EE1-C6FEB841EF6F}"/>
              </a:ext>
            </a:extLst>
          </p:cNvPr>
          <p:cNvCxnSpPr>
            <a:cxnSpLocks/>
          </p:cNvCxnSpPr>
          <p:nvPr/>
        </p:nvCxnSpPr>
        <p:spPr>
          <a:xfrm>
            <a:off x="5654488" y="3220571"/>
            <a:ext cx="175484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1476373-FCB2-BBD8-E560-E1BA053F5859}"/>
              </a:ext>
            </a:extLst>
          </p:cNvPr>
          <p:cNvCxnSpPr>
            <a:cxnSpLocks/>
          </p:cNvCxnSpPr>
          <p:nvPr/>
        </p:nvCxnSpPr>
        <p:spPr>
          <a:xfrm flipH="1" flipV="1">
            <a:off x="6693273" y="3220571"/>
            <a:ext cx="716057" cy="410529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9C9746-FCDC-36BD-0ED9-0C417EAA3310}"/>
              </a:ext>
            </a:extLst>
          </p:cNvPr>
          <p:cNvSpPr txBox="1"/>
          <p:nvPr/>
        </p:nvSpPr>
        <p:spPr>
          <a:xfrm>
            <a:off x="7362262" y="3477211"/>
            <a:ext cx="3129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C00000"/>
                </a:solidFill>
              </a:rPr>
              <a:t>Probability of GT translated sentence</a:t>
            </a:r>
            <a:endParaRPr kumimoji="1" lang="ko-KR" altLang="en-US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EA48CA-CA66-F285-49AC-1C8BB6BEF83A}"/>
              </a:ext>
            </a:extLst>
          </p:cNvPr>
          <p:cNvSpPr txBox="1"/>
          <p:nvPr/>
        </p:nvSpPr>
        <p:spPr>
          <a:xfrm>
            <a:off x="7362262" y="2455235"/>
            <a:ext cx="2044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C00000"/>
                </a:solidFill>
              </a:rPr>
              <a:t>GT translated sentence</a:t>
            </a:r>
            <a:endParaRPr kumimoji="1" lang="ko-KR" altLang="en-US" dirty="0">
              <a:solidFill>
                <a:srgbClr val="C00000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6558CE6-702C-E430-B5DE-F2353D7D098D}"/>
              </a:ext>
            </a:extLst>
          </p:cNvPr>
          <p:cNvCxnSpPr>
            <a:cxnSpLocks/>
          </p:cNvCxnSpPr>
          <p:nvPr/>
        </p:nvCxnSpPr>
        <p:spPr>
          <a:xfrm flipH="1">
            <a:off x="6763871" y="2629294"/>
            <a:ext cx="645459" cy="28555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558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E3235B-DA73-F6FD-0E4F-B9B4A8A73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Machine Translation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1D5531A2-E6A3-AF8D-13D5-C06F10663B0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What loss function?</a:t>
                </a:r>
              </a:p>
              <a:p>
                <a:pPr lvl="1"/>
                <a:r>
                  <a:rPr kumimoji="1" lang="en-US" altLang="ko-KR" dirty="0"/>
                  <a:t>Negative Log-Likelihood (NLL) loss</a:t>
                </a:r>
              </a:p>
              <a:p>
                <a:pPr lvl="2"/>
                <a:r>
                  <a:rPr kumimoji="1" lang="en-US" altLang="ko-KR" dirty="0"/>
                  <a:t>NLL loss maximizes the predicted probability of the GT label.</a:t>
                </a:r>
              </a:p>
              <a:p>
                <a:pPr marL="1388498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altLang="ko-Kore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ore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2"/>
                <a:endParaRPr kumimoji="1" lang="en-US" altLang="ko-KR" dirty="0"/>
              </a:p>
              <a:p>
                <a:pPr lvl="2"/>
                <a:r>
                  <a:rPr kumimoji="1" lang="en-US" altLang="ko-KR" dirty="0"/>
                  <a:t>The probability of a generated sentence can be decomposed using the chain rule.</a:t>
                </a:r>
                <a:endParaRPr kumimoji="1" lang="ko-KR" altLang="en-US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1D5531A2-E6A3-AF8D-13D5-C06F10663B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65AED5-C03E-319A-AC42-A68F3A7DBC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47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EA044F-FBEE-41B5-F491-4D1911DC36D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843E23F5-585C-BD0E-6EE1-C6FEB841EF6F}"/>
              </a:ext>
            </a:extLst>
          </p:cNvPr>
          <p:cNvCxnSpPr>
            <a:cxnSpLocks/>
          </p:cNvCxnSpPr>
          <p:nvPr/>
        </p:nvCxnSpPr>
        <p:spPr>
          <a:xfrm>
            <a:off x="5654488" y="3220571"/>
            <a:ext cx="175484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1476373-FCB2-BBD8-E560-E1BA053F5859}"/>
              </a:ext>
            </a:extLst>
          </p:cNvPr>
          <p:cNvCxnSpPr>
            <a:cxnSpLocks/>
          </p:cNvCxnSpPr>
          <p:nvPr/>
        </p:nvCxnSpPr>
        <p:spPr>
          <a:xfrm flipH="1" flipV="1">
            <a:off x="6693273" y="3220571"/>
            <a:ext cx="716057" cy="410529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9C9746-FCDC-36BD-0ED9-0C417EAA3310}"/>
              </a:ext>
            </a:extLst>
          </p:cNvPr>
          <p:cNvSpPr txBox="1"/>
          <p:nvPr/>
        </p:nvSpPr>
        <p:spPr>
          <a:xfrm>
            <a:off x="7362262" y="3477211"/>
            <a:ext cx="3129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C00000"/>
                </a:solidFill>
              </a:rPr>
              <a:t>Probability of GT translated sentence</a:t>
            </a:r>
            <a:endParaRPr kumimoji="1" lang="ko-KR" altLang="en-US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EA48CA-CA66-F285-49AC-1C8BB6BEF83A}"/>
              </a:ext>
            </a:extLst>
          </p:cNvPr>
          <p:cNvSpPr txBox="1"/>
          <p:nvPr/>
        </p:nvSpPr>
        <p:spPr>
          <a:xfrm>
            <a:off x="7362262" y="2455235"/>
            <a:ext cx="2044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C00000"/>
                </a:solidFill>
              </a:rPr>
              <a:t>GT translated sentence</a:t>
            </a:r>
            <a:endParaRPr kumimoji="1" lang="ko-KR" altLang="en-US" dirty="0">
              <a:solidFill>
                <a:srgbClr val="C00000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6558CE6-702C-E430-B5DE-F2353D7D098D}"/>
              </a:ext>
            </a:extLst>
          </p:cNvPr>
          <p:cNvCxnSpPr>
            <a:cxnSpLocks/>
          </p:cNvCxnSpPr>
          <p:nvPr/>
        </p:nvCxnSpPr>
        <p:spPr>
          <a:xfrm flipH="1">
            <a:off x="6763871" y="2629294"/>
            <a:ext cx="645459" cy="28555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574713-BB8E-45F3-147D-BB95829E38EC}"/>
                  </a:ext>
                </a:extLst>
              </p:cNvPr>
              <p:cNvSpPr txBox="1"/>
              <p:nvPr/>
            </p:nvSpPr>
            <p:spPr>
              <a:xfrm>
                <a:off x="2356596" y="4220602"/>
                <a:ext cx="8673354" cy="2084160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sz="1800" b="1" u="sng" dirty="0">
                    <a:solidFill>
                      <a:srgbClr val="C00000"/>
                    </a:solidFill>
                  </a:rPr>
                  <a:t>Chain Rule: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ko-K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kumimoji="1" lang="en-US" altLang="ko-KR" sz="1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kumimoji="1" lang="en-US" altLang="ko-KR" sz="1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kumimoji="1" lang="en-US" altLang="ko-KR" sz="1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⋅…⋅</m:t>
                      </m:r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kumimoji="1" lang="en-US" altLang="ko-KR" sz="1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⋅…⋅</m:t>
                      </m:r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kumimoji="1" lang="en-US" altLang="ko-KR" sz="1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ctrlPr>
                            <a:rPr kumimoji="1" lang="en-US" altLang="ko-KR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kumimoji="1" lang="en-US" altLang="ko-K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ko-K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ko-K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ko-K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en-US" altLang="ko-K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ko-K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kumimoji="1" lang="en-US" altLang="ko-KR" sz="16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ko-K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kumimoji="1" lang="en-US" altLang="ko-K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1:</m:t>
                                  </m:r>
                                  <m:r>
                                    <a:rPr kumimoji="1" lang="en-US" altLang="ko-KR" sz="16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kumimoji="1" lang="en-US" altLang="ko-K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1" lang="ko-KR" alt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574713-BB8E-45F3-147D-BB95829E3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6596" y="4220602"/>
                <a:ext cx="8673354" cy="2084160"/>
              </a:xfrm>
              <a:prstGeom prst="rect">
                <a:avLst/>
              </a:prstGeom>
              <a:blipFill>
                <a:blip r:embed="rId3"/>
                <a:stretch>
                  <a:fillRect l="-584" t="-599" b="-60479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8658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E3235B-DA73-F6FD-0E4F-B9B4A8A73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Machine Translation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1D5531A2-E6A3-AF8D-13D5-C06F10663B0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-US" altLang="ko-KR" dirty="0"/>
                  <a:t>What loss function?</a:t>
                </a:r>
              </a:p>
              <a:p>
                <a:pPr lvl="1"/>
                <a:r>
                  <a:rPr kumimoji="1" lang="en-US" altLang="ko-KR" dirty="0"/>
                  <a:t>Negative Log-Likelihood (NLL) loss for sentence prediction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dirty="0"/>
                  <a:t>.</a:t>
                </a:r>
              </a:p>
              <a:p>
                <a:pPr marL="778914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altLang="ko-Kore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ore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sSubSup>
                                    <m:sSub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sSubSup>
                                    <m:sSub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sSubSup>
                                    <m:sSub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altLang="ko-Kore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ore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nary>
                                <m:naryPr>
                                  <m:chr m:val="∏"/>
                                  <m:ctrlPr>
                                    <a:rPr lang="en-US" altLang="ko-Kore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ore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ore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altLang="ko-Kore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ore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ore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1:</m:t>
                                          </m:r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func>
                        </m:e>
                      </m:nary>
                    </m:oMath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p>
                            <m:e>
                              <m:func>
                                <m:funcPr>
                                  <m:ctrlPr>
                                    <a:rPr lang="en-US" altLang="ko-Kore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ore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1:</m:t>
                                          </m:r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1D5531A2-E6A3-AF8D-13D5-C06F10663B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966" b="-219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65AED5-C03E-319A-AC42-A68F3A7DBC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48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EA044F-FBEE-41B5-F491-4D1911DC36D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EBDD1D7D-03F9-C634-E6AF-50C4F7B55A1B}"/>
              </a:ext>
            </a:extLst>
          </p:cNvPr>
          <p:cNvCxnSpPr>
            <a:cxnSpLocks/>
          </p:cNvCxnSpPr>
          <p:nvPr/>
        </p:nvCxnSpPr>
        <p:spPr>
          <a:xfrm>
            <a:off x="4793876" y="5367212"/>
            <a:ext cx="301214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1FE2FA0-912F-EBAE-29A2-B12EC10DEB6E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6560813" y="5373486"/>
            <a:ext cx="584944" cy="52488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E328C50-DB2D-E606-1785-4BD266BD897D}"/>
              </a:ext>
            </a:extLst>
          </p:cNvPr>
          <p:cNvSpPr txBox="1"/>
          <p:nvPr/>
        </p:nvSpPr>
        <p:spPr>
          <a:xfrm>
            <a:off x="7145757" y="5544427"/>
            <a:ext cx="32576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>
                <a:solidFill>
                  <a:srgbClr val="C00000"/>
                </a:solidFill>
              </a:rPr>
              <a:t>Estimated probability of </a:t>
            </a:r>
          </a:p>
          <a:p>
            <a:r>
              <a:rPr kumimoji="1" lang="en-US" altLang="ko-KR" sz="2000" dirty="0">
                <a:solidFill>
                  <a:srgbClr val="C00000"/>
                </a:solidFill>
              </a:rPr>
              <a:t>GT token at each timestep.</a:t>
            </a:r>
            <a:endParaRPr kumimoji="1" lang="ko-KR" alt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8096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D62338-4196-2DF4-F9FE-ECCB394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Machine Translation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C79C2A-3D97-E2C2-26E1-51E2B03AA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NLL loss computation with RNNs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DDA426-36B2-FD80-A10C-BFD8E172E5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49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BD68AE-A907-9167-FF98-978CF39B9E9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955F38-DE68-0C76-90EA-4594F7BDDF0E}"/>
              </a:ext>
            </a:extLst>
          </p:cNvPr>
          <p:cNvSpPr/>
          <p:nvPr/>
        </p:nvSpPr>
        <p:spPr>
          <a:xfrm>
            <a:off x="2272551" y="3818746"/>
            <a:ext cx="623048" cy="4240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RNN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D56D5C-A13C-9A9A-4CDA-F9118CA55792}"/>
              </a:ext>
            </a:extLst>
          </p:cNvPr>
          <p:cNvSpPr/>
          <p:nvPr/>
        </p:nvSpPr>
        <p:spPr>
          <a:xfrm>
            <a:off x="3393139" y="3818746"/>
            <a:ext cx="623048" cy="4240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RNN</a:t>
            </a:r>
            <a:endParaRPr kumimoji="1"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724BAAF-52A7-58DB-B9E3-A4933CE8EEB0}"/>
              </a:ext>
            </a:extLst>
          </p:cNvPr>
          <p:cNvSpPr/>
          <p:nvPr/>
        </p:nvSpPr>
        <p:spPr>
          <a:xfrm>
            <a:off x="4513727" y="3818746"/>
            <a:ext cx="623048" cy="4240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RNN</a:t>
            </a:r>
            <a:endParaRPr kumimoji="1"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7CC773-7338-5645-B1E5-D459049A2A3E}"/>
              </a:ext>
            </a:extLst>
          </p:cNvPr>
          <p:cNvSpPr/>
          <p:nvPr/>
        </p:nvSpPr>
        <p:spPr>
          <a:xfrm>
            <a:off x="5634316" y="3818746"/>
            <a:ext cx="623048" cy="4240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RNN</a:t>
            </a:r>
            <a:endParaRPr kumimoji="1"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790911D-D490-EDDC-2DBD-C5772091A9A7}"/>
              </a:ext>
            </a:extLst>
          </p:cNvPr>
          <p:cNvSpPr/>
          <p:nvPr/>
        </p:nvSpPr>
        <p:spPr>
          <a:xfrm>
            <a:off x="7345346" y="3818746"/>
            <a:ext cx="623048" cy="4240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RNN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F5746D1-56BC-B09D-5681-DCA44EF232AA}"/>
                  </a:ext>
                </a:extLst>
              </p:cNvPr>
              <p:cNvSpPr txBox="1"/>
              <p:nvPr/>
            </p:nvSpPr>
            <p:spPr>
              <a:xfrm>
                <a:off x="2377736" y="4547089"/>
                <a:ext cx="41267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F5746D1-56BC-B09D-5681-DCA44EF23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736" y="4547089"/>
                <a:ext cx="412677" cy="307777"/>
              </a:xfrm>
              <a:prstGeom prst="rect">
                <a:avLst/>
              </a:prstGeom>
              <a:blipFill>
                <a:blip r:embed="rId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2DB8BA-DEF8-C9FE-122E-5D03FD640C6A}"/>
                  </a:ext>
                </a:extLst>
              </p:cNvPr>
              <p:cNvSpPr txBox="1"/>
              <p:nvPr/>
            </p:nvSpPr>
            <p:spPr>
              <a:xfrm>
                <a:off x="3493842" y="4547089"/>
                <a:ext cx="40851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2DB8BA-DEF8-C9FE-122E-5D03FD640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3842" y="4547089"/>
                <a:ext cx="408510" cy="307777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A3CE5E0-E1CF-6BBD-C919-A3A564D694F4}"/>
                  </a:ext>
                </a:extLst>
              </p:cNvPr>
              <p:cNvSpPr txBox="1"/>
              <p:nvPr/>
            </p:nvSpPr>
            <p:spPr>
              <a:xfrm>
                <a:off x="4623395" y="4547089"/>
                <a:ext cx="41267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A3CE5E0-E1CF-6BBD-C919-A3A564D69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395" y="4547089"/>
                <a:ext cx="412677" cy="307777"/>
              </a:xfrm>
              <a:prstGeom prst="rect">
                <a:avLst/>
              </a:prstGeom>
              <a:blipFill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8421BC-311C-196E-4E44-21377D119031}"/>
                  </a:ext>
                </a:extLst>
              </p:cNvPr>
              <p:cNvSpPr txBox="1"/>
              <p:nvPr/>
            </p:nvSpPr>
            <p:spPr>
              <a:xfrm>
                <a:off x="5739501" y="4547089"/>
                <a:ext cx="41267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8421BC-311C-196E-4E44-21377D119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501" y="4547089"/>
                <a:ext cx="412677" cy="307777"/>
              </a:xfrm>
              <a:prstGeom prst="rect">
                <a:avLst/>
              </a:prstGeom>
              <a:blipFill>
                <a:blip r:embed="rId5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B4E561-8E23-D74A-6367-4ADCE1A65E0C}"/>
                  </a:ext>
                </a:extLst>
              </p:cNvPr>
              <p:cNvSpPr txBox="1"/>
              <p:nvPr/>
            </p:nvSpPr>
            <p:spPr>
              <a:xfrm>
                <a:off x="7359641" y="4547089"/>
                <a:ext cx="5944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B4E561-8E23-D74A-6367-4ADCE1A65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9641" y="4547089"/>
                <a:ext cx="594458" cy="307777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E35EEDB-FDDD-AF28-CC70-1F945557C6AB}"/>
                  </a:ext>
                </a:extLst>
              </p:cNvPr>
              <p:cNvSpPr txBox="1"/>
              <p:nvPr/>
            </p:nvSpPr>
            <p:spPr>
              <a:xfrm>
                <a:off x="2377736" y="3321667"/>
                <a:ext cx="40851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E35EEDB-FDDD-AF28-CC70-1F945557C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736" y="3321667"/>
                <a:ext cx="408510" cy="307777"/>
              </a:xfrm>
              <a:prstGeom prst="rect">
                <a:avLst/>
              </a:prstGeom>
              <a:blipFill>
                <a:blip r:embed="rId7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011F28-C4C1-691B-E977-C41738245802}"/>
                  </a:ext>
                </a:extLst>
              </p:cNvPr>
              <p:cNvSpPr txBox="1"/>
              <p:nvPr/>
            </p:nvSpPr>
            <p:spPr>
              <a:xfrm>
                <a:off x="3493842" y="3301495"/>
                <a:ext cx="41267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011F28-C4C1-691B-E977-C41738245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3842" y="3301495"/>
                <a:ext cx="412677" cy="307777"/>
              </a:xfrm>
              <a:prstGeom prst="rect">
                <a:avLst/>
              </a:prstGeom>
              <a:blipFill>
                <a:blip r:embed="rId8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3DA617-7448-A10E-5E23-86DC75BD2C51}"/>
                  </a:ext>
                </a:extLst>
              </p:cNvPr>
              <p:cNvSpPr txBox="1"/>
              <p:nvPr/>
            </p:nvSpPr>
            <p:spPr>
              <a:xfrm>
                <a:off x="4623395" y="3301495"/>
                <a:ext cx="41267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3DA617-7448-A10E-5E23-86DC75BD2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395" y="3301495"/>
                <a:ext cx="412677" cy="307777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3DF4D44-907A-37B7-281F-E53DF9B71AA0}"/>
                  </a:ext>
                </a:extLst>
              </p:cNvPr>
              <p:cNvSpPr txBox="1"/>
              <p:nvPr/>
            </p:nvSpPr>
            <p:spPr>
              <a:xfrm>
                <a:off x="5739501" y="3301495"/>
                <a:ext cx="4049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3DF4D44-907A-37B7-281F-E53DF9B71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501" y="3301495"/>
                <a:ext cx="404983" cy="307777"/>
              </a:xfrm>
              <a:prstGeom prst="rect">
                <a:avLst/>
              </a:prstGeom>
              <a:blipFill>
                <a:blip r:embed="rId10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A94D21-1B83-9C46-060B-2D2E47219E6C}"/>
                  </a:ext>
                </a:extLst>
              </p:cNvPr>
              <p:cNvSpPr txBox="1"/>
              <p:nvPr/>
            </p:nvSpPr>
            <p:spPr>
              <a:xfrm>
                <a:off x="7450531" y="3301495"/>
                <a:ext cx="41421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A94D21-1B83-9C46-060B-2D2E47219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531" y="3301495"/>
                <a:ext cx="414216" cy="307777"/>
              </a:xfrm>
              <a:prstGeom prst="rect">
                <a:avLst/>
              </a:prstGeom>
              <a:blipFill>
                <a:blip r:embed="rId11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3FFAAAD-94E1-22A3-ED94-9A39E8CE8DBA}"/>
                  </a:ext>
                </a:extLst>
              </p:cNvPr>
              <p:cNvSpPr txBox="1"/>
              <p:nvPr/>
            </p:nvSpPr>
            <p:spPr>
              <a:xfrm>
                <a:off x="1797947" y="2849915"/>
                <a:ext cx="4140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3FFAAAD-94E1-22A3-ED94-9A39E8CE8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947" y="2849915"/>
                <a:ext cx="414088" cy="307777"/>
              </a:xfrm>
              <a:prstGeom prst="rect">
                <a:avLst/>
              </a:prstGeom>
              <a:blipFill>
                <a:blip r:embed="rId1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FAF1B7B-8D4B-9F3E-6929-F6B045935BD0}"/>
                  </a:ext>
                </a:extLst>
              </p:cNvPr>
              <p:cNvSpPr txBox="1"/>
              <p:nvPr/>
            </p:nvSpPr>
            <p:spPr>
              <a:xfrm>
                <a:off x="2914053" y="2849915"/>
                <a:ext cx="4140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FAF1B7B-8D4B-9F3E-6929-F6B045935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4053" y="2849915"/>
                <a:ext cx="414088" cy="307777"/>
              </a:xfrm>
              <a:prstGeom prst="rect">
                <a:avLst/>
              </a:prstGeom>
              <a:blipFill>
                <a:blip r:embed="rId1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DED1AC6-2EFC-F77F-1573-DB5B0F121436}"/>
                  </a:ext>
                </a:extLst>
              </p:cNvPr>
              <p:cNvSpPr txBox="1"/>
              <p:nvPr/>
            </p:nvSpPr>
            <p:spPr>
              <a:xfrm>
                <a:off x="4043606" y="2849915"/>
                <a:ext cx="4140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DED1AC6-2EFC-F77F-1573-DB5B0F121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606" y="2849915"/>
                <a:ext cx="414088" cy="307777"/>
              </a:xfrm>
              <a:prstGeom prst="rect">
                <a:avLst/>
              </a:prstGeom>
              <a:blipFill>
                <a:blip r:embed="rId1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09E7E69-FC71-AA76-21F8-B1F57A954149}"/>
                  </a:ext>
                </a:extLst>
              </p:cNvPr>
              <p:cNvSpPr txBox="1"/>
              <p:nvPr/>
            </p:nvSpPr>
            <p:spPr>
              <a:xfrm>
                <a:off x="5159712" y="2849915"/>
                <a:ext cx="4140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09E7E69-FC71-AA76-21F8-B1F57A954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712" y="2849915"/>
                <a:ext cx="414088" cy="307777"/>
              </a:xfrm>
              <a:prstGeom prst="rect">
                <a:avLst/>
              </a:prstGeom>
              <a:blipFill>
                <a:blip r:embed="rId1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383354C-E3C5-A769-7941-137893DCE60F}"/>
                  </a:ext>
                </a:extLst>
              </p:cNvPr>
              <p:cNvSpPr txBox="1"/>
              <p:nvPr/>
            </p:nvSpPr>
            <p:spPr>
              <a:xfrm>
                <a:off x="6870742" y="2849915"/>
                <a:ext cx="41421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383354C-E3C5-A769-7941-137893DCE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742" y="2849915"/>
                <a:ext cx="414216" cy="307777"/>
              </a:xfrm>
              <a:prstGeom prst="rect">
                <a:avLst/>
              </a:prstGeom>
              <a:blipFill>
                <a:blip r:embed="rId1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직사각형 26">
            <a:extLst>
              <a:ext uri="{FF2B5EF4-FFF2-40B4-BE49-F238E27FC236}">
                <a16:creationId xmlns:a16="http://schemas.microsoft.com/office/drawing/2014/main" id="{C3B24EFE-355B-C922-5F7D-F443D6A2EB32}"/>
              </a:ext>
            </a:extLst>
          </p:cNvPr>
          <p:cNvSpPr/>
          <p:nvPr/>
        </p:nvSpPr>
        <p:spPr>
          <a:xfrm>
            <a:off x="2286846" y="2872402"/>
            <a:ext cx="594458" cy="2593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NLL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D9EDF1F-BEA5-73C9-39A8-BD2039A53740}"/>
              </a:ext>
            </a:extLst>
          </p:cNvPr>
          <p:cNvSpPr/>
          <p:nvPr/>
        </p:nvSpPr>
        <p:spPr>
          <a:xfrm>
            <a:off x="3407434" y="2872402"/>
            <a:ext cx="594458" cy="2593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NLL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F02EA5F-82D1-4801-D4FF-FC24BD44DF4E}"/>
              </a:ext>
            </a:extLst>
          </p:cNvPr>
          <p:cNvSpPr/>
          <p:nvPr/>
        </p:nvSpPr>
        <p:spPr>
          <a:xfrm>
            <a:off x="4528022" y="2872402"/>
            <a:ext cx="594458" cy="2593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NLL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9DA7F35-4674-98A9-F157-085E755F7EDF}"/>
              </a:ext>
            </a:extLst>
          </p:cNvPr>
          <p:cNvSpPr/>
          <p:nvPr/>
        </p:nvSpPr>
        <p:spPr>
          <a:xfrm>
            <a:off x="5648611" y="2872402"/>
            <a:ext cx="594458" cy="2593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NLL</a:t>
            </a:r>
            <a:endParaRPr kumimoji="1"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0B7B52A-0031-6582-71B8-50D00C7B26A6}"/>
              </a:ext>
            </a:extLst>
          </p:cNvPr>
          <p:cNvSpPr/>
          <p:nvPr/>
        </p:nvSpPr>
        <p:spPr>
          <a:xfrm>
            <a:off x="7359641" y="2872402"/>
            <a:ext cx="594458" cy="2593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NLL</a:t>
            </a:r>
            <a:endParaRPr kumimoji="1" lang="ko-KR" altLang="en-US" dirty="0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DE714D6-15B3-4609-596B-272D82286A5B}"/>
              </a:ext>
            </a:extLst>
          </p:cNvPr>
          <p:cNvCxnSpPr>
            <a:cxnSpLocks/>
            <a:stCxn id="12" idx="0"/>
            <a:endCxn id="7" idx="2"/>
          </p:cNvCxnSpPr>
          <p:nvPr/>
        </p:nvCxnSpPr>
        <p:spPr>
          <a:xfrm flipV="1">
            <a:off x="2584075" y="4242766"/>
            <a:ext cx="0" cy="3043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6725FF6-F2CD-9AF4-F529-B238622C4340}"/>
              </a:ext>
            </a:extLst>
          </p:cNvPr>
          <p:cNvCxnSpPr>
            <a:cxnSpLocks/>
          </p:cNvCxnSpPr>
          <p:nvPr/>
        </p:nvCxnSpPr>
        <p:spPr>
          <a:xfrm flipH="1" flipV="1">
            <a:off x="2581991" y="3609272"/>
            <a:ext cx="2084" cy="209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2EB3830F-1481-D183-B1DB-4661E626C122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2584075" y="3131710"/>
            <a:ext cx="0" cy="2918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F5C69699-BBE9-9C58-3517-97AEF3963BAC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2095499" y="3002056"/>
            <a:ext cx="19134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D95879FC-1E02-2A47-6A6A-C0D9A9F19082}"/>
              </a:ext>
            </a:extLst>
          </p:cNvPr>
          <p:cNvCxnSpPr>
            <a:cxnSpLocks/>
          </p:cNvCxnSpPr>
          <p:nvPr/>
        </p:nvCxnSpPr>
        <p:spPr>
          <a:xfrm flipV="1">
            <a:off x="3700181" y="4242766"/>
            <a:ext cx="0" cy="3043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2E3D6D2A-DB06-4776-B336-F0DCD3A5D89E}"/>
              </a:ext>
            </a:extLst>
          </p:cNvPr>
          <p:cNvCxnSpPr>
            <a:cxnSpLocks/>
          </p:cNvCxnSpPr>
          <p:nvPr/>
        </p:nvCxnSpPr>
        <p:spPr>
          <a:xfrm flipH="1" flipV="1">
            <a:off x="3698097" y="3609272"/>
            <a:ext cx="2084" cy="209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E7EEFA7B-4725-A32E-8961-3C9DE571FB06}"/>
              </a:ext>
            </a:extLst>
          </p:cNvPr>
          <p:cNvCxnSpPr>
            <a:cxnSpLocks/>
          </p:cNvCxnSpPr>
          <p:nvPr/>
        </p:nvCxnSpPr>
        <p:spPr>
          <a:xfrm flipV="1">
            <a:off x="3700181" y="3131710"/>
            <a:ext cx="0" cy="2918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D5DC8335-91E4-CB1C-8775-1BD1DB0A3989}"/>
              </a:ext>
            </a:extLst>
          </p:cNvPr>
          <p:cNvCxnSpPr>
            <a:cxnSpLocks/>
          </p:cNvCxnSpPr>
          <p:nvPr/>
        </p:nvCxnSpPr>
        <p:spPr>
          <a:xfrm>
            <a:off x="3211605" y="3002056"/>
            <a:ext cx="19134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03C06DA1-A4A2-AC56-05AF-1648543D7B42}"/>
              </a:ext>
            </a:extLst>
          </p:cNvPr>
          <p:cNvCxnSpPr>
            <a:cxnSpLocks/>
          </p:cNvCxnSpPr>
          <p:nvPr/>
        </p:nvCxnSpPr>
        <p:spPr>
          <a:xfrm flipV="1">
            <a:off x="4829734" y="4242766"/>
            <a:ext cx="0" cy="3043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10E49306-3E0D-56D8-6005-215C4B7150B7}"/>
              </a:ext>
            </a:extLst>
          </p:cNvPr>
          <p:cNvCxnSpPr>
            <a:cxnSpLocks/>
          </p:cNvCxnSpPr>
          <p:nvPr/>
        </p:nvCxnSpPr>
        <p:spPr>
          <a:xfrm flipH="1" flipV="1">
            <a:off x="4827650" y="3609272"/>
            <a:ext cx="2084" cy="209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5F180A24-F365-5121-AA00-E3EE6651F6EE}"/>
              </a:ext>
            </a:extLst>
          </p:cNvPr>
          <p:cNvCxnSpPr>
            <a:cxnSpLocks/>
          </p:cNvCxnSpPr>
          <p:nvPr/>
        </p:nvCxnSpPr>
        <p:spPr>
          <a:xfrm flipV="1">
            <a:off x="4829734" y="3131710"/>
            <a:ext cx="0" cy="2918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34631B24-1C9F-11C0-0B81-E10A71B67B65}"/>
              </a:ext>
            </a:extLst>
          </p:cNvPr>
          <p:cNvCxnSpPr>
            <a:cxnSpLocks/>
          </p:cNvCxnSpPr>
          <p:nvPr/>
        </p:nvCxnSpPr>
        <p:spPr>
          <a:xfrm>
            <a:off x="4341158" y="3002056"/>
            <a:ext cx="19134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90D2B3A7-B9E5-6A3D-2AE9-0B6CED551945}"/>
              </a:ext>
            </a:extLst>
          </p:cNvPr>
          <p:cNvCxnSpPr>
            <a:cxnSpLocks/>
          </p:cNvCxnSpPr>
          <p:nvPr/>
        </p:nvCxnSpPr>
        <p:spPr>
          <a:xfrm flipV="1">
            <a:off x="5945840" y="4242766"/>
            <a:ext cx="0" cy="3043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3C8A96DD-C37E-5C1D-3923-7861C077FEC8}"/>
              </a:ext>
            </a:extLst>
          </p:cNvPr>
          <p:cNvCxnSpPr>
            <a:cxnSpLocks/>
          </p:cNvCxnSpPr>
          <p:nvPr/>
        </p:nvCxnSpPr>
        <p:spPr>
          <a:xfrm flipH="1" flipV="1">
            <a:off x="5943756" y="3609272"/>
            <a:ext cx="2084" cy="209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7EE7953-E05D-3345-B664-B6531693C386}"/>
              </a:ext>
            </a:extLst>
          </p:cNvPr>
          <p:cNvCxnSpPr>
            <a:cxnSpLocks/>
          </p:cNvCxnSpPr>
          <p:nvPr/>
        </p:nvCxnSpPr>
        <p:spPr>
          <a:xfrm flipV="1">
            <a:off x="5945840" y="3131710"/>
            <a:ext cx="0" cy="2918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E3E9EF7E-5A0B-28A0-06C7-2024FE96CF50}"/>
              </a:ext>
            </a:extLst>
          </p:cNvPr>
          <p:cNvCxnSpPr>
            <a:cxnSpLocks/>
          </p:cNvCxnSpPr>
          <p:nvPr/>
        </p:nvCxnSpPr>
        <p:spPr>
          <a:xfrm>
            <a:off x="5457264" y="3002056"/>
            <a:ext cx="19134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F9E7B99-9153-0B46-CB06-E92691A352F6}"/>
              </a:ext>
            </a:extLst>
          </p:cNvPr>
          <p:cNvCxnSpPr>
            <a:cxnSpLocks/>
          </p:cNvCxnSpPr>
          <p:nvPr/>
        </p:nvCxnSpPr>
        <p:spPr>
          <a:xfrm flipV="1">
            <a:off x="7650146" y="4242766"/>
            <a:ext cx="0" cy="3043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5B8E97E2-0AB1-0CDC-2D44-2B769C900938}"/>
              </a:ext>
            </a:extLst>
          </p:cNvPr>
          <p:cNvCxnSpPr>
            <a:cxnSpLocks/>
          </p:cNvCxnSpPr>
          <p:nvPr/>
        </p:nvCxnSpPr>
        <p:spPr>
          <a:xfrm flipH="1" flipV="1">
            <a:off x="7648062" y="3609272"/>
            <a:ext cx="2084" cy="209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B3CBD955-B1CE-EF90-BD17-B180A7BBC560}"/>
              </a:ext>
            </a:extLst>
          </p:cNvPr>
          <p:cNvCxnSpPr>
            <a:cxnSpLocks/>
          </p:cNvCxnSpPr>
          <p:nvPr/>
        </p:nvCxnSpPr>
        <p:spPr>
          <a:xfrm flipV="1">
            <a:off x="7650146" y="3131710"/>
            <a:ext cx="0" cy="2918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05F19DE4-781A-F5CB-5778-E2534B3A23B1}"/>
              </a:ext>
            </a:extLst>
          </p:cNvPr>
          <p:cNvCxnSpPr>
            <a:cxnSpLocks/>
          </p:cNvCxnSpPr>
          <p:nvPr/>
        </p:nvCxnSpPr>
        <p:spPr>
          <a:xfrm>
            <a:off x="7161570" y="3002056"/>
            <a:ext cx="19134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941AF5B0-9649-8F58-019F-FC70362AAD58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2895599" y="4030756"/>
            <a:ext cx="4975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2A543732-5374-A80D-1DE7-4F24B0195AF2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016187" y="4030756"/>
            <a:ext cx="4975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F3EA8227-6FB5-457D-9B22-9DDDA3D2DAED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5136775" y="4030756"/>
            <a:ext cx="49754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07CE9713-00F6-E608-E61E-6D88F2F531F1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6257364" y="4030756"/>
            <a:ext cx="32497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9EC08383-9DCF-A1DF-BCB6-EA924DA99A63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7020377" y="4030756"/>
            <a:ext cx="32496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BDF0096C-3845-83CC-92D0-5A6C09ACA0A7}"/>
              </a:ext>
            </a:extLst>
          </p:cNvPr>
          <p:cNvSpPr txBox="1"/>
          <p:nvPr/>
        </p:nvSpPr>
        <p:spPr>
          <a:xfrm>
            <a:off x="6599639" y="3826856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…</a:t>
            </a:r>
            <a:endParaRPr kumimoji="1" lang="ko-KR" altLang="en-US" b="1" dirty="0"/>
          </a:p>
        </p:txBody>
      </p:sp>
      <p:cxnSp>
        <p:nvCxnSpPr>
          <p:cNvPr id="90" name="꺾인 연결선[E] 89">
            <a:extLst>
              <a:ext uri="{FF2B5EF4-FFF2-40B4-BE49-F238E27FC236}">
                <a16:creationId xmlns:a16="http://schemas.microsoft.com/office/drawing/2014/main" id="{6F76D65C-9876-E39A-1B62-3A688B9F817F}"/>
              </a:ext>
            </a:extLst>
          </p:cNvPr>
          <p:cNvCxnSpPr>
            <a:cxnSpLocks/>
            <a:stCxn id="27" idx="0"/>
            <a:endCxn id="91" idx="1"/>
          </p:cNvCxnSpPr>
          <p:nvPr/>
        </p:nvCxnSpPr>
        <p:spPr>
          <a:xfrm rot="5400000" flipH="1" flipV="1">
            <a:off x="5356203" y="-257528"/>
            <a:ext cx="357802" cy="590205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A93CB96B-1DD0-E8D9-E36A-B42060390628}"/>
              </a:ext>
            </a:extLst>
          </p:cNvPr>
          <p:cNvSpPr/>
          <p:nvPr/>
        </p:nvSpPr>
        <p:spPr>
          <a:xfrm>
            <a:off x="8486134" y="2364751"/>
            <a:ext cx="299697" cy="29969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000" dirty="0">
                <a:solidFill>
                  <a:sysClr val="windowText" lastClr="000000"/>
                </a:solidFill>
              </a:rPr>
              <a:t>+</a:t>
            </a:r>
            <a:endParaRPr kumimoji="1" lang="ko-KR" altLang="en-US" sz="2000" dirty="0">
              <a:solidFill>
                <a:sysClr val="windowText" lastClr="000000"/>
              </a:solidFill>
            </a:endParaRPr>
          </a:p>
        </p:txBody>
      </p:sp>
      <p:cxnSp>
        <p:nvCxnSpPr>
          <p:cNvPr id="93" name="꺾인 연결선[E] 92">
            <a:extLst>
              <a:ext uri="{FF2B5EF4-FFF2-40B4-BE49-F238E27FC236}">
                <a16:creationId xmlns:a16="http://schemas.microsoft.com/office/drawing/2014/main" id="{16321FE3-0678-6D73-BBC8-5711500BB438}"/>
              </a:ext>
            </a:extLst>
          </p:cNvPr>
          <p:cNvCxnSpPr>
            <a:cxnSpLocks/>
            <a:stCxn id="28" idx="0"/>
            <a:endCxn id="91" idx="1"/>
          </p:cNvCxnSpPr>
          <p:nvPr/>
        </p:nvCxnSpPr>
        <p:spPr>
          <a:xfrm rot="5400000" flipH="1" flipV="1">
            <a:off x="5916497" y="302766"/>
            <a:ext cx="357802" cy="478147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꺾인 연결선[E] 95">
            <a:extLst>
              <a:ext uri="{FF2B5EF4-FFF2-40B4-BE49-F238E27FC236}">
                <a16:creationId xmlns:a16="http://schemas.microsoft.com/office/drawing/2014/main" id="{4C05DD13-3C1B-C648-47AF-E7DB9868ED8A}"/>
              </a:ext>
            </a:extLst>
          </p:cNvPr>
          <p:cNvCxnSpPr>
            <a:cxnSpLocks/>
            <a:stCxn id="29" idx="0"/>
            <a:endCxn id="91" idx="1"/>
          </p:cNvCxnSpPr>
          <p:nvPr/>
        </p:nvCxnSpPr>
        <p:spPr>
          <a:xfrm rot="5400000" flipH="1" flipV="1">
            <a:off x="6476791" y="863060"/>
            <a:ext cx="357802" cy="366088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꺾인 연결선[E] 98">
            <a:extLst>
              <a:ext uri="{FF2B5EF4-FFF2-40B4-BE49-F238E27FC236}">
                <a16:creationId xmlns:a16="http://schemas.microsoft.com/office/drawing/2014/main" id="{69EE0CDE-FFB2-3022-3503-5F2598CE0A37}"/>
              </a:ext>
            </a:extLst>
          </p:cNvPr>
          <p:cNvCxnSpPr>
            <a:cxnSpLocks/>
            <a:stCxn id="30" idx="0"/>
            <a:endCxn id="91" idx="1"/>
          </p:cNvCxnSpPr>
          <p:nvPr/>
        </p:nvCxnSpPr>
        <p:spPr>
          <a:xfrm rot="5400000" flipH="1" flipV="1">
            <a:off x="7037086" y="1423354"/>
            <a:ext cx="357802" cy="254029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꺾인 연결선[E] 101">
            <a:extLst>
              <a:ext uri="{FF2B5EF4-FFF2-40B4-BE49-F238E27FC236}">
                <a16:creationId xmlns:a16="http://schemas.microsoft.com/office/drawing/2014/main" id="{00909966-30C2-856D-EBA4-424E18354CA8}"/>
              </a:ext>
            </a:extLst>
          </p:cNvPr>
          <p:cNvCxnSpPr>
            <a:cxnSpLocks/>
            <a:stCxn id="31" idx="0"/>
            <a:endCxn id="91" idx="1"/>
          </p:cNvCxnSpPr>
          <p:nvPr/>
        </p:nvCxnSpPr>
        <p:spPr>
          <a:xfrm rot="5400000" flipH="1" flipV="1">
            <a:off x="7892601" y="2278869"/>
            <a:ext cx="357802" cy="82926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59C3E449-67FD-ED9B-961D-27A4B90AD6AF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8785831" y="2514599"/>
            <a:ext cx="438851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1F501161-5ABA-3DEC-27F2-EBFB48DD9776}"/>
              </a:ext>
            </a:extLst>
          </p:cNvPr>
          <p:cNvSpPr txBox="1"/>
          <p:nvPr/>
        </p:nvSpPr>
        <p:spPr>
          <a:xfrm>
            <a:off x="9258191" y="2252989"/>
            <a:ext cx="15475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b="1" i="1" dirty="0">
                <a:solidFill>
                  <a:schemeClr val="tx1"/>
                </a:solidFill>
              </a:rPr>
              <a:t>NLL loss for the entire sequence</a:t>
            </a:r>
            <a:endParaRPr lang="ko-KR" altLang="en-US" b="1" i="1" dirty="0"/>
          </a:p>
        </p:txBody>
      </p:sp>
    </p:spTree>
    <p:extLst>
      <p:ext uri="{BB962C8B-B14F-4D97-AF65-F5344CB8AC3E}">
        <p14:creationId xmlns:p14="http://schemas.microsoft.com/office/powerpoint/2010/main" val="7055250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369A7-1630-BC29-0275-079F53D41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E52D1-468F-9B5D-3DBE-CB266256BE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/>
              <a:t>Attention for Relevant Context Modeling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29134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220A-0278-1124-5512-FC22EB7E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ko-KR" dirty="0"/>
              <a:t>Sequence-to-Sequence with RNNs 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F7F2A0-6B63-C6B6-64F6-4DE0300F4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Recall machine translation with seq2seq modeling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77165-0F96-D1F8-FAFE-7231369357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51</a:t>
            </a:fld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/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1">
            <a:extLst>
              <a:ext uri="{FF2B5EF4-FFF2-40B4-BE49-F238E27FC236}">
                <a16:creationId xmlns:a16="http://schemas.microsoft.com/office/drawing/2014/main" id="{34891093-F2DF-A630-D817-24625B567060}"/>
              </a:ext>
            </a:extLst>
          </p:cNvPr>
          <p:cNvSpPr txBox="1"/>
          <p:nvPr/>
        </p:nvSpPr>
        <p:spPr>
          <a:xfrm>
            <a:off x="703934" y="5707555"/>
            <a:ext cx="299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we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E9FC08D-FDB3-9931-86F4-4080A735E30D}"/>
              </a:ext>
            </a:extLst>
          </p:cNvPr>
          <p:cNvSpPr txBox="1"/>
          <p:nvPr/>
        </p:nvSpPr>
        <p:spPr>
          <a:xfrm>
            <a:off x="1627977" y="5707555"/>
            <a:ext cx="32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A922632A-3A02-8005-DFDD-D5CF328447B5}"/>
              </a:ext>
            </a:extLst>
          </p:cNvPr>
          <p:cNvSpPr txBox="1"/>
          <p:nvPr/>
        </p:nvSpPr>
        <p:spPr>
          <a:xfrm>
            <a:off x="2424699" y="5707555"/>
            <a:ext cx="604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eating</a:t>
            </a:r>
            <a:endParaRPr sz="1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/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/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/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/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/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bject 29">
            <a:extLst>
              <a:ext uri="{FF2B5EF4-FFF2-40B4-BE49-F238E27FC236}">
                <a16:creationId xmlns:a16="http://schemas.microsoft.com/office/drawing/2014/main" id="{384DF9A3-DED2-CD79-0AB4-4DDD79EEF4BA}"/>
              </a:ext>
            </a:extLst>
          </p:cNvPr>
          <p:cNvSpPr txBox="1"/>
          <p:nvPr/>
        </p:nvSpPr>
        <p:spPr>
          <a:xfrm>
            <a:off x="3379567" y="5707555"/>
            <a:ext cx="566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bread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/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blipFill>
                <a:blip r:embed="rId8"/>
                <a:stretch>
                  <a:fillRect r="-3226"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/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25040E8-48D1-C169-1E86-D0DA91D82AAB}"/>
                  </a:ext>
                </a:extLst>
              </p:cNvPr>
              <p:cNvSpPr txBox="1"/>
              <p:nvPr/>
            </p:nvSpPr>
            <p:spPr>
              <a:xfrm>
                <a:off x="352271" y="1773777"/>
                <a:ext cx="3559757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b="1" dirty="0"/>
                  <a:t>Input</a:t>
                </a:r>
                <a:r>
                  <a:rPr kumimoji="1" lang="en-US" altLang="ko-KR" sz="2000" dirty="0"/>
                  <a:t>: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  …, 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kumimoji="1" lang="en-US" altLang="ko-KR" sz="2000" dirty="0"/>
              </a:p>
              <a:p>
                <a:r>
                  <a:rPr kumimoji="1" lang="en-US" altLang="ko-KR" sz="2000" b="1" dirty="0"/>
                  <a:t>Output</a:t>
                </a:r>
                <a:r>
                  <a:rPr kumimoji="1" lang="en-US" altLang="ko-KR" sz="2000" dirty="0"/>
                  <a:t>: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  …, 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p>
                          <m:sSup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endParaRPr kumimoji="1" lang="en-US" altLang="ko-KR" sz="2000" dirty="0"/>
              </a:p>
              <a:p>
                <a:endParaRPr kumimoji="1" lang="en-US" altLang="ko-KR" sz="2000" dirty="0"/>
              </a:p>
              <a:p>
                <a:r>
                  <a:rPr kumimoji="1" lang="en-US" altLang="ko-KR" sz="2000" b="1" dirty="0"/>
                  <a:t>Encoder</a:t>
                </a:r>
                <a:r>
                  <a:rPr kumimoji="1" lang="en-US" altLang="ko-KR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25040E8-48D1-C169-1E86-D0DA91D82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71" y="1773777"/>
                <a:ext cx="3559757" cy="1323439"/>
              </a:xfrm>
              <a:prstGeom prst="rect">
                <a:avLst/>
              </a:prstGeom>
              <a:blipFill>
                <a:blip r:embed="rId10"/>
                <a:stretch>
                  <a:fillRect l="-1773" t="-2857" b="-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C2AFB77-5884-F5F3-3079-69A740D1D2EF}"/>
              </a:ext>
            </a:extLst>
          </p:cNvPr>
          <p:cNvCxnSpPr>
            <a:stCxn id="32" idx="0"/>
            <a:endCxn id="33" idx="2"/>
          </p:cNvCxnSpPr>
          <p:nvPr/>
        </p:nvCxnSpPr>
        <p:spPr>
          <a:xfrm flipV="1">
            <a:off x="3663259" y="4408888"/>
            <a:ext cx="0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7CA5A02-1BDC-6F20-0E2E-528240DDF5D8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2726863" y="4408888"/>
            <a:ext cx="227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F6BDE7A9-1895-45EE-2DFF-4B028E31371D}"/>
              </a:ext>
            </a:extLst>
          </p:cNvPr>
          <p:cNvCxnSpPr>
            <a:cxnSpLocks/>
            <a:stCxn id="16" idx="0"/>
            <a:endCxn id="19" idx="2"/>
          </p:cNvCxnSpPr>
          <p:nvPr/>
        </p:nvCxnSpPr>
        <p:spPr>
          <a:xfrm flipV="1">
            <a:off x="1790694" y="4408888"/>
            <a:ext cx="226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C6C9792-105A-3880-7A9F-6E1C540D46EA}"/>
              </a:ext>
            </a:extLst>
          </p:cNvPr>
          <p:cNvCxnSpPr>
            <a:cxnSpLocks/>
            <a:stCxn id="12" idx="0"/>
            <a:endCxn id="18" idx="2"/>
          </p:cNvCxnSpPr>
          <p:nvPr/>
        </p:nvCxnSpPr>
        <p:spPr>
          <a:xfrm flipH="1" flipV="1">
            <a:off x="851077" y="4408888"/>
            <a:ext cx="3448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C694EA8F-B171-77FE-FE4C-4C49A49074FF}"/>
              </a:ext>
            </a:extLst>
          </p:cNvPr>
          <p:cNvCxnSpPr>
            <a:cxnSpLocks/>
          </p:cNvCxnSpPr>
          <p:nvPr/>
        </p:nvCxnSpPr>
        <p:spPr>
          <a:xfrm>
            <a:off x="2010630" y="4106628"/>
            <a:ext cx="4967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250998C-718F-56E5-DEAA-61255ACC50C6}"/>
              </a:ext>
            </a:extLst>
          </p:cNvPr>
          <p:cNvCxnSpPr>
            <a:cxnSpLocks/>
          </p:cNvCxnSpPr>
          <p:nvPr/>
        </p:nvCxnSpPr>
        <p:spPr>
          <a:xfrm>
            <a:off x="1070787" y="4106628"/>
            <a:ext cx="500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8D23C66-F48D-6F02-A75C-9FE311F5C6EF}"/>
              </a:ext>
            </a:extLst>
          </p:cNvPr>
          <p:cNvCxnSpPr>
            <a:cxnSpLocks/>
          </p:cNvCxnSpPr>
          <p:nvPr/>
        </p:nvCxnSpPr>
        <p:spPr>
          <a:xfrm>
            <a:off x="2946800" y="4106628"/>
            <a:ext cx="49674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2A4765A8-FD36-7CD6-90B5-37F5EEA284EA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Sutskever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al, Sequence to sequence learning with neural networks,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2014</a:t>
            </a:r>
          </a:p>
        </p:txBody>
      </p:sp>
      <p:sp>
        <p:nvSpPr>
          <p:cNvPr id="190" name="바닥글 개체 틀 189">
            <a:extLst>
              <a:ext uri="{FF2B5EF4-FFF2-40B4-BE49-F238E27FC236}">
                <a16:creationId xmlns:a16="http://schemas.microsoft.com/office/drawing/2014/main" id="{54D80DC7-C1BD-434B-C2CB-B32704848B1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6859267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220A-0278-1124-5512-FC22EB7E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ko-KR" dirty="0"/>
              <a:t>Sequence-to-Sequence with RNNs 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F7F2A0-6B63-C6B6-64F6-4DE0300F4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Recall machine translation with seq2seq modeling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77165-0F96-D1F8-FAFE-7231369357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52</a:t>
            </a:fld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/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1">
            <a:extLst>
              <a:ext uri="{FF2B5EF4-FFF2-40B4-BE49-F238E27FC236}">
                <a16:creationId xmlns:a16="http://schemas.microsoft.com/office/drawing/2014/main" id="{34891093-F2DF-A630-D817-24625B567060}"/>
              </a:ext>
            </a:extLst>
          </p:cNvPr>
          <p:cNvSpPr txBox="1"/>
          <p:nvPr/>
        </p:nvSpPr>
        <p:spPr>
          <a:xfrm>
            <a:off x="703934" y="5707555"/>
            <a:ext cx="299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we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E9FC08D-FDB3-9931-86F4-4080A735E30D}"/>
              </a:ext>
            </a:extLst>
          </p:cNvPr>
          <p:cNvSpPr txBox="1"/>
          <p:nvPr/>
        </p:nvSpPr>
        <p:spPr>
          <a:xfrm>
            <a:off x="1627977" y="5707555"/>
            <a:ext cx="32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A922632A-3A02-8005-DFDD-D5CF328447B5}"/>
              </a:ext>
            </a:extLst>
          </p:cNvPr>
          <p:cNvSpPr txBox="1"/>
          <p:nvPr/>
        </p:nvSpPr>
        <p:spPr>
          <a:xfrm>
            <a:off x="2424699" y="5707555"/>
            <a:ext cx="604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eating</a:t>
            </a:r>
            <a:endParaRPr sz="1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/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/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/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/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/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/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bject 29">
            <a:extLst>
              <a:ext uri="{FF2B5EF4-FFF2-40B4-BE49-F238E27FC236}">
                <a16:creationId xmlns:a16="http://schemas.microsoft.com/office/drawing/2014/main" id="{384DF9A3-DED2-CD79-0AB4-4DDD79EEF4BA}"/>
              </a:ext>
            </a:extLst>
          </p:cNvPr>
          <p:cNvSpPr txBox="1"/>
          <p:nvPr/>
        </p:nvSpPr>
        <p:spPr>
          <a:xfrm>
            <a:off x="3379567" y="5707555"/>
            <a:ext cx="566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bread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/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blipFill>
                <a:blip r:embed="rId9"/>
                <a:stretch>
                  <a:fillRect r="-3226"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/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50">
                <a:extLst>
                  <a:ext uri="{FF2B5EF4-FFF2-40B4-BE49-F238E27FC236}">
                    <a16:creationId xmlns:a16="http://schemas.microsoft.com/office/drawing/2014/main" id="{29525611-6370-6D46-0BFF-ACCB6DAFE755}"/>
                  </a:ext>
                </a:extLst>
              </p:cNvPr>
              <p:cNvSpPr txBox="1"/>
              <p:nvPr/>
            </p:nvSpPr>
            <p:spPr>
              <a:xfrm>
                <a:off x="5607136" y="4947804"/>
                <a:ext cx="439420" cy="604520"/>
              </a:xfrm>
              <a:prstGeom prst="rect">
                <a:avLst/>
              </a:prstGeom>
              <a:solidFill>
                <a:srgbClr val="EBDAF3"/>
              </a:solidFill>
              <a:ln w="12700">
                <a:solidFill>
                  <a:srgbClr val="BC44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2000" b="1" i="0" smtClean="0">
                          <a:latin typeface="Cambria Math" panose="02040503050406030204" pitchFamily="18" charset="0"/>
                          <a:cs typeface="Calibri"/>
                        </a:rPr>
                        <m:t>𝐜</m:t>
                      </m:r>
                    </m:oMath>
                  </m:oMathPara>
                </a14:m>
                <a:endParaRPr sz="2000" b="1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2" name="object 50">
                <a:extLst>
                  <a:ext uri="{FF2B5EF4-FFF2-40B4-BE49-F238E27FC236}">
                    <a16:creationId xmlns:a16="http://schemas.microsoft.com/office/drawing/2014/main" id="{29525611-6370-6D46-0BFF-ACCB6DAFE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36" y="4947804"/>
                <a:ext cx="439420" cy="6045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solidFill>
                  <a:srgbClr val="BC44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25040E8-48D1-C169-1E86-D0DA91D82AAB}"/>
                  </a:ext>
                </a:extLst>
              </p:cNvPr>
              <p:cNvSpPr txBox="1"/>
              <p:nvPr/>
            </p:nvSpPr>
            <p:spPr>
              <a:xfrm>
                <a:off x="352271" y="1773777"/>
                <a:ext cx="3559757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b="1" dirty="0"/>
                  <a:t>Input</a:t>
                </a:r>
                <a:r>
                  <a:rPr kumimoji="1" lang="en-US" altLang="ko-KR" sz="2000" dirty="0"/>
                  <a:t>: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  …, 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kumimoji="1" lang="en-US" altLang="ko-KR" sz="2000" dirty="0"/>
              </a:p>
              <a:p>
                <a:r>
                  <a:rPr kumimoji="1" lang="en-US" altLang="ko-KR" sz="2000" b="1" dirty="0"/>
                  <a:t>Output</a:t>
                </a:r>
                <a:r>
                  <a:rPr kumimoji="1" lang="en-US" altLang="ko-KR" sz="2000" dirty="0"/>
                  <a:t>: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  …, 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p>
                          <m:sSup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endParaRPr kumimoji="1" lang="en-US" altLang="ko-KR" sz="2000" dirty="0"/>
              </a:p>
              <a:p>
                <a:endParaRPr kumimoji="1" lang="en-US" altLang="ko-KR" sz="2000" dirty="0"/>
              </a:p>
              <a:p>
                <a:r>
                  <a:rPr kumimoji="1" lang="en-US" altLang="ko-KR" sz="2000" b="1" dirty="0"/>
                  <a:t>Encoder</a:t>
                </a:r>
                <a:r>
                  <a:rPr kumimoji="1" lang="en-US" altLang="ko-KR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25040E8-48D1-C169-1E86-D0DA91D82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71" y="1773777"/>
                <a:ext cx="3559757" cy="1323439"/>
              </a:xfrm>
              <a:prstGeom prst="rect">
                <a:avLst/>
              </a:prstGeom>
              <a:blipFill>
                <a:blip r:embed="rId12"/>
                <a:stretch>
                  <a:fillRect l="-1773" t="-2857" b="-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/>
              <p:nvPr/>
            </p:nvSpPr>
            <p:spPr>
              <a:xfrm>
                <a:off x="3921891" y="2756900"/>
                <a:ext cx="3936527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dirty="0"/>
                  <a:t>From final hidden state predict: </a:t>
                </a:r>
              </a:p>
              <a:p>
                <a:r>
                  <a:rPr kumimoji="1" lang="en-US" altLang="ko-KR" sz="2000" b="1" dirty="0"/>
                  <a:t>Initial decoder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ar-AE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ko-KR" sz="2000" dirty="0"/>
              </a:p>
              <a:p>
                <a:r>
                  <a:rPr kumimoji="1" lang="en-US" altLang="ko-KR" sz="2000" b="1" dirty="0"/>
                  <a:t>Context vector </a:t>
                </a:r>
                <a14:m>
                  <m:oMath xmlns:m="http://schemas.openxmlformats.org/officeDocument/2006/math">
                    <m:r>
                      <a:rPr kumimoji="1" lang="en-US" altLang="ko-KR" sz="2000" b="1" i="0" dirty="0" smtClean="0">
                        <a:latin typeface="Cambria Math" panose="02040503050406030204" pitchFamily="18" charset="0"/>
                      </a:rPr>
                      <m:t>𝐜</m:t>
                    </m:r>
                  </m:oMath>
                </a14:m>
                <a:r>
                  <a:rPr kumimoji="1" lang="en-US" altLang="ko-KR" sz="2000" dirty="0"/>
                  <a:t> (often </a:t>
                </a:r>
                <a14:m>
                  <m:oMath xmlns:m="http://schemas.openxmlformats.org/officeDocument/2006/math">
                    <m:r>
                      <a:rPr kumimoji="1" lang="en-US" altLang="ko-KR" sz="2000" b="1" i="0" dirty="0" smtClean="0">
                        <a:latin typeface="Cambria Math" panose="02040503050406030204" pitchFamily="18" charset="0"/>
                      </a:rPr>
                      <m:t>𝐜</m:t>
                    </m:r>
                    <m:r>
                      <a:rPr kumimoji="1" lang="en-US" altLang="ko-KR" sz="20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dirty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kumimoji="1" lang="en-US" altLang="ko-KR" sz="2000" dirty="0"/>
                  <a:t>)</a:t>
                </a:r>
                <a:endParaRPr kumimoji="1" lang="ko-KR" altLang="en-US" sz="20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891" y="2756900"/>
                <a:ext cx="3936527" cy="1015663"/>
              </a:xfrm>
              <a:prstGeom prst="rect">
                <a:avLst/>
              </a:prstGeom>
              <a:blipFill>
                <a:blip r:embed="rId13"/>
                <a:stretch>
                  <a:fillRect l="-1608" t="-2439" b="-85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C2AFB77-5884-F5F3-3079-69A740D1D2EF}"/>
              </a:ext>
            </a:extLst>
          </p:cNvPr>
          <p:cNvCxnSpPr>
            <a:stCxn id="32" idx="0"/>
            <a:endCxn id="33" idx="2"/>
          </p:cNvCxnSpPr>
          <p:nvPr/>
        </p:nvCxnSpPr>
        <p:spPr>
          <a:xfrm flipV="1">
            <a:off x="3663259" y="4408888"/>
            <a:ext cx="0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7CA5A02-1BDC-6F20-0E2E-528240DDF5D8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2726863" y="4408888"/>
            <a:ext cx="227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F6BDE7A9-1895-45EE-2DFF-4B028E31371D}"/>
              </a:ext>
            </a:extLst>
          </p:cNvPr>
          <p:cNvCxnSpPr>
            <a:cxnSpLocks/>
            <a:stCxn id="16" idx="0"/>
            <a:endCxn id="19" idx="2"/>
          </p:cNvCxnSpPr>
          <p:nvPr/>
        </p:nvCxnSpPr>
        <p:spPr>
          <a:xfrm flipV="1">
            <a:off x="1790694" y="4408888"/>
            <a:ext cx="226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C6C9792-105A-3880-7A9F-6E1C540D46EA}"/>
              </a:ext>
            </a:extLst>
          </p:cNvPr>
          <p:cNvCxnSpPr>
            <a:cxnSpLocks/>
            <a:stCxn id="12" idx="0"/>
            <a:endCxn id="18" idx="2"/>
          </p:cNvCxnSpPr>
          <p:nvPr/>
        </p:nvCxnSpPr>
        <p:spPr>
          <a:xfrm flipH="1" flipV="1">
            <a:off x="851077" y="4408888"/>
            <a:ext cx="3448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C694EA8F-B171-77FE-FE4C-4C49A49074FF}"/>
              </a:ext>
            </a:extLst>
          </p:cNvPr>
          <p:cNvCxnSpPr>
            <a:cxnSpLocks/>
          </p:cNvCxnSpPr>
          <p:nvPr/>
        </p:nvCxnSpPr>
        <p:spPr>
          <a:xfrm>
            <a:off x="2010630" y="4106628"/>
            <a:ext cx="4967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250998C-718F-56E5-DEAA-61255ACC50C6}"/>
              </a:ext>
            </a:extLst>
          </p:cNvPr>
          <p:cNvCxnSpPr>
            <a:cxnSpLocks/>
          </p:cNvCxnSpPr>
          <p:nvPr/>
        </p:nvCxnSpPr>
        <p:spPr>
          <a:xfrm>
            <a:off x="1070787" y="4106628"/>
            <a:ext cx="500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8D23C66-F48D-6F02-A75C-9FE311F5C6EF}"/>
              </a:ext>
            </a:extLst>
          </p:cNvPr>
          <p:cNvCxnSpPr>
            <a:cxnSpLocks/>
          </p:cNvCxnSpPr>
          <p:nvPr/>
        </p:nvCxnSpPr>
        <p:spPr>
          <a:xfrm>
            <a:off x="2946800" y="4106628"/>
            <a:ext cx="49674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2C82DE96-5214-F525-DB04-DD808DD52C69}"/>
              </a:ext>
            </a:extLst>
          </p:cNvPr>
          <p:cNvCxnSpPr>
            <a:cxnSpLocks/>
          </p:cNvCxnSpPr>
          <p:nvPr/>
        </p:nvCxnSpPr>
        <p:spPr>
          <a:xfrm>
            <a:off x="3882969" y="4106628"/>
            <a:ext cx="17241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꺾인 연결선[E] 143">
            <a:extLst>
              <a:ext uri="{FF2B5EF4-FFF2-40B4-BE49-F238E27FC236}">
                <a16:creationId xmlns:a16="http://schemas.microsoft.com/office/drawing/2014/main" id="{A0CA9346-2D8D-6EC4-83EB-38955F92C84D}"/>
              </a:ext>
            </a:extLst>
          </p:cNvPr>
          <p:cNvCxnSpPr>
            <a:cxnSpLocks/>
            <a:stCxn id="33" idx="3"/>
            <a:endCxn id="52" idx="1"/>
          </p:cNvCxnSpPr>
          <p:nvPr/>
        </p:nvCxnSpPr>
        <p:spPr>
          <a:xfrm>
            <a:off x="3882969" y="4106628"/>
            <a:ext cx="1724167" cy="114343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2A4765A8-FD36-7CD6-90B5-37F5EEA284EA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Sutskever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al, Sequence to sequence learning with neural networks,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2014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79BB0C-5214-B412-527C-1EA0F04277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40222436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220A-0278-1124-5512-FC22EB7E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ko-KR" dirty="0"/>
              <a:t>Sequence-to-Sequence with RNNs 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F7F2A0-6B63-C6B6-64F6-4DE0300F4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Recall machine translation with seq2seq modeling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77165-0F96-D1F8-FAFE-7231369357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53</a:t>
            </a:fld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/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1">
            <a:extLst>
              <a:ext uri="{FF2B5EF4-FFF2-40B4-BE49-F238E27FC236}">
                <a16:creationId xmlns:a16="http://schemas.microsoft.com/office/drawing/2014/main" id="{34891093-F2DF-A630-D817-24625B567060}"/>
              </a:ext>
            </a:extLst>
          </p:cNvPr>
          <p:cNvSpPr txBox="1"/>
          <p:nvPr/>
        </p:nvSpPr>
        <p:spPr>
          <a:xfrm>
            <a:off x="703934" y="5707555"/>
            <a:ext cx="299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we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E9FC08D-FDB3-9931-86F4-4080A735E30D}"/>
              </a:ext>
            </a:extLst>
          </p:cNvPr>
          <p:cNvSpPr txBox="1"/>
          <p:nvPr/>
        </p:nvSpPr>
        <p:spPr>
          <a:xfrm>
            <a:off x="1627977" y="5707555"/>
            <a:ext cx="32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A922632A-3A02-8005-DFDD-D5CF328447B5}"/>
              </a:ext>
            </a:extLst>
          </p:cNvPr>
          <p:cNvSpPr txBox="1"/>
          <p:nvPr/>
        </p:nvSpPr>
        <p:spPr>
          <a:xfrm>
            <a:off x="2424699" y="5707555"/>
            <a:ext cx="604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eating</a:t>
            </a:r>
            <a:endParaRPr sz="1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/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/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/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/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/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/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25">
                <a:extLst>
                  <a:ext uri="{FF2B5EF4-FFF2-40B4-BE49-F238E27FC236}">
                    <a16:creationId xmlns:a16="http://schemas.microsoft.com/office/drawing/2014/main" id="{E5A0A70A-196F-4376-345A-51AAB01BA17C}"/>
                  </a:ext>
                </a:extLst>
              </p:cNvPr>
              <p:cNvSpPr txBox="1"/>
              <p:nvPr/>
            </p:nvSpPr>
            <p:spPr>
              <a:xfrm>
                <a:off x="7745785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7" name="object 25">
                <a:extLst>
                  <a:ext uri="{FF2B5EF4-FFF2-40B4-BE49-F238E27FC236}">
                    <a16:creationId xmlns:a16="http://schemas.microsoft.com/office/drawing/2014/main" id="{E5A0A70A-196F-4376-345A-51AAB01BA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785" y="4947804"/>
                <a:ext cx="410209" cy="6045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27">
                <a:extLst>
                  <a:ext uri="{FF2B5EF4-FFF2-40B4-BE49-F238E27FC236}">
                    <a16:creationId xmlns:a16="http://schemas.microsoft.com/office/drawing/2014/main" id="{083204A9-43FA-190B-8A56-2D4AC0FDB247}"/>
                  </a:ext>
                </a:extLst>
              </p:cNvPr>
              <p:cNvSpPr txBox="1"/>
              <p:nvPr/>
            </p:nvSpPr>
            <p:spPr>
              <a:xfrm>
                <a:off x="7745785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9" name="object 27">
                <a:extLst>
                  <a:ext uri="{FF2B5EF4-FFF2-40B4-BE49-F238E27FC236}">
                    <a16:creationId xmlns:a16="http://schemas.microsoft.com/office/drawing/2014/main" id="{083204A9-43FA-190B-8A56-2D4AC0FDB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785" y="2637801"/>
                <a:ext cx="410209" cy="6045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bject 29">
            <a:extLst>
              <a:ext uri="{FF2B5EF4-FFF2-40B4-BE49-F238E27FC236}">
                <a16:creationId xmlns:a16="http://schemas.microsoft.com/office/drawing/2014/main" id="{384DF9A3-DED2-CD79-0AB4-4DDD79EEF4BA}"/>
              </a:ext>
            </a:extLst>
          </p:cNvPr>
          <p:cNvSpPr txBox="1"/>
          <p:nvPr/>
        </p:nvSpPr>
        <p:spPr>
          <a:xfrm>
            <a:off x="3379567" y="5707555"/>
            <a:ext cx="566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bread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/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blipFill>
                <a:blip r:embed="rId11"/>
                <a:stretch>
                  <a:fillRect r="-3226"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/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50">
                <a:extLst>
                  <a:ext uri="{FF2B5EF4-FFF2-40B4-BE49-F238E27FC236}">
                    <a16:creationId xmlns:a16="http://schemas.microsoft.com/office/drawing/2014/main" id="{29525611-6370-6D46-0BFF-ACCB6DAFE755}"/>
                  </a:ext>
                </a:extLst>
              </p:cNvPr>
              <p:cNvSpPr txBox="1"/>
              <p:nvPr/>
            </p:nvSpPr>
            <p:spPr>
              <a:xfrm>
                <a:off x="5607136" y="4947804"/>
                <a:ext cx="439420" cy="604520"/>
              </a:xfrm>
              <a:prstGeom prst="rect">
                <a:avLst/>
              </a:prstGeom>
              <a:solidFill>
                <a:srgbClr val="EBDAF3"/>
              </a:solidFill>
              <a:ln w="12700">
                <a:solidFill>
                  <a:srgbClr val="BC44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2000" b="1" i="0" smtClean="0">
                          <a:latin typeface="Cambria Math" panose="02040503050406030204" pitchFamily="18" charset="0"/>
                          <a:cs typeface="Calibri"/>
                        </a:rPr>
                        <m:t>𝐜</m:t>
                      </m:r>
                    </m:oMath>
                  </m:oMathPara>
                </a14:m>
                <a:endParaRPr sz="2000" b="1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2" name="object 50">
                <a:extLst>
                  <a:ext uri="{FF2B5EF4-FFF2-40B4-BE49-F238E27FC236}">
                    <a16:creationId xmlns:a16="http://schemas.microsoft.com/office/drawing/2014/main" id="{29525611-6370-6D46-0BFF-ACCB6DAFE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36" y="4947804"/>
                <a:ext cx="439420" cy="6045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rgbClr val="BC44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object 24">
            <a:extLst>
              <a:ext uri="{FF2B5EF4-FFF2-40B4-BE49-F238E27FC236}">
                <a16:creationId xmlns:a16="http://schemas.microsoft.com/office/drawing/2014/main" id="{C11EC3C8-B404-0845-7D8A-732E78D6C7C9}"/>
              </a:ext>
            </a:extLst>
          </p:cNvPr>
          <p:cNvSpPr txBox="1"/>
          <p:nvPr/>
        </p:nvSpPr>
        <p:spPr>
          <a:xfrm>
            <a:off x="7600305" y="5707555"/>
            <a:ext cx="727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[START]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1" name="object 24">
            <a:extLst>
              <a:ext uri="{FF2B5EF4-FFF2-40B4-BE49-F238E27FC236}">
                <a16:creationId xmlns:a16="http://schemas.microsoft.com/office/drawing/2014/main" id="{303C4FFB-647B-1A72-B89A-4FEB76E44F60}"/>
              </a:ext>
            </a:extLst>
          </p:cNvPr>
          <p:cNvSpPr txBox="1"/>
          <p:nvPr/>
        </p:nvSpPr>
        <p:spPr>
          <a:xfrm>
            <a:off x="7563283" y="2104819"/>
            <a:ext cx="802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estamos</a:t>
            </a:r>
            <a:endParaRPr sz="1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25040E8-48D1-C169-1E86-D0DA91D82AAB}"/>
                  </a:ext>
                </a:extLst>
              </p:cNvPr>
              <p:cNvSpPr txBox="1"/>
              <p:nvPr/>
            </p:nvSpPr>
            <p:spPr>
              <a:xfrm>
                <a:off x="352271" y="1773777"/>
                <a:ext cx="3559757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b="1" dirty="0"/>
                  <a:t>Input</a:t>
                </a:r>
                <a:r>
                  <a:rPr kumimoji="1" lang="en-US" altLang="ko-KR" sz="2000" dirty="0"/>
                  <a:t>: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  …, 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kumimoji="1" lang="en-US" altLang="ko-KR" sz="2000" dirty="0"/>
              </a:p>
              <a:p>
                <a:r>
                  <a:rPr kumimoji="1" lang="en-US" altLang="ko-KR" sz="2000" b="1" dirty="0"/>
                  <a:t>Output</a:t>
                </a:r>
                <a:r>
                  <a:rPr kumimoji="1" lang="en-US" altLang="ko-KR" sz="2000" dirty="0"/>
                  <a:t>: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  …, 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p>
                          <m:sSup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endParaRPr kumimoji="1" lang="en-US" altLang="ko-KR" sz="2000" dirty="0"/>
              </a:p>
              <a:p>
                <a:endParaRPr kumimoji="1" lang="en-US" altLang="ko-KR" sz="2000" dirty="0"/>
              </a:p>
              <a:p>
                <a:r>
                  <a:rPr kumimoji="1" lang="en-US" altLang="ko-KR" sz="2000" b="1" dirty="0"/>
                  <a:t>Encoder</a:t>
                </a:r>
                <a:r>
                  <a:rPr kumimoji="1" lang="en-US" altLang="ko-KR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25040E8-48D1-C169-1E86-D0DA91D82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71" y="1773777"/>
                <a:ext cx="3559757" cy="1323439"/>
              </a:xfrm>
              <a:prstGeom prst="rect">
                <a:avLst/>
              </a:prstGeom>
              <a:blipFill>
                <a:blip r:embed="rId14"/>
                <a:stretch>
                  <a:fillRect l="-1773" t="-2857" b="-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bject 35">
                <a:extLst>
                  <a:ext uri="{FF2B5EF4-FFF2-40B4-BE49-F238E27FC236}">
                    <a16:creationId xmlns:a16="http://schemas.microsoft.com/office/drawing/2014/main" id="{59FDFF09-DC2D-8C1E-C071-254D64C02F37}"/>
                  </a:ext>
                </a:extLst>
              </p:cNvPr>
              <p:cNvSpPr txBox="1"/>
              <p:nvPr/>
            </p:nvSpPr>
            <p:spPr>
              <a:xfrm>
                <a:off x="7731179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2" name="object 35">
                <a:extLst>
                  <a:ext uri="{FF2B5EF4-FFF2-40B4-BE49-F238E27FC236}">
                    <a16:creationId xmlns:a16="http://schemas.microsoft.com/office/drawing/2014/main" id="{59FDFF09-DC2D-8C1E-C071-254D64C02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1179" y="3804368"/>
                <a:ext cx="439420" cy="604520"/>
              </a:xfrm>
              <a:prstGeom prst="rect">
                <a:avLst/>
              </a:prstGeom>
              <a:blipFill>
                <a:blip r:embed="rId15"/>
                <a:stretch>
                  <a:fillRect r="-13889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/>
              <p:nvPr/>
            </p:nvSpPr>
            <p:spPr>
              <a:xfrm>
                <a:off x="3921891" y="2756900"/>
                <a:ext cx="3810274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dirty="0"/>
                  <a:t>From final hidden state predict: </a:t>
                </a:r>
              </a:p>
              <a:p>
                <a:r>
                  <a:rPr kumimoji="1" lang="en-US" altLang="ko-KR" sz="2000" b="1" dirty="0"/>
                  <a:t>Initial decoder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ar-AE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ko-KR" sz="2000" dirty="0"/>
              </a:p>
              <a:p>
                <a:r>
                  <a:rPr kumimoji="1" lang="en-US" altLang="ko-KR" sz="2000" b="1" dirty="0"/>
                  <a:t>Context vector </a:t>
                </a:r>
                <a14:m>
                  <m:oMath xmlns:m="http://schemas.openxmlformats.org/officeDocument/2006/math">
                    <m:r>
                      <a:rPr kumimoji="1" lang="en-US" altLang="ko-KR" sz="2000" b="1" i="0" dirty="0" smtClean="0">
                        <a:latin typeface="Cambria Math" panose="02040503050406030204" pitchFamily="18" charset="0"/>
                      </a:rPr>
                      <m:t>𝐜</m:t>
                    </m:r>
                  </m:oMath>
                </a14:m>
                <a:r>
                  <a:rPr kumimoji="1" lang="en-US" altLang="ko-KR" sz="2000" dirty="0"/>
                  <a:t> (often </a:t>
                </a:r>
                <a14:m>
                  <m:oMath xmlns:m="http://schemas.openxmlformats.org/officeDocument/2006/math">
                    <m:r>
                      <a:rPr kumimoji="1" lang="en-US" altLang="ko-KR" sz="2000" b="1" i="0" dirty="0" smtClean="0">
                        <a:latin typeface="Cambria Math" panose="02040503050406030204" pitchFamily="18" charset="0"/>
                      </a:rPr>
                      <m:t>𝐜</m:t>
                    </m:r>
                    <m:r>
                      <a:rPr kumimoji="1" lang="en-US" altLang="ko-KR" sz="20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dirty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kumimoji="1" lang="en-US" altLang="ko-KR" sz="2000" dirty="0"/>
                  <a:t>)</a:t>
                </a:r>
                <a:endParaRPr kumimoji="1" lang="ko-KR" altLang="en-US" sz="20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891" y="2756900"/>
                <a:ext cx="3810274" cy="1015663"/>
              </a:xfrm>
              <a:prstGeom prst="rect">
                <a:avLst/>
              </a:prstGeom>
              <a:blipFill>
                <a:blip r:embed="rId16"/>
                <a:stretch>
                  <a:fillRect l="-1661" t="-2439" r="-997" b="-85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C2AFB77-5884-F5F3-3079-69A740D1D2EF}"/>
              </a:ext>
            </a:extLst>
          </p:cNvPr>
          <p:cNvCxnSpPr>
            <a:stCxn id="32" idx="0"/>
            <a:endCxn id="33" idx="2"/>
          </p:cNvCxnSpPr>
          <p:nvPr/>
        </p:nvCxnSpPr>
        <p:spPr>
          <a:xfrm flipV="1">
            <a:off x="3663259" y="4408888"/>
            <a:ext cx="0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7CA5A02-1BDC-6F20-0E2E-528240DDF5D8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2726863" y="4408888"/>
            <a:ext cx="227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F6BDE7A9-1895-45EE-2DFF-4B028E31371D}"/>
              </a:ext>
            </a:extLst>
          </p:cNvPr>
          <p:cNvCxnSpPr>
            <a:cxnSpLocks/>
            <a:stCxn id="16" idx="0"/>
            <a:endCxn id="19" idx="2"/>
          </p:cNvCxnSpPr>
          <p:nvPr/>
        </p:nvCxnSpPr>
        <p:spPr>
          <a:xfrm flipV="1">
            <a:off x="1790694" y="4408888"/>
            <a:ext cx="226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C6C9792-105A-3880-7A9F-6E1C540D46EA}"/>
              </a:ext>
            </a:extLst>
          </p:cNvPr>
          <p:cNvCxnSpPr>
            <a:cxnSpLocks/>
            <a:stCxn id="12" idx="0"/>
            <a:endCxn id="18" idx="2"/>
          </p:cNvCxnSpPr>
          <p:nvPr/>
        </p:nvCxnSpPr>
        <p:spPr>
          <a:xfrm flipH="1" flipV="1">
            <a:off x="851077" y="4408888"/>
            <a:ext cx="3448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C694EA8F-B171-77FE-FE4C-4C49A49074FF}"/>
              </a:ext>
            </a:extLst>
          </p:cNvPr>
          <p:cNvCxnSpPr>
            <a:cxnSpLocks/>
          </p:cNvCxnSpPr>
          <p:nvPr/>
        </p:nvCxnSpPr>
        <p:spPr>
          <a:xfrm>
            <a:off x="2010630" y="4106628"/>
            <a:ext cx="4967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250998C-718F-56E5-DEAA-61255ACC50C6}"/>
              </a:ext>
            </a:extLst>
          </p:cNvPr>
          <p:cNvCxnSpPr>
            <a:cxnSpLocks/>
          </p:cNvCxnSpPr>
          <p:nvPr/>
        </p:nvCxnSpPr>
        <p:spPr>
          <a:xfrm>
            <a:off x="1070787" y="4106628"/>
            <a:ext cx="500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8D23C66-F48D-6F02-A75C-9FE311F5C6EF}"/>
              </a:ext>
            </a:extLst>
          </p:cNvPr>
          <p:cNvCxnSpPr>
            <a:cxnSpLocks/>
          </p:cNvCxnSpPr>
          <p:nvPr/>
        </p:nvCxnSpPr>
        <p:spPr>
          <a:xfrm>
            <a:off x="2946800" y="4106628"/>
            <a:ext cx="49674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2C82DE96-5214-F525-DB04-DD808DD52C69}"/>
              </a:ext>
            </a:extLst>
          </p:cNvPr>
          <p:cNvCxnSpPr>
            <a:cxnSpLocks/>
          </p:cNvCxnSpPr>
          <p:nvPr/>
        </p:nvCxnSpPr>
        <p:spPr>
          <a:xfrm>
            <a:off x="3882969" y="4106628"/>
            <a:ext cx="17241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E72F4CD2-0002-E6C2-3C84-2C1B06F07D5C}"/>
              </a:ext>
            </a:extLst>
          </p:cNvPr>
          <p:cNvCxnSpPr>
            <a:cxnSpLocks/>
            <a:stCxn id="21" idx="3"/>
            <a:endCxn id="72" idx="1"/>
          </p:cNvCxnSpPr>
          <p:nvPr/>
        </p:nvCxnSpPr>
        <p:spPr>
          <a:xfrm>
            <a:off x="6046556" y="4106628"/>
            <a:ext cx="16846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5CDA6CE2-3837-A98B-AC63-75A62C35786F}"/>
              </a:ext>
            </a:extLst>
          </p:cNvPr>
          <p:cNvCxnSpPr>
            <a:cxnSpLocks/>
            <a:stCxn id="72" idx="0"/>
            <a:endCxn id="29" idx="2"/>
          </p:cNvCxnSpPr>
          <p:nvPr/>
        </p:nvCxnSpPr>
        <p:spPr>
          <a:xfrm flipV="1">
            <a:off x="7950889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9299277B-A282-6A09-8B3C-151C6B51EF95}"/>
              </a:ext>
            </a:extLst>
          </p:cNvPr>
          <p:cNvCxnSpPr>
            <a:cxnSpLocks/>
            <a:stCxn id="27" idx="0"/>
            <a:endCxn id="72" idx="2"/>
          </p:cNvCxnSpPr>
          <p:nvPr/>
        </p:nvCxnSpPr>
        <p:spPr>
          <a:xfrm flipH="1" flipV="1">
            <a:off x="7950889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꺾인 연결선[E] 143">
            <a:extLst>
              <a:ext uri="{FF2B5EF4-FFF2-40B4-BE49-F238E27FC236}">
                <a16:creationId xmlns:a16="http://schemas.microsoft.com/office/drawing/2014/main" id="{A0CA9346-2D8D-6EC4-83EB-38955F92C84D}"/>
              </a:ext>
            </a:extLst>
          </p:cNvPr>
          <p:cNvCxnSpPr>
            <a:cxnSpLocks/>
            <a:stCxn id="33" idx="3"/>
            <a:endCxn id="52" idx="1"/>
          </p:cNvCxnSpPr>
          <p:nvPr/>
        </p:nvCxnSpPr>
        <p:spPr>
          <a:xfrm>
            <a:off x="3882969" y="4106628"/>
            <a:ext cx="1724167" cy="114343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[E] 146">
            <a:extLst>
              <a:ext uri="{FF2B5EF4-FFF2-40B4-BE49-F238E27FC236}">
                <a16:creationId xmlns:a16="http://schemas.microsoft.com/office/drawing/2014/main" id="{6C2E27B5-0886-8978-A1F3-16F03CA94BD8}"/>
              </a:ext>
            </a:extLst>
          </p:cNvPr>
          <p:cNvCxnSpPr>
            <a:cxnSpLocks/>
            <a:stCxn id="52" idx="3"/>
            <a:endCxn id="150" idx="1"/>
          </p:cNvCxnSpPr>
          <p:nvPr/>
        </p:nvCxnSpPr>
        <p:spPr>
          <a:xfrm flipV="1">
            <a:off x="6046556" y="4721444"/>
            <a:ext cx="1135116" cy="52862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956BEA3E-1FB8-CF2E-22D1-6A8F37E929CA}"/>
              </a:ext>
            </a:extLst>
          </p:cNvPr>
          <p:cNvSpPr/>
          <p:nvPr/>
        </p:nvSpPr>
        <p:spPr>
          <a:xfrm>
            <a:off x="7181672" y="4440693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172953B-7D48-BFE1-8F2E-CC0382EEC4B1}"/>
              </a:ext>
            </a:extLst>
          </p:cNvPr>
          <p:cNvSpPr/>
          <p:nvPr/>
        </p:nvSpPr>
        <p:spPr>
          <a:xfrm>
            <a:off x="7725582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60" name="꺾인 연결선[E] 159">
            <a:extLst>
              <a:ext uri="{FF2B5EF4-FFF2-40B4-BE49-F238E27FC236}">
                <a16:creationId xmlns:a16="http://schemas.microsoft.com/office/drawing/2014/main" id="{D240EC9D-4D71-860E-E6CC-502A43A5073C}"/>
              </a:ext>
            </a:extLst>
          </p:cNvPr>
          <p:cNvCxnSpPr>
            <a:cxnSpLocks/>
            <a:stCxn id="150" idx="3"/>
            <a:endCxn id="154" idx="2"/>
          </p:cNvCxnSpPr>
          <p:nvPr/>
        </p:nvCxnSpPr>
        <p:spPr>
          <a:xfrm flipV="1">
            <a:off x="7460319" y="4418871"/>
            <a:ext cx="404587" cy="30257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C12656C3-03E1-DFD0-A5C1-291FE0E8ACA2}"/>
              </a:ext>
            </a:extLst>
          </p:cNvPr>
          <p:cNvCxnSpPr>
            <a:cxnSpLocks/>
            <a:stCxn id="150" idx="1"/>
            <a:endCxn id="150" idx="3"/>
          </p:cNvCxnSpPr>
          <p:nvPr/>
        </p:nvCxnSpPr>
        <p:spPr>
          <a:xfrm>
            <a:off x="7181672" y="4721444"/>
            <a:ext cx="278647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655942B-4429-79BD-605A-C61F8B418ECF}"/>
                  </a:ext>
                </a:extLst>
              </p:cNvPr>
              <p:cNvSpPr txBox="1"/>
              <p:nvPr/>
            </p:nvSpPr>
            <p:spPr>
              <a:xfrm>
                <a:off x="3899169" y="2017929"/>
                <a:ext cx="36790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b="1" dirty="0"/>
                  <a:t>Decoder</a:t>
                </a:r>
                <a:r>
                  <a:rPr kumimoji="1" lang="en-US" altLang="ko-KR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ko-KR" sz="2000" b="1" i="0" smtClean="0">
                        <a:latin typeface="Cambria Math" panose="02040503050406030204" pitchFamily="18" charset="0"/>
                      </a:rPr>
                      <m:t>𝐜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655942B-4429-79BD-605A-C61F8B418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169" y="2017929"/>
                <a:ext cx="3679020" cy="400110"/>
              </a:xfrm>
              <a:prstGeom prst="rect">
                <a:avLst/>
              </a:prstGeom>
              <a:blipFill>
                <a:blip r:embed="rId17"/>
                <a:stretch>
                  <a:fillRect l="-2069" t="-6061" b="-242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TextBox 183">
            <a:extLst>
              <a:ext uri="{FF2B5EF4-FFF2-40B4-BE49-F238E27FC236}">
                <a16:creationId xmlns:a16="http://schemas.microsoft.com/office/drawing/2014/main" id="{2A4765A8-FD36-7CD6-90B5-37F5EEA284EA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Sutskever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al, Sequence to sequence learning with neural networks,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2014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F6F2D7-D94D-6EBE-39A1-6BE33452C15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8326097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220A-0278-1124-5512-FC22EB7E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ko-KR" dirty="0"/>
              <a:t>Sequence-to-Sequence with RNNs 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F7F2A0-6B63-C6B6-64F6-4DE0300F4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Recall machine translation with seq2seq modeling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77165-0F96-D1F8-FAFE-7231369357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54</a:t>
            </a:fld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/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1">
            <a:extLst>
              <a:ext uri="{FF2B5EF4-FFF2-40B4-BE49-F238E27FC236}">
                <a16:creationId xmlns:a16="http://schemas.microsoft.com/office/drawing/2014/main" id="{34891093-F2DF-A630-D817-24625B567060}"/>
              </a:ext>
            </a:extLst>
          </p:cNvPr>
          <p:cNvSpPr txBox="1"/>
          <p:nvPr/>
        </p:nvSpPr>
        <p:spPr>
          <a:xfrm>
            <a:off x="703934" y="5707555"/>
            <a:ext cx="299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we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E9FC08D-FDB3-9931-86F4-4080A735E30D}"/>
              </a:ext>
            </a:extLst>
          </p:cNvPr>
          <p:cNvSpPr txBox="1"/>
          <p:nvPr/>
        </p:nvSpPr>
        <p:spPr>
          <a:xfrm>
            <a:off x="1627977" y="5707555"/>
            <a:ext cx="32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A922632A-3A02-8005-DFDD-D5CF328447B5}"/>
              </a:ext>
            </a:extLst>
          </p:cNvPr>
          <p:cNvSpPr txBox="1"/>
          <p:nvPr/>
        </p:nvSpPr>
        <p:spPr>
          <a:xfrm>
            <a:off x="2424699" y="5707555"/>
            <a:ext cx="604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eating</a:t>
            </a:r>
            <a:endParaRPr sz="1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/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/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/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/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/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/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25">
                <a:extLst>
                  <a:ext uri="{FF2B5EF4-FFF2-40B4-BE49-F238E27FC236}">
                    <a16:creationId xmlns:a16="http://schemas.microsoft.com/office/drawing/2014/main" id="{E5A0A70A-196F-4376-345A-51AAB01BA17C}"/>
                  </a:ext>
                </a:extLst>
              </p:cNvPr>
              <p:cNvSpPr txBox="1"/>
              <p:nvPr/>
            </p:nvSpPr>
            <p:spPr>
              <a:xfrm>
                <a:off x="7745785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7" name="object 25">
                <a:extLst>
                  <a:ext uri="{FF2B5EF4-FFF2-40B4-BE49-F238E27FC236}">
                    <a16:creationId xmlns:a16="http://schemas.microsoft.com/office/drawing/2014/main" id="{E5A0A70A-196F-4376-345A-51AAB01BA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785" y="4947804"/>
                <a:ext cx="410209" cy="6045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26">
                <a:extLst>
                  <a:ext uri="{FF2B5EF4-FFF2-40B4-BE49-F238E27FC236}">
                    <a16:creationId xmlns:a16="http://schemas.microsoft.com/office/drawing/2014/main" id="{11B4CB15-FF70-9F59-2FAB-C34BC5D0B97C}"/>
                  </a:ext>
                </a:extLst>
              </p:cNvPr>
              <p:cNvSpPr txBox="1"/>
              <p:nvPr/>
            </p:nvSpPr>
            <p:spPr>
              <a:xfrm>
                <a:off x="8888785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8" name="object 26">
                <a:extLst>
                  <a:ext uri="{FF2B5EF4-FFF2-40B4-BE49-F238E27FC236}">
                    <a16:creationId xmlns:a16="http://schemas.microsoft.com/office/drawing/2014/main" id="{11B4CB15-FF70-9F59-2FAB-C34BC5D0B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785" y="4947804"/>
                <a:ext cx="410209" cy="6045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27">
                <a:extLst>
                  <a:ext uri="{FF2B5EF4-FFF2-40B4-BE49-F238E27FC236}">
                    <a16:creationId xmlns:a16="http://schemas.microsoft.com/office/drawing/2014/main" id="{083204A9-43FA-190B-8A56-2D4AC0FDB247}"/>
                  </a:ext>
                </a:extLst>
              </p:cNvPr>
              <p:cNvSpPr txBox="1"/>
              <p:nvPr/>
            </p:nvSpPr>
            <p:spPr>
              <a:xfrm>
                <a:off x="7745785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9" name="object 27">
                <a:extLst>
                  <a:ext uri="{FF2B5EF4-FFF2-40B4-BE49-F238E27FC236}">
                    <a16:creationId xmlns:a16="http://schemas.microsoft.com/office/drawing/2014/main" id="{083204A9-43FA-190B-8A56-2D4AC0FDB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785" y="2637801"/>
                <a:ext cx="410209" cy="6045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28">
                <a:extLst>
                  <a:ext uri="{FF2B5EF4-FFF2-40B4-BE49-F238E27FC236}">
                    <a16:creationId xmlns:a16="http://schemas.microsoft.com/office/drawing/2014/main" id="{68EB6088-57A6-0C2C-1730-B5F24CE629F7}"/>
                  </a:ext>
                </a:extLst>
              </p:cNvPr>
              <p:cNvSpPr txBox="1"/>
              <p:nvPr/>
            </p:nvSpPr>
            <p:spPr>
              <a:xfrm>
                <a:off x="8888785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0" name="object 28">
                <a:extLst>
                  <a:ext uri="{FF2B5EF4-FFF2-40B4-BE49-F238E27FC236}">
                    <a16:creationId xmlns:a16="http://schemas.microsoft.com/office/drawing/2014/main" id="{68EB6088-57A6-0C2C-1730-B5F24CE62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785" y="2637801"/>
                <a:ext cx="410209" cy="6045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bject 29">
            <a:extLst>
              <a:ext uri="{FF2B5EF4-FFF2-40B4-BE49-F238E27FC236}">
                <a16:creationId xmlns:a16="http://schemas.microsoft.com/office/drawing/2014/main" id="{384DF9A3-DED2-CD79-0AB4-4DDD79EEF4BA}"/>
              </a:ext>
            </a:extLst>
          </p:cNvPr>
          <p:cNvSpPr txBox="1"/>
          <p:nvPr/>
        </p:nvSpPr>
        <p:spPr>
          <a:xfrm>
            <a:off x="3379567" y="5707555"/>
            <a:ext cx="566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bread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/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blipFill>
                <a:blip r:embed="rId13"/>
                <a:stretch>
                  <a:fillRect r="-3226"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/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50">
                <a:extLst>
                  <a:ext uri="{FF2B5EF4-FFF2-40B4-BE49-F238E27FC236}">
                    <a16:creationId xmlns:a16="http://schemas.microsoft.com/office/drawing/2014/main" id="{29525611-6370-6D46-0BFF-ACCB6DAFE755}"/>
                  </a:ext>
                </a:extLst>
              </p:cNvPr>
              <p:cNvSpPr txBox="1"/>
              <p:nvPr/>
            </p:nvSpPr>
            <p:spPr>
              <a:xfrm>
                <a:off x="5607136" y="4947804"/>
                <a:ext cx="439420" cy="604520"/>
              </a:xfrm>
              <a:prstGeom prst="rect">
                <a:avLst/>
              </a:prstGeom>
              <a:solidFill>
                <a:srgbClr val="EBDAF3"/>
              </a:solidFill>
              <a:ln w="12700">
                <a:solidFill>
                  <a:srgbClr val="BC44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2000" b="1" i="0" smtClean="0">
                          <a:latin typeface="Cambria Math" panose="02040503050406030204" pitchFamily="18" charset="0"/>
                          <a:cs typeface="Calibri"/>
                        </a:rPr>
                        <m:t>𝐜</m:t>
                      </m:r>
                    </m:oMath>
                  </m:oMathPara>
                </a14:m>
                <a:endParaRPr sz="2000" b="1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2" name="object 50">
                <a:extLst>
                  <a:ext uri="{FF2B5EF4-FFF2-40B4-BE49-F238E27FC236}">
                    <a16:creationId xmlns:a16="http://schemas.microsoft.com/office/drawing/2014/main" id="{29525611-6370-6D46-0BFF-ACCB6DAFE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36" y="4947804"/>
                <a:ext cx="439420" cy="6045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>
                <a:solidFill>
                  <a:srgbClr val="BC44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object 24">
            <a:extLst>
              <a:ext uri="{FF2B5EF4-FFF2-40B4-BE49-F238E27FC236}">
                <a16:creationId xmlns:a16="http://schemas.microsoft.com/office/drawing/2014/main" id="{C11EC3C8-B404-0845-7D8A-732E78D6C7C9}"/>
              </a:ext>
            </a:extLst>
          </p:cNvPr>
          <p:cNvSpPr txBox="1"/>
          <p:nvPr/>
        </p:nvSpPr>
        <p:spPr>
          <a:xfrm>
            <a:off x="7600305" y="5707555"/>
            <a:ext cx="727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[START]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0" name="object 36">
            <a:extLst>
              <a:ext uri="{FF2B5EF4-FFF2-40B4-BE49-F238E27FC236}">
                <a16:creationId xmlns:a16="http://schemas.microsoft.com/office/drawing/2014/main" id="{EB4D263C-0212-7815-6F61-747F973E643F}"/>
              </a:ext>
            </a:extLst>
          </p:cNvPr>
          <p:cNvSpPr txBox="1"/>
          <p:nvPr/>
        </p:nvSpPr>
        <p:spPr>
          <a:xfrm>
            <a:off x="8687233" y="5707555"/>
            <a:ext cx="802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estamos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1" name="object 24">
            <a:extLst>
              <a:ext uri="{FF2B5EF4-FFF2-40B4-BE49-F238E27FC236}">
                <a16:creationId xmlns:a16="http://schemas.microsoft.com/office/drawing/2014/main" id="{303C4FFB-647B-1A72-B89A-4FEB76E44F60}"/>
              </a:ext>
            </a:extLst>
          </p:cNvPr>
          <p:cNvSpPr txBox="1"/>
          <p:nvPr/>
        </p:nvSpPr>
        <p:spPr>
          <a:xfrm>
            <a:off x="7563283" y="2104819"/>
            <a:ext cx="802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estamos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2" name="object 31">
            <a:extLst>
              <a:ext uri="{FF2B5EF4-FFF2-40B4-BE49-F238E27FC236}">
                <a16:creationId xmlns:a16="http://schemas.microsoft.com/office/drawing/2014/main" id="{B0BC4DBC-128B-2558-4177-C353CD51E986}"/>
              </a:ext>
            </a:extLst>
          </p:cNvPr>
          <p:cNvSpPr txBox="1"/>
          <p:nvPr/>
        </p:nvSpPr>
        <p:spPr>
          <a:xfrm>
            <a:off x="7563283" y="2104819"/>
            <a:ext cx="2000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0450" algn="l"/>
              </a:tabLst>
            </a:pPr>
            <a:r>
              <a:rPr sz="1800" spc="-10" dirty="0">
                <a:latin typeface="Calibri"/>
                <a:cs typeface="Calibri"/>
              </a:rPr>
              <a:t>estamos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15" baseline="1543" dirty="0">
                <a:latin typeface="Calibri"/>
                <a:cs typeface="Calibri"/>
              </a:rPr>
              <a:t>comiendo</a:t>
            </a:r>
            <a:endParaRPr sz="2700" baseline="1543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25040E8-48D1-C169-1E86-D0DA91D82AAB}"/>
                  </a:ext>
                </a:extLst>
              </p:cNvPr>
              <p:cNvSpPr txBox="1"/>
              <p:nvPr/>
            </p:nvSpPr>
            <p:spPr>
              <a:xfrm>
                <a:off x="352271" y="1773777"/>
                <a:ext cx="3559757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b="1" dirty="0"/>
                  <a:t>Input</a:t>
                </a:r>
                <a:r>
                  <a:rPr kumimoji="1" lang="en-US" altLang="ko-KR" sz="2000" dirty="0"/>
                  <a:t>: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  …, 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kumimoji="1" lang="en-US" altLang="ko-KR" sz="2000" dirty="0"/>
              </a:p>
              <a:p>
                <a:r>
                  <a:rPr kumimoji="1" lang="en-US" altLang="ko-KR" sz="2000" b="1" dirty="0"/>
                  <a:t>Output</a:t>
                </a:r>
                <a:r>
                  <a:rPr kumimoji="1" lang="en-US" altLang="ko-KR" sz="2000" dirty="0"/>
                  <a:t>: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  …, 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p>
                          <m:sSup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endParaRPr kumimoji="1" lang="en-US" altLang="ko-KR" sz="2000" dirty="0"/>
              </a:p>
              <a:p>
                <a:endParaRPr kumimoji="1" lang="en-US" altLang="ko-KR" sz="2000" dirty="0"/>
              </a:p>
              <a:p>
                <a:r>
                  <a:rPr kumimoji="1" lang="en-US" altLang="ko-KR" sz="2000" b="1" dirty="0"/>
                  <a:t>Encoder</a:t>
                </a:r>
                <a:r>
                  <a:rPr kumimoji="1" lang="en-US" altLang="ko-KR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25040E8-48D1-C169-1E86-D0DA91D82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71" y="1773777"/>
                <a:ext cx="3559757" cy="1323439"/>
              </a:xfrm>
              <a:prstGeom prst="rect">
                <a:avLst/>
              </a:prstGeom>
              <a:blipFill>
                <a:blip r:embed="rId16"/>
                <a:stretch>
                  <a:fillRect l="-1773" t="-2857" b="-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bject 35">
                <a:extLst>
                  <a:ext uri="{FF2B5EF4-FFF2-40B4-BE49-F238E27FC236}">
                    <a16:creationId xmlns:a16="http://schemas.microsoft.com/office/drawing/2014/main" id="{59FDFF09-DC2D-8C1E-C071-254D64C02F37}"/>
                  </a:ext>
                </a:extLst>
              </p:cNvPr>
              <p:cNvSpPr txBox="1"/>
              <p:nvPr/>
            </p:nvSpPr>
            <p:spPr>
              <a:xfrm>
                <a:off x="7731179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2" name="object 35">
                <a:extLst>
                  <a:ext uri="{FF2B5EF4-FFF2-40B4-BE49-F238E27FC236}">
                    <a16:creationId xmlns:a16="http://schemas.microsoft.com/office/drawing/2014/main" id="{59FDFF09-DC2D-8C1E-C071-254D64C02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1179" y="3804368"/>
                <a:ext cx="439420" cy="604520"/>
              </a:xfrm>
              <a:prstGeom prst="rect">
                <a:avLst/>
              </a:prstGeom>
              <a:blipFill>
                <a:blip r:embed="rId17"/>
                <a:stretch>
                  <a:fillRect r="-13889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bject 35">
                <a:extLst>
                  <a:ext uri="{FF2B5EF4-FFF2-40B4-BE49-F238E27FC236}">
                    <a16:creationId xmlns:a16="http://schemas.microsoft.com/office/drawing/2014/main" id="{F4E34D2A-76AD-16FA-B647-16635FB074B1}"/>
                  </a:ext>
                </a:extLst>
              </p:cNvPr>
              <p:cNvSpPr txBox="1"/>
              <p:nvPr/>
            </p:nvSpPr>
            <p:spPr>
              <a:xfrm>
                <a:off x="8874179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4" name="object 35">
                <a:extLst>
                  <a:ext uri="{FF2B5EF4-FFF2-40B4-BE49-F238E27FC236}">
                    <a16:creationId xmlns:a16="http://schemas.microsoft.com/office/drawing/2014/main" id="{F4E34D2A-76AD-16FA-B647-16635FB07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4179" y="3804368"/>
                <a:ext cx="439420" cy="604520"/>
              </a:xfrm>
              <a:prstGeom prst="rect">
                <a:avLst/>
              </a:prstGeom>
              <a:blipFill>
                <a:blip r:embed="rId18"/>
                <a:stretch>
                  <a:fillRect r="-13889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/>
              <p:nvPr/>
            </p:nvSpPr>
            <p:spPr>
              <a:xfrm>
                <a:off x="3921891" y="2756900"/>
                <a:ext cx="3810274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dirty="0"/>
                  <a:t>From final hidden state predict: </a:t>
                </a:r>
              </a:p>
              <a:p>
                <a:r>
                  <a:rPr kumimoji="1" lang="en-US" altLang="ko-KR" sz="2000" b="1" dirty="0"/>
                  <a:t>Initial decoder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ar-AE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ko-KR" sz="2000" dirty="0"/>
              </a:p>
              <a:p>
                <a:r>
                  <a:rPr kumimoji="1" lang="en-US" altLang="ko-KR" sz="2000" b="1" dirty="0"/>
                  <a:t>Context vector </a:t>
                </a:r>
                <a14:m>
                  <m:oMath xmlns:m="http://schemas.openxmlformats.org/officeDocument/2006/math">
                    <m:r>
                      <a:rPr kumimoji="1" lang="en-US" altLang="ko-KR" sz="2000" b="1" i="0" dirty="0" smtClean="0">
                        <a:latin typeface="Cambria Math" panose="02040503050406030204" pitchFamily="18" charset="0"/>
                      </a:rPr>
                      <m:t>𝐜</m:t>
                    </m:r>
                  </m:oMath>
                </a14:m>
                <a:r>
                  <a:rPr kumimoji="1" lang="en-US" altLang="ko-KR" sz="2000" dirty="0"/>
                  <a:t> (often </a:t>
                </a:r>
                <a14:m>
                  <m:oMath xmlns:m="http://schemas.openxmlformats.org/officeDocument/2006/math">
                    <m:r>
                      <a:rPr kumimoji="1" lang="en-US" altLang="ko-KR" sz="2000" b="1" i="0" dirty="0" smtClean="0">
                        <a:latin typeface="Cambria Math" panose="02040503050406030204" pitchFamily="18" charset="0"/>
                      </a:rPr>
                      <m:t>𝐜</m:t>
                    </m:r>
                    <m:r>
                      <a:rPr kumimoji="1" lang="en-US" altLang="ko-KR" sz="20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dirty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kumimoji="1" lang="en-US" altLang="ko-KR" sz="2000" dirty="0"/>
                  <a:t>)</a:t>
                </a:r>
                <a:endParaRPr kumimoji="1" lang="ko-KR" altLang="en-US" sz="20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891" y="2756900"/>
                <a:ext cx="3810274" cy="1015663"/>
              </a:xfrm>
              <a:prstGeom prst="rect">
                <a:avLst/>
              </a:prstGeom>
              <a:blipFill>
                <a:blip r:embed="rId19"/>
                <a:stretch>
                  <a:fillRect l="-1661" t="-2439" r="-997" b="-85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C2AFB77-5884-F5F3-3079-69A740D1D2EF}"/>
              </a:ext>
            </a:extLst>
          </p:cNvPr>
          <p:cNvCxnSpPr>
            <a:stCxn id="32" idx="0"/>
            <a:endCxn id="33" idx="2"/>
          </p:cNvCxnSpPr>
          <p:nvPr/>
        </p:nvCxnSpPr>
        <p:spPr>
          <a:xfrm flipV="1">
            <a:off x="3663259" y="4408888"/>
            <a:ext cx="0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7CA5A02-1BDC-6F20-0E2E-528240DDF5D8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2726863" y="4408888"/>
            <a:ext cx="227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F6BDE7A9-1895-45EE-2DFF-4B028E31371D}"/>
              </a:ext>
            </a:extLst>
          </p:cNvPr>
          <p:cNvCxnSpPr>
            <a:cxnSpLocks/>
            <a:stCxn id="16" idx="0"/>
            <a:endCxn id="19" idx="2"/>
          </p:cNvCxnSpPr>
          <p:nvPr/>
        </p:nvCxnSpPr>
        <p:spPr>
          <a:xfrm flipV="1">
            <a:off x="1790694" y="4408888"/>
            <a:ext cx="226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C6C9792-105A-3880-7A9F-6E1C540D46EA}"/>
              </a:ext>
            </a:extLst>
          </p:cNvPr>
          <p:cNvCxnSpPr>
            <a:cxnSpLocks/>
            <a:stCxn id="12" idx="0"/>
            <a:endCxn id="18" idx="2"/>
          </p:cNvCxnSpPr>
          <p:nvPr/>
        </p:nvCxnSpPr>
        <p:spPr>
          <a:xfrm flipH="1" flipV="1">
            <a:off x="851077" y="4408888"/>
            <a:ext cx="3448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C694EA8F-B171-77FE-FE4C-4C49A49074FF}"/>
              </a:ext>
            </a:extLst>
          </p:cNvPr>
          <p:cNvCxnSpPr>
            <a:cxnSpLocks/>
          </p:cNvCxnSpPr>
          <p:nvPr/>
        </p:nvCxnSpPr>
        <p:spPr>
          <a:xfrm>
            <a:off x="2010630" y="4106628"/>
            <a:ext cx="4967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250998C-718F-56E5-DEAA-61255ACC50C6}"/>
              </a:ext>
            </a:extLst>
          </p:cNvPr>
          <p:cNvCxnSpPr>
            <a:cxnSpLocks/>
          </p:cNvCxnSpPr>
          <p:nvPr/>
        </p:nvCxnSpPr>
        <p:spPr>
          <a:xfrm>
            <a:off x="1070787" y="4106628"/>
            <a:ext cx="500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8D23C66-F48D-6F02-A75C-9FE311F5C6EF}"/>
              </a:ext>
            </a:extLst>
          </p:cNvPr>
          <p:cNvCxnSpPr>
            <a:cxnSpLocks/>
          </p:cNvCxnSpPr>
          <p:nvPr/>
        </p:nvCxnSpPr>
        <p:spPr>
          <a:xfrm>
            <a:off x="2946800" y="4106628"/>
            <a:ext cx="49674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2C82DE96-5214-F525-DB04-DD808DD52C69}"/>
              </a:ext>
            </a:extLst>
          </p:cNvPr>
          <p:cNvCxnSpPr>
            <a:cxnSpLocks/>
          </p:cNvCxnSpPr>
          <p:nvPr/>
        </p:nvCxnSpPr>
        <p:spPr>
          <a:xfrm>
            <a:off x="3882969" y="4106628"/>
            <a:ext cx="17241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E72F4CD2-0002-E6C2-3C84-2C1B06F07D5C}"/>
              </a:ext>
            </a:extLst>
          </p:cNvPr>
          <p:cNvCxnSpPr>
            <a:cxnSpLocks/>
            <a:stCxn id="21" idx="3"/>
            <a:endCxn id="72" idx="1"/>
          </p:cNvCxnSpPr>
          <p:nvPr/>
        </p:nvCxnSpPr>
        <p:spPr>
          <a:xfrm>
            <a:off x="6046556" y="4106628"/>
            <a:ext cx="16846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D0469CC1-C31D-A6BD-B4B2-AB6E5D2BB4C0}"/>
              </a:ext>
            </a:extLst>
          </p:cNvPr>
          <p:cNvCxnSpPr>
            <a:cxnSpLocks/>
            <a:stCxn id="72" idx="3"/>
            <a:endCxn id="74" idx="1"/>
          </p:cNvCxnSpPr>
          <p:nvPr/>
        </p:nvCxnSpPr>
        <p:spPr>
          <a:xfrm>
            <a:off x="8170599" y="4106628"/>
            <a:ext cx="7035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5CDA6CE2-3837-A98B-AC63-75A62C35786F}"/>
              </a:ext>
            </a:extLst>
          </p:cNvPr>
          <p:cNvCxnSpPr>
            <a:cxnSpLocks/>
            <a:stCxn id="72" idx="0"/>
            <a:endCxn id="29" idx="2"/>
          </p:cNvCxnSpPr>
          <p:nvPr/>
        </p:nvCxnSpPr>
        <p:spPr>
          <a:xfrm flipV="1">
            <a:off x="7950889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6D9FA776-DCDF-88E3-9F84-2AC045F4857E}"/>
              </a:ext>
            </a:extLst>
          </p:cNvPr>
          <p:cNvCxnSpPr>
            <a:cxnSpLocks/>
            <a:stCxn id="74" idx="0"/>
            <a:endCxn id="30" idx="2"/>
          </p:cNvCxnSpPr>
          <p:nvPr/>
        </p:nvCxnSpPr>
        <p:spPr>
          <a:xfrm flipV="1">
            <a:off x="9093889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9299277B-A282-6A09-8B3C-151C6B51EF95}"/>
              </a:ext>
            </a:extLst>
          </p:cNvPr>
          <p:cNvCxnSpPr>
            <a:cxnSpLocks/>
            <a:stCxn id="27" idx="0"/>
            <a:endCxn id="72" idx="2"/>
          </p:cNvCxnSpPr>
          <p:nvPr/>
        </p:nvCxnSpPr>
        <p:spPr>
          <a:xfrm flipH="1" flipV="1">
            <a:off x="7950889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B0FE8F43-5115-DBE2-F372-6EDC9F1C5F7E}"/>
              </a:ext>
            </a:extLst>
          </p:cNvPr>
          <p:cNvCxnSpPr>
            <a:cxnSpLocks/>
            <a:stCxn id="28" idx="0"/>
            <a:endCxn id="74" idx="2"/>
          </p:cNvCxnSpPr>
          <p:nvPr/>
        </p:nvCxnSpPr>
        <p:spPr>
          <a:xfrm flipH="1" flipV="1">
            <a:off x="9093889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꺾인 연결선[E] 143">
            <a:extLst>
              <a:ext uri="{FF2B5EF4-FFF2-40B4-BE49-F238E27FC236}">
                <a16:creationId xmlns:a16="http://schemas.microsoft.com/office/drawing/2014/main" id="{A0CA9346-2D8D-6EC4-83EB-38955F92C84D}"/>
              </a:ext>
            </a:extLst>
          </p:cNvPr>
          <p:cNvCxnSpPr>
            <a:cxnSpLocks/>
            <a:stCxn id="33" idx="3"/>
            <a:endCxn id="52" idx="1"/>
          </p:cNvCxnSpPr>
          <p:nvPr/>
        </p:nvCxnSpPr>
        <p:spPr>
          <a:xfrm>
            <a:off x="3882969" y="4106628"/>
            <a:ext cx="1724167" cy="114343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[E] 146">
            <a:extLst>
              <a:ext uri="{FF2B5EF4-FFF2-40B4-BE49-F238E27FC236}">
                <a16:creationId xmlns:a16="http://schemas.microsoft.com/office/drawing/2014/main" id="{6C2E27B5-0886-8978-A1F3-16F03CA94BD8}"/>
              </a:ext>
            </a:extLst>
          </p:cNvPr>
          <p:cNvCxnSpPr>
            <a:cxnSpLocks/>
            <a:stCxn id="52" idx="3"/>
            <a:endCxn id="150" idx="1"/>
          </p:cNvCxnSpPr>
          <p:nvPr/>
        </p:nvCxnSpPr>
        <p:spPr>
          <a:xfrm flipV="1">
            <a:off x="6046556" y="4721444"/>
            <a:ext cx="1135116" cy="52862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956BEA3E-1FB8-CF2E-22D1-6A8F37E929CA}"/>
              </a:ext>
            </a:extLst>
          </p:cNvPr>
          <p:cNvSpPr/>
          <p:nvPr/>
        </p:nvSpPr>
        <p:spPr>
          <a:xfrm>
            <a:off x="7181672" y="4440693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172953B-7D48-BFE1-8F2E-CC0382EEC4B1}"/>
              </a:ext>
            </a:extLst>
          </p:cNvPr>
          <p:cNvSpPr/>
          <p:nvPr/>
        </p:nvSpPr>
        <p:spPr>
          <a:xfrm>
            <a:off x="7725582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10D4EE20-7B52-4ACB-F1E5-2C247A5375F7}"/>
              </a:ext>
            </a:extLst>
          </p:cNvPr>
          <p:cNvSpPr/>
          <p:nvPr/>
        </p:nvSpPr>
        <p:spPr>
          <a:xfrm>
            <a:off x="8868582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60" name="꺾인 연결선[E] 159">
            <a:extLst>
              <a:ext uri="{FF2B5EF4-FFF2-40B4-BE49-F238E27FC236}">
                <a16:creationId xmlns:a16="http://schemas.microsoft.com/office/drawing/2014/main" id="{D240EC9D-4D71-860E-E6CC-502A43A5073C}"/>
              </a:ext>
            </a:extLst>
          </p:cNvPr>
          <p:cNvCxnSpPr>
            <a:cxnSpLocks/>
            <a:stCxn id="150" idx="3"/>
            <a:endCxn id="154" idx="2"/>
          </p:cNvCxnSpPr>
          <p:nvPr/>
        </p:nvCxnSpPr>
        <p:spPr>
          <a:xfrm flipV="1">
            <a:off x="7460319" y="4418871"/>
            <a:ext cx="404587" cy="30257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C12656C3-03E1-DFD0-A5C1-291FE0E8ACA2}"/>
              </a:ext>
            </a:extLst>
          </p:cNvPr>
          <p:cNvCxnSpPr>
            <a:cxnSpLocks/>
            <a:stCxn id="150" idx="1"/>
            <a:endCxn id="150" idx="3"/>
          </p:cNvCxnSpPr>
          <p:nvPr/>
        </p:nvCxnSpPr>
        <p:spPr>
          <a:xfrm>
            <a:off x="7181672" y="4721444"/>
            <a:ext cx="278647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꺾인 연결선[E] 165">
            <a:extLst>
              <a:ext uri="{FF2B5EF4-FFF2-40B4-BE49-F238E27FC236}">
                <a16:creationId xmlns:a16="http://schemas.microsoft.com/office/drawing/2014/main" id="{FF196F62-DACE-C364-8174-D7E9D05447C2}"/>
              </a:ext>
            </a:extLst>
          </p:cNvPr>
          <p:cNvCxnSpPr>
            <a:cxnSpLocks/>
            <a:stCxn id="150" idx="3"/>
            <a:endCxn id="155" idx="2"/>
          </p:cNvCxnSpPr>
          <p:nvPr/>
        </p:nvCxnSpPr>
        <p:spPr>
          <a:xfrm flipV="1">
            <a:off x="7460319" y="4418871"/>
            <a:ext cx="1547587" cy="30257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655942B-4429-79BD-605A-C61F8B418ECF}"/>
                  </a:ext>
                </a:extLst>
              </p:cNvPr>
              <p:cNvSpPr txBox="1"/>
              <p:nvPr/>
            </p:nvSpPr>
            <p:spPr>
              <a:xfrm>
                <a:off x="3899169" y="2017929"/>
                <a:ext cx="36790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b="1" dirty="0"/>
                  <a:t>Decoder</a:t>
                </a:r>
                <a:r>
                  <a:rPr kumimoji="1" lang="en-US" altLang="ko-KR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ko-KR" sz="2000" b="1" i="0" smtClean="0">
                        <a:latin typeface="Cambria Math" panose="02040503050406030204" pitchFamily="18" charset="0"/>
                      </a:rPr>
                      <m:t>𝐜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655942B-4429-79BD-605A-C61F8B418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169" y="2017929"/>
                <a:ext cx="3679020" cy="400110"/>
              </a:xfrm>
              <a:prstGeom prst="rect">
                <a:avLst/>
              </a:prstGeom>
              <a:blipFill>
                <a:blip r:embed="rId20"/>
                <a:stretch>
                  <a:fillRect l="-2069" t="-6061" b="-242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TextBox 183">
            <a:extLst>
              <a:ext uri="{FF2B5EF4-FFF2-40B4-BE49-F238E27FC236}">
                <a16:creationId xmlns:a16="http://schemas.microsoft.com/office/drawing/2014/main" id="{2A4765A8-FD36-7CD6-90B5-37F5EEA284EA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Sutskever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al, Sequence to sequence learning with neural networks,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2014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A4B32A-6C95-AA39-B4BF-014A5015089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2203457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220A-0278-1124-5512-FC22EB7E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ko-KR" dirty="0"/>
              <a:t>Sequence-to-Sequence with RNNs 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F7F2A0-6B63-C6B6-64F6-4DE0300F4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Recall machine translation with seq2seq modeling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77165-0F96-D1F8-FAFE-7231369357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55</a:t>
            </a:fld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/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1">
            <a:extLst>
              <a:ext uri="{FF2B5EF4-FFF2-40B4-BE49-F238E27FC236}">
                <a16:creationId xmlns:a16="http://schemas.microsoft.com/office/drawing/2014/main" id="{34891093-F2DF-A630-D817-24625B567060}"/>
              </a:ext>
            </a:extLst>
          </p:cNvPr>
          <p:cNvSpPr txBox="1"/>
          <p:nvPr/>
        </p:nvSpPr>
        <p:spPr>
          <a:xfrm>
            <a:off x="703934" y="5707555"/>
            <a:ext cx="299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we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E9FC08D-FDB3-9931-86F4-4080A735E30D}"/>
              </a:ext>
            </a:extLst>
          </p:cNvPr>
          <p:cNvSpPr txBox="1"/>
          <p:nvPr/>
        </p:nvSpPr>
        <p:spPr>
          <a:xfrm>
            <a:off x="1627977" y="5707555"/>
            <a:ext cx="32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A922632A-3A02-8005-DFDD-D5CF328447B5}"/>
              </a:ext>
            </a:extLst>
          </p:cNvPr>
          <p:cNvSpPr txBox="1"/>
          <p:nvPr/>
        </p:nvSpPr>
        <p:spPr>
          <a:xfrm>
            <a:off x="2424699" y="5707555"/>
            <a:ext cx="604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eating</a:t>
            </a:r>
            <a:endParaRPr sz="1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/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/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/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/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/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/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25">
                <a:extLst>
                  <a:ext uri="{FF2B5EF4-FFF2-40B4-BE49-F238E27FC236}">
                    <a16:creationId xmlns:a16="http://schemas.microsoft.com/office/drawing/2014/main" id="{E5A0A70A-196F-4376-345A-51AAB01BA17C}"/>
                  </a:ext>
                </a:extLst>
              </p:cNvPr>
              <p:cNvSpPr txBox="1"/>
              <p:nvPr/>
            </p:nvSpPr>
            <p:spPr>
              <a:xfrm>
                <a:off x="7745785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7" name="object 25">
                <a:extLst>
                  <a:ext uri="{FF2B5EF4-FFF2-40B4-BE49-F238E27FC236}">
                    <a16:creationId xmlns:a16="http://schemas.microsoft.com/office/drawing/2014/main" id="{E5A0A70A-196F-4376-345A-51AAB01BA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785" y="4947804"/>
                <a:ext cx="410209" cy="6045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26">
                <a:extLst>
                  <a:ext uri="{FF2B5EF4-FFF2-40B4-BE49-F238E27FC236}">
                    <a16:creationId xmlns:a16="http://schemas.microsoft.com/office/drawing/2014/main" id="{11B4CB15-FF70-9F59-2FAB-C34BC5D0B97C}"/>
                  </a:ext>
                </a:extLst>
              </p:cNvPr>
              <p:cNvSpPr txBox="1"/>
              <p:nvPr/>
            </p:nvSpPr>
            <p:spPr>
              <a:xfrm>
                <a:off x="8888785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8" name="object 26">
                <a:extLst>
                  <a:ext uri="{FF2B5EF4-FFF2-40B4-BE49-F238E27FC236}">
                    <a16:creationId xmlns:a16="http://schemas.microsoft.com/office/drawing/2014/main" id="{11B4CB15-FF70-9F59-2FAB-C34BC5D0B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785" y="4947804"/>
                <a:ext cx="410209" cy="6045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27">
                <a:extLst>
                  <a:ext uri="{FF2B5EF4-FFF2-40B4-BE49-F238E27FC236}">
                    <a16:creationId xmlns:a16="http://schemas.microsoft.com/office/drawing/2014/main" id="{083204A9-43FA-190B-8A56-2D4AC0FDB247}"/>
                  </a:ext>
                </a:extLst>
              </p:cNvPr>
              <p:cNvSpPr txBox="1"/>
              <p:nvPr/>
            </p:nvSpPr>
            <p:spPr>
              <a:xfrm>
                <a:off x="7745785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9" name="object 27">
                <a:extLst>
                  <a:ext uri="{FF2B5EF4-FFF2-40B4-BE49-F238E27FC236}">
                    <a16:creationId xmlns:a16="http://schemas.microsoft.com/office/drawing/2014/main" id="{083204A9-43FA-190B-8A56-2D4AC0FDB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785" y="2637801"/>
                <a:ext cx="410209" cy="6045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28">
                <a:extLst>
                  <a:ext uri="{FF2B5EF4-FFF2-40B4-BE49-F238E27FC236}">
                    <a16:creationId xmlns:a16="http://schemas.microsoft.com/office/drawing/2014/main" id="{68EB6088-57A6-0C2C-1730-B5F24CE629F7}"/>
                  </a:ext>
                </a:extLst>
              </p:cNvPr>
              <p:cNvSpPr txBox="1"/>
              <p:nvPr/>
            </p:nvSpPr>
            <p:spPr>
              <a:xfrm>
                <a:off x="8888785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0" name="object 28">
                <a:extLst>
                  <a:ext uri="{FF2B5EF4-FFF2-40B4-BE49-F238E27FC236}">
                    <a16:creationId xmlns:a16="http://schemas.microsoft.com/office/drawing/2014/main" id="{68EB6088-57A6-0C2C-1730-B5F24CE62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785" y="2637801"/>
                <a:ext cx="410209" cy="6045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bject 29">
            <a:extLst>
              <a:ext uri="{FF2B5EF4-FFF2-40B4-BE49-F238E27FC236}">
                <a16:creationId xmlns:a16="http://schemas.microsoft.com/office/drawing/2014/main" id="{384DF9A3-DED2-CD79-0AB4-4DDD79EEF4BA}"/>
              </a:ext>
            </a:extLst>
          </p:cNvPr>
          <p:cNvSpPr txBox="1"/>
          <p:nvPr/>
        </p:nvSpPr>
        <p:spPr>
          <a:xfrm>
            <a:off x="3379567" y="5707555"/>
            <a:ext cx="566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bread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/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blipFill>
                <a:blip r:embed="rId13"/>
                <a:stretch>
                  <a:fillRect r="-3226"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/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33">
                <a:extLst>
                  <a:ext uri="{FF2B5EF4-FFF2-40B4-BE49-F238E27FC236}">
                    <a16:creationId xmlns:a16="http://schemas.microsoft.com/office/drawing/2014/main" id="{E1102479-302E-3BBA-62A6-112E3B722FD9}"/>
                  </a:ext>
                </a:extLst>
              </p:cNvPr>
              <p:cNvSpPr txBox="1"/>
              <p:nvPr/>
            </p:nvSpPr>
            <p:spPr>
              <a:xfrm>
                <a:off x="9992371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5" name="object 33">
                <a:extLst>
                  <a:ext uri="{FF2B5EF4-FFF2-40B4-BE49-F238E27FC236}">
                    <a16:creationId xmlns:a16="http://schemas.microsoft.com/office/drawing/2014/main" id="{E1102479-302E-3BBA-62A6-112E3B722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2371" y="4947804"/>
                <a:ext cx="410209" cy="6045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34">
                <a:extLst>
                  <a:ext uri="{FF2B5EF4-FFF2-40B4-BE49-F238E27FC236}">
                    <a16:creationId xmlns:a16="http://schemas.microsoft.com/office/drawing/2014/main" id="{FBEF0ACB-62FA-E674-24C1-C6D11D1EC64F}"/>
                  </a:ext>
                </a:extLst>
              </p:cNvPr>
              <p:cNvSpPr txBox="1"/>
              <p:nvPr/>
            </p:nvSpPr>
            <p:spPr>
              <a:xfrm>
                <a:off x="11127488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6" name="object 34">
                <a:extLst>
                  <a:ext uri="{FF2B5EF4-FFF2-40B4-BE49-F238E27FC236}">
                    <a16:creationId xmlns:a16="http://schemas.microsoft.com/office/drawing/2014/main" id="{FBEF0ACB-62FA-E674-24C1-C6D11D1EC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7488" y="4947804"/>
                <a:ext cx="410209" cy="6045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35">
                <a:extLst>
                  <a:ext uri="{FF2B5EF4-FFF2-40B4-BE49-F238E27FC236}">
                    <a16:creationId xmlns:a16="http://schemas.microsoft.com/office/drawing/2014/main" id="{3A92438C-ABC7-B442-E5FE-97D6EBB740F2}"/>
                  </a:ext>
                </a:extLst>
              </p:cNvPr>
              <p:cNvSpPr txBox="1"/>
              <p:nvPr/>
            </p:nvSpPr>
            <p:spPr>
              <a:xfrm>
                <a:off x="9977765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:endParaRPr lang="en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7" name="object 35">
                <a:extLst>
                  <a:ext uri="{FF2B5EF4-FFF2-40B4-BE49-F238E27FC236}">
                    <a16:creationId xmlns:a16="http://schemas.microsoft.com/office/drawing/2014/main" id="{3A92438C-ABC7-B442-E5FE-97D6EBB74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7765" y="3804368"/>
                <a:ext cx="439420" cy="604520"/>
              </a:xfrm>
              <a:prstGeom prst="rect">
                <a:avLst/>
              </a:prstGeom>
              <a:blipFill>
                <a:blip r:embed="rId17"/>
                <a:stretch>
                  <a:fillRect r="-13889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50">
                <a:extLst>
                  <a:ext uri="{FF2B5EF4-FFF2-40B4-BE49-F238E27FC236}">
                    <a16:creationId xmlns:a16="http://schemas.microsoft.com/office/drawing/2014/main" id="{29525611-6370-6D46-0BFF-ACCB6DAFE755}"/>
                  </a:ext>
                </a:extLst>
              </p:cNvPr>
              <p:cNvSpPr txBox="1"/>
              <p:nvPr/>
            </p:nvSpPr>
            <p:spPr>
              <a:xfrm>
                <a:off x="5607136" y="4947804"/>
                <a:ext cx="439420" cy="604520"/>
              </a:xfrm>
              <a:prstGeom prst="rect">
                <a:avLst/>
              </a:prstGeom>
              <a:solidFill>
                <a:srgbClr val="EBDAF3"/>
              </a:solidFill>
              <a:ln w="12700">
                <a:solidFill>
                  <a:srgbClr val="BC44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2000" b="1" i="0" smtClean="0">
                          <a:latin typeface="Cambria Math" panose="02040503050406030204" pitchFamily="18" charset="0"/>
                          <a:cs typeface="Calibri"/>
                        </a:rPr>
                        <m:t>𝐜</m:t>
                      </m:r>
                    </m:oMath>
                  </m:oMathPara>
                </a14:m>
                <a:endParaRPr sz="2000" b="1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2" name="object 50">
                <a:extLst>
                  <a:ext uri="{FF2B5EF4-FFF2-40B4-BE49-F238E27FC236}">
                    <a16:creationId xmlns:a16="http://schemas.microsoft.com/office/drawing/2014/main" id="{29525611-6370-6D46-0BFF-ACCB6DAFE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36" y="4947804"/>
                <a:ext cx="439420" cy="6045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rgbClr val="BC44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object 24">
            <a:extLst>
              <a:ext uri="{FF2B5EF4-FFF2-40B4-BE49-F238E27FC236}">
                <a16:creationId xmlns:a16="http://schemas.microsoft.com/office/drawing/2014/main" id="{C11EC3C8-B404-0845-7D8A-732E78D6C7C9}"/>
              </a:ext>
            </a:extLst>
          </p:cNvPr>
          <p:cNvSpPr txBox="1"/>
          <p:nvPr/>
        </p:nvSpPr>
        <p:spPr>
          <a:xfrm>
            <a:off x="7600305" y="5707555"/>
            <a:ext cx="727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[START]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9" name="object 33">
            <a:extLst>
              <a:ext uri="{FF2B5EF4-FFF2-40B4-BE49-F238E27FC236}">
                <a16:creationId xmlns:a16="http://schemas.microsoft.com/office/drawing/2014/main" id="{9F48C169-3BC9-9C57-67DE-723B41D8DD29}"/>
              </a:ext>
            </a:extLst>
          </p:cNvPr>
          <p:cNvSpPr txBox="1"/>
          <p:nvPr/>
        </p:nvSpPr>
        <p:spPr>
          <a:xfrm>
            <a:off x="9749148" y="5707555"/>
            <a:ext cx="17741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0970" algn="l"/>
              </a:tabLst>
            </a:pPr>
            <a:r>
              <a:rPr sz="1800" spc="-10" dirty="0">
                <a:latin typeface="Calibri"/>
                <a:cs typeface="Calibri"/>
              </a:rPr>
              <a:t>comiendo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pan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0" name="object 36">
            <a:extLst>
              <a:ext uri="{FF2B5EF4-FFF2-40B4-BE49-F238E27FC236}">
                <a16:creationId xmlns:a16="http://schemas.microsoft.com/office/drawing/2014/main" id="{EB4D263C-0212-7815-6F61-747F973E643F}"/>
              </a:ext>
            </a:extLst>
          </p:cNvPr>
          <p:cNvSpPr txBox="1"/>
          <p:nvPr/>
        </p:nvSpPr>
        <p:spPr>
          <a:xfrm>
            <a:off x="8687233" y="5707555"/>
            <a:ext cx="802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estamos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1" name="object 24">
            <a:extLst>
              <a:ext uri="{FF2B5EF4-FFF2-40B4-BE49-F238E27FC236}">
                <a16:creationId xmlns:a16="http://schemas.microsoft.com/office/drawing/2014/main" id="{303C4FFB-647B-1A72-B89A-4FEB76E44F60}"/>
              </a:ext>
            </a:extLst>
          </p:cNvPr>
          <p:cNvSpPr txBox="1"/>
          <p:nvPr/>
        </p:nvSpPr>
        <p:spPr>
          <a:xfrm>
            <a:off x="7563283" y="2104819"/>
            <a:ext cx="802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estamos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2" name="object 31">
            <a:extLst>
              <a:ext uri="{FF2B5EF4-FFF2-40B4-BE49-F238E27FC236}">
                <a16:creationId xmlns:a16="http://schemas.microsoft.com/office/drawing/2014/main" id="{B0BC4DBC-128B-2558-4177-C353CD51E986}"/>
              </a:ext>
            </a:extLst>
          </p:cNvPr>
          <p:cNvSpPr txBox="1"/>
          <p:nvPr/>
        </p:nvSpPr>
        <p:spPr>
          <a:xfrm>
            <a:off x="7563283" y="2104819"/>
            <a:ext cx="2000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0450" algn="l"/>
              </a:tabLst>
            </a:pPr>
            <a:r>
              <a:rPr sz="1800" spc="-10" dirty="0">
                <a:latin typeface="Calibri"/>
                <a:cs typeface="Calibri"/>
              </a:rPr>
              <a:t>estamos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15" baseline="1543" dirty="0">
                <a:latin typeface="Calibri"/>
                <a:cs typeface="Calibri"/>
              </a:rPr>
              <a:t>comiendo</a:t>
            </a:r>
            <a:endParaRPr sz="2700" baseline="1543" dirty="0">
              <a:latin typeface="Calibri"/>
              <a:cs typeface="Calibri"/>
            </a:endParaRPr>
          </a:p>
        </p:txBody>
      </p:sp>
      <p:sp>
        <p:nvSpPr>
          <p:cNvPr id="63" name="object 32">
            <a:extLst>
              <a:ext uri="{FF2B5EF4-FFF2-40B4-BE49-F238E27FC236}">
                <a16:creationId xmlns:a16="http://schemas.microsoft.com/office/drawing/2014/main" id="{862BC504-FDC1-6D84-6D72-6CB9A9B69F3B}"/>
              </a:ext>
            </a:extLst>
          </p:cNvPr>
          <p:cNvSpPr txBox="1"/>
          <p:nvPr/>
        </p:nvSpPr>
        <p:spPr>
          <a:xfrm>
            <a:off x="7562998" y="2104819"/>
            <a:ext cx="4093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1085" algn="l"/>
                <a:tab pos="2458720" algn="l"/>
                <a:tab pos="3464560" algn="l"/>
              </a:tabLst>
            </a:pPr>
            <a:r>
              <a:rPr sz="1800" spc="-10" dirty="0">
                <a:latin typeface="Calibri"/>
                <a:cs typeface="Calibri"/>
              </a:rPr>
              <a:t>estamos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15" baseline="1543" dirty="0">
                <a:latin typeface="Calibri"/>
                <a:cs typeface="Calibri"/>
              </a:rPr>
              <a:t>comiendo</a:t>
            </a:r>
            <a:r>
              <a:rPr sz="2700" baseline="1543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pan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15" baseline="1543" dirty="0">
                <a:latin typeface="Calibri"/>
                <a:cs typeface="Calibri"/>
              </a:rPr>
              <a:t>[STOP]</a:t>
            </a:r>
            <a:endParaRPr sz="2700" baseline="1543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25040E8-48D1-C169-1E86-D0DA91D82AAB}"/>
                  </a:ext>
                </a:extLst>
              </p:cNvPr>
              <p:cNvSpPr txBox="1"/>
              <p:nvPr/>
            </p:nvSpPr>
            <p:spPr>
              <a:xfrm>
                <a:off x="352271" y="1773777"/>
                <a:ext cx="3559757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b="1" dirty="0"/>
                  <a:t>Input</a:t>
                </a:r>
                <a:r>
                  <a:rPr kumimoji="1" lang="en-US" altLang="ko-KR" sz="2000" dirty="0"/>
                  <a:t>: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  …, 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kumimoji="1" lang="en-US" altLang="ko-KR" sz="2000" dirty="0"/>
              </a:p>
              <a:p>
                <a:r>
                  <a:rPr kumimoji="1" lang="en-US" altLang="ko-KR" sz="2000" b="1" dirty="0"/>
                  <a:t>Output</a:t>
                </a:r>
                <a:r>
                  <a:rPr kumimoji="1" lang="en-US" altLang="ko-KR" sz="2000" dirty="0"/>
                  <a:t>: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  …, 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p>
                          <m:sSup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endParaRPr kumimoji="1" lang="en-US" altLang="ko-KR" sz="2000" dirty="0"/>
              </a:p>
              <a:p>
                <a:endParaRPr kumimoji="1" lang="en-US" altLang="ko-KR" sz="2000" dirty="0"/>
              </a:p>
              <a:p>
                <a:r>
                  <a:rPr kumimoji="1" lang="en-US" altLang="ko-KR" sz="2000" b="1" dirty="0"/>
                  <a:t>Encoder</a:t>
                </a:r>
                <a:r>
                  <a:rPr kumimoji="1" lang="en-US" altLang="ko-KR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25040E8-48D1-C169-1E86-D0DA91D82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71" y="1773777"/>
                <a:ext cx="3559757" cy="1323439"/>
              </a:xfrm>
              <a:prstGeom prst="rect">
                <a:avLst/>
              </a:prstGeom>
              <a:blipFill>
                <a:blip r:embed="rId19"/>
                <a:stretch>
                  <a:fillRect l="-1773" t="-2857" b="-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bject 35">
                <a:extLst>
                  <a:ext uri="{FF2B5EF4-FFF2-40B4-BE49-F238E27FC236}">
                    <a16:creationId xmlns:a16="http://schemas.microsoft.com/office/drawing/2014/main" id="{59FDFF09-DC2D-8C1E-C071-254D64C02F37}"/>
                  </a:ext>
                </a:extLst>
              </p:cNvPr>
              <p:cNvSpPr txBox="1"/>
              <p:nvPr/>
            </p:nvSpPr>
            <p:spPr>
              <a:xfrm>
                <a:off x="7731179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2" name="object 35">
                <a:extLst>
                  <a:ext uri="{FF2B5EF4-FFF2-40B4-BE49-F238E27FC236}">
                    <a16:creationId xmlns:a16="http://schemas.microsoft.com/office/drawing/2014/main" id="{59FDFF09-DC2D-8C1E-C071-254D64C02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1179" y="3804368"/>
                <a:ext cx="439420" cy="604520"/>
              </a:xfrm>
              <a:prstGeom prst="rect">
                <a:avLst/>
              </a:prstGeom>
              <a:blipFill>
                <a:blip r:embed="rId20"/>
                <a:stretch>
                  <a:fillRect r="-13889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object 35">
                <a:extLst>
                  <a:ext uri="{FF2B5EF4-FFF2-40B4-BE49-F238E27FC236}">
                    <a16:creationId xmlns:a16="http://schemas.microsoft.com/office/drawing/2014/main" id="{38202B11-9A1C-953F-F18A-4DD7A79364F0}"/>
                  </a:ext>
                </a:extLst>
              </p:cNvPr>
              <p:cNvSpPr txBox="1"/>
              <p:nvPr/>
            </p:nvSpPr>
            <p:spPr>
              <a:xfrm>
                <a:off x="11112882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3" name="object 35">
                <a:extLst>
                  <a:ext uri="{FF2B5EF4-FFF2-40B4-BE49-F238E27FC236}">
                    <a16:creationId xmlns:a16="http://schemas.microsoft.com/office/drawing/2014/main" id="{38202B11-9A1C-953F-F18A-4DD7A7936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2882" y="3804368"/>
                <a:ext cx="439420" cy="604520"/>
              </a:xfrm>
              <a:prstGeom prst="rect">
                <a:avLst/>
              </a:prstGeom>
              <a:blipFill>
                <a:blip r:embed="rId21"/>
                <a:stretch>
                  <a:fillRect r="-1081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bject 35">
                <a:extLst>
                  <a:ext uri="{FF2B5EF4-FFF2-40B4-BE49-F238E27FC236}">
                    <a16:creationId xmlns:a16="http://schemas.microsoft.com/office/drawing/2014/main" id="{F4E34D2A-76AD-16FA-B647-16635FB074B1}"/>
                  </a:ext>
                </a:extLst>
              </p:cNvPr>
              <p:cNvSpPr txBox="1"/>
              <p:nvPr/>
            </p:nvSpPr>
            <p:spPr>
              <a:xfrm>
                <a:off x="8874179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4" name="object 35">
                <a:extLst>
                  <a:ext uri="{FF2B5EF4-FFF2-40B4-BE49-F238E27FC236}">
                    <a16:creationId xmlns:a16="http://schemas.microsoft.com/office/drawing/2014/main" id="{F4E34D2A-76AD-16FA-B647-16635FB07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4179" y="3804368"/>
                <a:ext cx="439420" cy="604520"/>
              </a:xfrm>
              <a:prstGeom prst="rect">
                <a:avLst/>
              </a:prstGeom>
              <a:blipFill>
                <a:blip r:embed="rId22"/>
                <a:stretch>
                  <a:fillRect r="-13889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object 28">
                <a:extLst>
                  <a:ext uri="{FF2B5EF4-FFF2-40B4-BE49-F238E27FC236}">
                    <a16:creationId xmlns:a16="http://schemas.microsoft.com/office/drawing/2014/main" id="{7C4729F5-C694-3DDC-A6F2-7DDF11E9D888}"/>
                  </a:ext>
                </a:extLst>
              </p:cNvPr>
              <p:cNvSpPr txBox="1"/>
              <p:nvPr/>
            </p:nvSpPr>
            <p:spPr>
              <a:xfrm>
                <a:off x="9992371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5" name="object 28">
                <a:extLst>
                  <a:ext uri="{FF2B5EF4-FFF2-40B4-BE49-F238E27FC236}">
                    <a16:creationId xmlns:a16="http://schemas.microsoft.com/office/drawing/2014/main" id="{7C4729F5-C694-3DDC-A6F2-7DDF11E9D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2371" y="2637801"/>
                <a:ext cx="410209" cy="6045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object 28">
                <a:extLst>
                  <a:ext uri="{FF2B5EF4-FFF2-40B4-BE49-F238E27FC236}">
                    <a16:creationId xmlns:a16="http://schemas.microsoft.com/office/drawing/2014/main" id="{DD518FEF-7139-8CD5-22DF-67CB95A0A3A1}"/>
                  </a:ext>
                </a:extLst>
              </p:cNvPr>
              <p:cNvSpPr txBox="1"/>
              <p:nvPr/>
            </p:nvSpPr>
            <p:spPr>
              <a:xfrm>
                <a:off x="11127488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6" name="object 28">
                <a:extLst>
                  <a:ext uri="{FF2B5EF4-FFF2-40B4-BE49-F238E27FC236}">
                    <a16:creationId xmlns:a16="http://schemas.microsoft.com/office/drawing/2014/main" id="{DD518FEF-7139-8CD5-22DF-67CB95A0A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7488" y="2637801"/>
                <a:ext cx="410209" cy="6045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/>
              <p:nvPr/>
            </p:nvSpPr>
            <p:spPr>
              <a:xfrm>
                <a:off x="3921891" y="2756900"/>
                <a:ext cx="3810274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dirty="0"/>
                  <a:t>From final hidden state predict: </a:t>
                </a:r>
              </a:p>
              <a:p>
                <a:r>
                  <a:rPr kumimoji="1" lang="en-US" altLang="ko-KR" sz="2000" b="1" dirty="0"/>
                  <a:t>Initial decoder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ar-AE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ko-KR" sz="2000" dirty="0"/>
              </a:p>
              <a:p>
                <a:r>
                  <a:rPr kumimoji="1" lang="en-US" altLang="ko-KR" sz="2000" b="1" dirty="0"/>
                  <a:t>Context vector </a:t>
                </a:r>
                <a14:m>
                  <m:oMath xmlns:m="http://schemas.openxmlformats.org/officeDocument/2006/math">
                    <m:r>
                      <a:rPr kumimoji="1" lang="en-US" altLang="ko-KR" sz="2000" b="1" i="0" dirty="0" smtClean="0">
                        <a:latin typeface="Cambria Math" panose="02040503050406030204" pitchFamily="18" charset="0"/>
                      </a:rPr>
                      <m:t>𝐜</m:t>
                    </m:r>
                  </m:oMath>
                </a14:m>
                <a:r>
                  <a:rPr kumimoji="1" lang="en-US" altLang="ko-KR" sz="2000" dirty="0"/>
                  <a:t> (often </a:t>
                </a:r>
                <a14:m>
                  <m:oMath xmlns:m="http://schemas.openxmlformats.org/officeDocument/2006/math">
                    <m:r>
                      <a:rPr kumimoji="1" lang="en-US" altLang="ko-KR" sz="2000" b="1" i="0" dirty="0" smtClean="0">
                        <a:latin typeface="Cambria Math" panose="02040503050406030204" pitchFamily="18" charset="0"/>
                      </a:rPr>
                      <m:t>𝐜</m:t>
                    </m:r>
                    <m:r>
                      <a:rPr kumimoji="1" lang="en-US" altLang="ko-KR" sz="20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dirty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kumimoji="1" lang="en-US" altLang="ko-KR" sz="2000" dirty="0"/>
                  <a:t>)</a:t>
                </a:r>
                <a:endParaRPr kumimoji="1" lang="ko-KR" altLang="en-US" sz="20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891" y="2756900"/>
                <a:ext cx="3810274" cy="1015663"/>
              </a:xfrm>
              <a:prstGeom prst="rect">
                <a:avLst/>
              </a:prstGeom>
              <a:blipFill>
                <a:blip r:embed="rId25"/>
                <a:stretch>
                  <a:fillRect l="-1661" t="-2439" r="-997" b="-85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C2AFB77-5884-F5F3-3079-69A740D1D2EF}"/>
              </a:ext>
            </a:extLst>
          </p:cNvPr>
          <p:cNvCxnSpPr>
            <a:stCxn id="32" idx="0"/>
            <a:endCxn id="33" idx="2"/>
          </p:cNvCxnSpPr>
          <p:nvPr/>
        </p:nvCxnSpPr>
        <p:spPr>
          <a:xfrm flipV="1">
            <a:off x="3663259" y="4408888"/>
            <a:ext cx="0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7CA5A02-1BDC-6F20-0E2E-528240DDF5D8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2726863" y="4408888"/>
            <a:ext cx="227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F6BDE7A9-1895-45EE-2DFF-4B028E31371D}"/>
              </a:ext>
            </a:extLst>
          </p:cNvPr>
          <p:cNvCxnSpPr>
            <a:cxnSpLocks/>
            <a:stCxn id="16" idx="0"/>
            <a:endCxn id="19" idx="2"/>
          </p:cNvCxnSpPr>
          <p:nvPr/>
        </p:nvCxnSpPr>
        <p:spPr>
          <a:xfrm flipV="1">
            <a:off x="1790694" y="4408888"/>
            <a:ext cx="226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C6C9792-105A-3880-7A9F-6E1C540D46EA}"/>
              </a:ext>
            </a:extLst>
          </p:cNvPr>
          <p:cNvCxnSpPr>
            <a:cxnSpLocks/>
            <a:stCxn id="12" idx="0"/>
            <a:endCxn id="18" idx="2"/>
          </p:cNvCxnSpPr>
          <p:nvPr/>
        </p:nvCxnSpPr>
        <p:spPr>
          <a:xfrm flipH="1" flipV="1">
            <a:off x="851077" y="4408888"/>
            <a:ext cx="3448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C694EA8F-B171-77FE-FE4C-4C49A49074FF}"/>
              </a:ext>
            </a:extLst>
          </p:cNvPr>
          <p:cNvCxnSpPr>
            <a:cxnSpLocks/>
          </p:cNvCxnSpPr>
          <p:nvPr/>
        </p:nvCxnSpPr>
        <p:spPr>
          <a:xfrm>
            <a:off x="2010630" y="4106628"/>
            <a:ext cx="4967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250998C-718F-56E5-DEAA-61255ACC50C6}"/>
              </a:ext>
            </a:extLst>
          </p:cNvPr>
          <p:cNvCxnSpPr>
            <a:cxnSpLocks/>
          </p:cNvCxnSpPr>
          <p:nvPr/>
        </p:nvCxnSpPr>
        <p:spPr>
          <a:xfrm>
            <a:off x="1070787" y="4106628"/>
            <a:ext cx="500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8D23C66-F48D-6F02-A75C-9FE311F5C6EF}"/>
              </a:ext>
            </a:extLst>
          </p:cNvPr>
          <p:cNvCxnSpPr>
            <a:cxnSpLocks/>
          </p:cNvCxnSpPr>
          <p:nvPr/>
        </p:nvCxnSpPr>
        <p:spPr>
          <a:xfrm>
            <a:off x="2946800" y="4106628"/>
            <a:ext cx="49674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2C82DE96-5214-F525-DB04-DD808DD52C69}"/>
              </a:ext>
            </a:extLst>
          </p:cNvPr>
          <p:cNvCxnSpPr>
            <a:cxnSpLocks/>
          </p:cNvCxnSpPr>
          <p:nvPr/>
        </p:nvCxnSpPr>
        <p:spPr>
          <a:xfrm>
            <a:off x="3882969" y="4106628"/>
            <a:ext cx="17241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E72F4CD2-0002-E6C2-3C84-2C1B06F07D5C}"/>
              </a:ext>
            </a:extLst>
          </p:cNvPr>
          <p:cNvCxnSpPr>
            <a:cxnSpLocks/>
            <a:stCxn id="21" idx="3"/>
            <a:endCxn id="72" idx="1"/>
          </p:cNvCxnSpPr>
          <p:nvPr/>
        </p:nvCxnSpPr>
        <p:spPr>
          <a:xfrm>
            <a:off x="6046556" y="4106628"/>
            <a:ext cx="16846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D0469CC1-C31D-A6BD-B4B2-AB6E5D2BB4C0}"/>
              </a:ext>
            </a:extLst>
          </p:cNvPr>
          <p:cNvCxnSpPr>
            <a:cxnSpLocks/>
            <a:stCxn id="72" idx="3"/>
            <a:endCxn id="74" idx="1"/>
          </p:cNvCxnSpPr>
          <p:nvPr/>
        </p:nvCxnSpPr>
        <p:spPr>
          <a:xfrm>
            <a:off x="8170599" y="4106628"/>
            <a:ext cx="7035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90434B98-AD0F-21A9-DF97-F2CC7086CA09}"/>
              </a:ext>
            </a:extLst>
          </p:cNvPr>
          <p:cNvCxnSpPr>
            <a:cxnSpLocks/>
            <a:stCxn id="74" idx="3"/>
            <a:endCxn id="37" idx="1"/>
          </p:cNvCxnSpPr>
          <p:nvPr/>
        </p:nvCxnSpPr>
        <p:spPr>
          <a:xfrm>
            <a:off x="9313599" y="4106628"/>
            <a:ext cx="66416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B69D3777-39CE-7DC2-93D5-D9E4D946005D}"/>
              </a:ext>
            </a:extLst>
          </p:cNvPr>
          <p:cNvCxnSpPr>
            <a:cxnSpLocks/>
            <a:stCxn id="37" idx="3"/>
            <a:endCxn id="73" idx="1"/>
          </p:cNvCxnSpPr>
          <p:nvPr/>
        </p:nvCxnSpPr>
        <p:spPr>
          <a:xfrm>
            <a:off x="10417185" y="4106628"/>
            <a:ext cx="69569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5CDA6CE2-3837-A98B-AC63-75A62C35786F}"/>
              </a:ext>
            </a:extLst>
          </p:cNvPr>
          <p:cNvCxnSpPr>
            <a:cxnSpLocks/>
            <a:stCxn id="72" idx="0"/>
            <a:endCxn id="29" idx="2"/>
          </p:cNvCxnSpPr>
          <p:nvPr/>
        </p:nvCxnSpPr>
        <p:spPr>
          <a:xfrm flipV="1">
            <a:off x="7950889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6D9FA776-DCDF-88E3-9F84-2AC045F4857E}"/>
              </a:ext>
            </a:extLst>
          </p:cNvPr>
          <p:cNvCxnSpPr>
            <a:cxnSpLocks/>
            <a:stCxn id="74" idx="0"/>
            <a:endCxn id="30" idx="2"/>
          </p:cNvCxnSpPr>
          <p:nvPr/>
        </p:nvCxnSpPr>
        <p:spPr>
          <a:xfrm flipV="1">
            <a:off x="9093889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0A3F3D52-17B2-2B88-2C00-7C19D4BCB14B}"/>
              </a:ext>
            </a:extLst>
          </p:cNvPr>
          <p:cNvCxnSpPr>
            <a:cxnSpLocks/>
            <a:stCxn id="37" idx="0"/>
            <a:endCxn id="75" idx="2"/>
          </p:cNvCxnSpPr>
          <p:nvPr/>
        </p:nvCxnSpPr>
        <p:spPr>
          <a:xfrm flipV="1">
            <a:off x="10197475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2E64C016-B0D7-3F58-6614-275FA249A9AD}"/>
              </a:ext>
            </a:extLst>
          </p:cNvPr>
          <p:cNvCxnSpPr>
            <a:cxnSpLocks/>
            <a:stCxn id="73" idx="0"/>
            <a:endCxn id="76" idx="2"/>
          </p:cNvCxnSpPr>
          <p:nvPr/>
        </p:nvCxnSpPr>
        <p:spPr>
          <a:xfrm flipV="1">
            <a:off x="11332592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9299277B-A282-6A09-8B3C-151C6B51EF95}"/>
              </a:ext>
            </a:extLst>
          </p:cNvPr>
          <p:cNvCxnSpPr>
            <a:cxnSpLocks/>
            <a:stCxn id="27" idx="0"/>
            <a:endCxn id="72" idx="2"/>
          </p:cNvCxnSpPr>
          <p:nvPr/>
        </p:nvCxnSpPr>
        <p:spPr>
          <a:xfrm flipH="1" flipV="1">
            <a:off x="7950889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B0FE8F43-5115-DBE2-F372-6EDC9F1C5F7E}"/>
              </a:ext>
            </a:extLst>
          </p:cNvPr>
          <p:cNvCxnSpPr>
            <a:cxnSpLocks/>
            <a:stCxn id="28" idx="0"/>
            <a:endCxn id="74" idx="2"/>
          </p:cNvCxnSpPr>
          <p:nvPr/>
        </p:nvCxnSpPr>
        <p:spPr>
          <a:xfrm flipH="1" flipV="1">
            <a:off x="9093889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B28C77F9-8016-027D-0F59-A9FD2DE909BD}"/>
              </a:ext>
            </a:extLst>
          </p:cNvPr>
          <p:cNvCxnSpPr>
            <a:cxnSpLocks/>
            <a:stCxn id="35" idx="0"/>
            <a:endCxn id="37" idx="2"/>
          </p:cNvCxnSpPr>
          <p:nvPr/>
        </p:nvCxnSpPr>
        <p:spPr>
          <a:xfrm flipH="1" flipV="1">
            <a:off x="10197475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6B65379E-6249-5DB9-E6DE-553F2A725D75}"/>
              </a:ext>
            </a:extLst>
          </p:cNvPr>
          <p:cNvCxnSpPr>
            <a:cxnSpLocks/>
            <a:stCxn id="36" idx="0"/>
            <a:endCxn id="73" idx="2"/>
          </p:cNvCxnSpPr>
          <p:nvPr/>
        </p:nvCxnSpPr>
        <p:spPr>
          <a:xfrm flipH="1" flipV="1">
            <a:off x="11332592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꺾인 연결선[E] 143">
            <a:extLst>
              <a:ext uri="{FF2B5EF4-FFF2-40B4-BE49-F238E27FC236}">
                <a16:creationId xmlns:a16="http://schemas.microsoft.com/office/drawing/2014/main" id="{A0CA9346-2D8D-6EC4-83EB-38955F92C84D}"/>
              </a:ext>
            </a:extLst>
          </p:cNvPr>
          <p:cNvCxnSpPr>
            <a:cxnSpLocks/>
            <a:stCxn id="33" idx="3"/>
            <a:endCxn id="52" idx="1"/>
          </p:cNvCxnSpPr>
          <p:nvPr/>
        </p:nvCxnSpPr>
        <p:spPr>
          <a:xfrm>
            <a:off x="3882969" y="4106628"/>
            <a:ext cx="1724167" cy="114343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[E] 146">
            <a:extLst>
              <a:ext uri="{FF2B5EF4-FFF2-40B4-BE49-F238E27FC236}">
                <a16:creationId xmlns:a16="http://schemas.microsoft.com/office/drawing/2014/main" id="{6C2E27B5-0886-8978-A1F3-16F03CA94BD8}"/>
              </a:ext>
            </a:extLst>
          </p:cNvPr>
          <p:cNvCxnSpPr>
            <a:cxnSpLocks/>
            <a:stCxn id="52" idx="3"/>
            <a:endCxn id="150" idx="1"/>
          </p:cNvCxnSpPr>
          <p:nvPr/>
        </p:nvCxnSpPr>
        <p:spPr>
          <a:xfrm flipV="1">
            <a:off x="6046556" y="4721444"/>
            <a:ext cx="1135116" cy="52862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956BEA3E-1FB8-CF2E-22D1-6A8F37E929CA}"/>
              </a:ext>
            </a:extLst>
          </p:cNvPr>
          <p:cNvSpPr/>
          <p:nvPr/>
        </p:nvSpPr>
        <p:spPr>
          <a:xfrm>
            <a:off x="7181672" y="4440693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172953B-7D48-BFE1-8F2E-CC0382EEC4B1}"/>
              </a:ext>
            </a:extLst>
          </p:cNvPr>
          <p:cNvSpPr/>
          <p:nvPr/>
        </p:nvSpPr>
        <p:spPr>
          <a:xfrm>
            <a:off x="7725582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10D4EE20-7B52-4ACB-F1E5-2C247A5375F7}"/>
              </a:ext>
            </a:extLst>
          </p:cNvPr>
          <p:cNvSpPr/>
          <p:nvPr/>
        </p:nvSpPr>
        <p:spPr>
          <a:xfrm>
            <a:off x="8868582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218C0EB8-719F-64F7-9E05-F8B4E46773EE}"/>
              </a:ext>
            </a:extLst>
          </p:cNvPr>
          <p:cNvSpPr/>
          <p:nvPr/>
        </p:nvSpPr>
        <p:spPr>
          <a:xfrm>
            <a:off x="9967596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927EECC8-28F7-924F-4D47-A5318679D25F}"/>
              </a:ext>
            </a:extLst>
          </p:cNvPr>
          <p:cNvSpPr/>
          <p:nvPr/>
        </p:nvSpPr>
        <p:spPr>
          <a:xfrm>
            <a:off x="11097400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60" name="꺾인 연결선[E] 159">
            <a:extLst>
              <a:ext uri="{FF2B5EF4-FFF2-40B4-BE49-F238E27FC236}">
                <a16:creationId xmlns:a16="http://schemas.microsoft.com/office/drawing/2014/main" id="{D240EC9D-4D71-860E-E6CC-502A43A5073C}"/>
              </a:ext>
            </a:extLst>
          </p:cNvPr>
          <p:cNvCxnSpPr>
            <a:cxnSpLocks/>
            <a:stCxn id="150" idx="3"/>
            <a:endCxn id="154" idx="2"/>
          </p:cNvCxnSpPr>
          <p:nvPr/>
        </p:nvCxnSpPr>
        <p:spPr>
          <a:xfrm flipV="1">
            <a:off x="7460319" y="4418871"/>
            <a:ext cx="404587" cy="30257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C12656C3-03E1-DFD0-A5C1-291FE0E8ACA2}"/>
              </a:ext>
            </a:extLst>
          </p:cNvPr>
          <p:cNvCxnSpPr>
            <a:cxnSpLocks/>
            <a:stCxn id="150" idx="1"/>
            <a:endCxn id="150" idx="3"/>
          </p:cNvCxnSpPr>
          <p:nvPr/>
        </p:nvCxnSpPr>
        <p:spPr>
          <a:xfrm>
            <a:off x="7181672" y="4721444"/>
            <a:ext cx="278647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꺾인 연결선[E] 165">
            <a:extLst>
              <a:ext uri="{FF2B5EF4-FFF2-40B4-BE49-F238E27FC236}">
                <a16:creationId xmlns:a16="http://schemas.microsoft.com/office/drawing/2014/main" id="{FF196F62-DACE-C364-8174-D7E9D05447C2}"/>
              </a:ext>
            </a:extLst>
          </p:cNvPr>
          <p:cNvCxnSpPr>
            <a:cxnSpLocks/>
            <a:stCxn id="150" idx="3"/>
            <a:endCxn id="155" idx="2"/>
          </p:cNvCxnSpPr>
          <p:nvPr/>
        </p:nvCxnSpPr>
        <p:spPr>
          <a:xfrm flipV="1">
            <a:off x="7460319" y="4418871"/>
            <a:ext cx="1547587" cy="30257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꺾인 연결선[E] 168">
            <a:extLst>
              <a:ext uri="{FF2B5EF4-FFF2-40B4-BE49-F238E27FC236}">
                <a16:creationId xmlns:a16="http://schemas.microsoft.com/office/drawing/2014/main" id="{6DA7A1B2-75AC-6909-6EB8-53CF6E20BBA3}"/>
              </a:ext>
            </a:extLst>
          </p:cNvPr>
          <p:cNvCxnSpPr>
            <a:cxnSpLocks/>
            <a:stCxn id="150" idx="3"/>
            <a:endCxn id="156" idx="2"/>
          </p:cNvCxnSpPr>
          <p:nvPr/>
        </p:nvCxnSpPr>
        <p:spPr>
          <a:xfrm flipV="1">
            <a:off x="7460319" y="4418871"/>
            <a:ext cx="2646601" cy="30257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[E] 176">
            <a:extLst>
              <a:ext uri="{FF2B5EF4-FFF2-40B4-BE49-F238E27FC236}">
                <a16:creationId xmlns:a16="http://schemas.microsoft.com/office/drawing/2014/main" id="{94753DEC-A667-EB3B-3726-B5BF971FFD79}"/>
              </a:ext>
            </a:extLst>
          </p:cNvPr>
          <p:cNvCxnSpPr>
            <a:cxnSpLocks/>
            <a:stCxn id="150" idx="3"/>
            <a:endCxn id="157" idx="2"/>
          </p:cNvCxnSpPr>
          <p:nvPr/>
        </p:nvCxnSpPr>
        <p:spPr>
          <a:xfrm flipV="1">
            <a:off x="7460319" y="4418871"/>
            <a:ext cx="3776405" cy="30257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655942B-4429-79BD-605A-C61F8B418ECF}"/>
                  </a:ext>
                </a:extLst>
              </p:cNvPr>
              <p:cNvSpPr txBox="1"/>
              <p:nvPr/>
            </p:nvSpPr>
            <p:spPr>
              <a:xfrm>
                <a:off x="3899169" y="2017929"/>
                <a:ext cx="36790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b="1" dirty="0"/>
                  <a:t>Decoder</a:t>
                </a:r>
                <a:r>
                  <a:rPr kumimoji="1" lang="en-US" altLang="ko-KR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ko-KR" sz="2000" b="1" i="0" smtClean="0">
                        <a:latin typeface="Cambria Math" panose="02040503050406030204" pitchFamily="18" charset="0"/>
                      </a:rPr>
                      <m:t>𝐜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655942B-4429-79BD-605A-C61F8B418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169" y="2017929"/>
                <a:ext cx="3679020" cy="400110"/>
              </a:xfrm>
              <a:prstGeom prst="rect">
                <a:avLst/>
              </a:prstGeom>
              <a:blipFill>
                <a:blip r:embed="rId26"/>
                <a:stretch>
                  <a:fillRect l="-2069" t="-6061" b="-242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TextBox 183">
            <a:extLst>
              <a:ext uri="{FF2B5EF4-FFF2-40B4-BE49-F238E27FC236}">
                <a16:creationId xmlns:a16="http://schemas.microsoft.com/office/drawing/2014/main" id="{2A4765A8-FD36-7CD6-90B5-37F5EEA284EA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Sutskever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al, Sequence to sequence learning with neural networks,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2014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35F6DB-DA16-90E1-EDFA-C7BD3AC3203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9303705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220A-0278-1124-5512-FC22EB7E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ko-KR" dirty="0"/>
              <a:t>Sequence-to-Sequence with RNNs 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F7F2A0-6B63-C6B6-64F6-4DE0300F4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Recall machine translation with seq2seq modeling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77165-0F96-D1F8-FAFE-7231369357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56</a:t>
            </a:fld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/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1">
            <a:extLst>
              <a:ext uri="{FF2B5EF4-FFF2-40B4-BE49-F238E27FC236}">
                <a16:creationId xmlns:a16="http://schemas.microsoft.com/office/drawing/2014/main" id="{34891093-F2DF-A630-D817-24625B567060}"/>
              </a:ext>
            </a:extLst>
          </p:cNvPr>
          <p:cNvSpPr txBox="1"/>
          <p:nvPr/>
        </p:nvSpPr>
        <p:spPr>
          <a:xfrm>
            <a:off x="703934" y="5707555"/>
            <a:ext cx="299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we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E9FC08D-FDB3-9931-86F4-4080A735E30D}"/>
              </a:ext>
            </a:extLst>
          </p:cNvPr>
          <p:cNvSpPr txBox="1"/>
          <p:nvPr/>
        </p:nvSpPr>
        <p:spPr>
          <a:xfrm>
            <a:off x="1627977" y="5707555"/>
            <a:ext cx="32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A922632A-3A02-8005-DFDD-D5CF328447B5}"/>
              </a:ext>
            </a:extLst>
          </p:cNvPr>
          <p:cNvSpPr txBox="1"/>
          <p:nvPr/>
        </p:nvSpPr>
        <p:spPr>
          <a:xfrm>
            <a:off x="2424699" y="5707555"/>
            <a:ext cx="604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eating</a:t>
            </a:r>
            <a:endParaRPr sz="1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/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/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/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/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/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/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25">
                <a:extLst>
                  <a:ext uri="{FF2B5EF4-FFF2-40B4-BE49-F238E27FC236}">
                    <a16:creationId xmlns:a16="http://schemas.microsoft.com/office/drawing/2014/main" id="{E5A0A70A-196F-4376-345A-51AAB01BA17C}"/>
                  </a:ext>
                </a:extLst>
              </p:cNvPr>
              <p:cNvSpPr txBox="1"/>
              <p:nvPr/>
            </p:nvSpPr>
            <p:spPr>
              <a:xfrm>
                <a:off x="7745785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7" name="object 25">
                <a:extLst>
                  <a:ext uri="{FF2B5EF4-FFF2-40B4-BE49-F238E27FC236}">
                    <a16:creationId xmlns:a16="http://schemas.microsoft.com/office/drawing/2014/main" id="{E5A0A70A-196F-4376-345A-51AAB01BA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785" y="4947804"/>
                <a:ext cx="410209" cy="6045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26">
                <a:extLst>
                  <a:ext uri="{FF2B5EF4-FFF2-40B4-BE49-F238E27FC236}">
                    <a16:creationId xmlns:a16="http://schemas.microsoft.com/office/drawing/2014/main" id="{11B4CB15-FF70-9F59-2FAB-C34BC5D0B97C}"/>
                  </a:ext>
                </a:extLst>
              </p:cNvPr>
              <p:cNvSpPr txBox="1"/>
              <p:nvPr/>
            </p:nvSpPr>
            <p:spPr>
              <a:xfrm>
                <a:off x="8888785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8" name="object 26">
                <a:extLst>
                  <a:ext uri="{FF2B5EF4-FFF2-40B4-BE49-F238E27FC236}">
                    <a16:creationId xmlns:a16="http://schemas.microsoft.com/office/drawing/2014/main" id="{11B4CB15-FF70-9F59-2FAB-C34BC5D0B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785" y="4947804"/>
                <a:ext cx="410209" cy="6045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27">
                <a:extLst>
                  <a:ext uri="{FF2B5EF4-FFF2-40B4-BE49-F238E27FC236}">
                    <a16:creationId xmlns:a16="http://schemas.microsoft.com/office/drawing/2014/main" id="{083204A9-43FA-190B-8A56-2D4AC0FDB247}"/>
                  </a:ext>
                </a:extLst>
              </p:cNvPr>
              <p:cNvSpPr txBox="1"/>
              <p:nvPr/>
            </p:nvSpPr>
            <p:spPr>
              <a:xfrm>
                <a:off x="7745785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9" name="object 27">
                <a:extLst>
                  <a:ext uri="{FF2B5EF4-FFF2-40B4-BE49-F238E27FC236}">
                    <a16:creationId xmlns:a16="http://schemas.microsoft.com/office/drawing/2014/main" id="{083204A9-43FA-190B-8A56-2D4AC0FDB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785" y="2637801"/>
                <a:ext cx="410209" cy="6045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28">
                <a:extLst>
                  <a:ext uri="{FF2B5EF4-FFF2-40B4-BE49-F238E27FC236}">
                    <a16:creationId xmlns:a16="http://schemas.microsoft.com/office/drawing/2014/main" id="{68EB6088-57A6-0C2C-1730-B5F24CE629F7}"/>
                  </a:ext>
                </a:extLst>
              </p:cNvPr>
              <p:cNvSpPr txBox="1"/>
              <p:nvPr/>
            </p:nvSpPr>
            <p:spPr>
              <a:xfrm>
                <a:off x="8888785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0" name="object 28">
                <a:extLst>
                  <a:ext uri="{FF2B5EF4-FFF2-40B4-BE49-F238E27FC236}">
                    <a16:creationId xmlns:a16="http://schemas.microsoft.com/office/drawing/2014/main" id="{68EB6088-57A6-0C2C-1730-B5F24CE62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785" y="2637801"/>
                <a:ext cx="410209" cy="6045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bject 29">
            <a:extLst>
              <a:ext uri="{FF2B5EF4-FFF2-40B4-BE49-F238E27FC236}">
                <a16:creationId xmlns:a16="http://schemas.microsoft.com/office/drawing/2014/main" id="{384DF9A3-DED2-CD79-0AB4-4DDD79EEF4BA}"/>
              </a:ext>
            </a:extLst>
          </p:cNvPr>
          <p:cNvSpPr txBox="1"/>
          <p:nvPr/>
        </p:nvSpPr>
        <p:spPr>
          <a:xfrm>
            <a:off x="3379567" y="5707555"/>
            <a:ext cx="566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bread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/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blipFill>
                <a:blip r:embed="rId13"/>
                <a:stretch>
                  <a:fillRect r="-3226"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/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33">
                <a:extLst>
                  <a:ext uri="{FF2B5EF4-FFF2-40B4-BE49-F238E27FC236}">
                    <a16:creationId xmlns:a16="http://schemas.microsoft.com/office/drawing/2014/main" id="{E1102479-302E-3BBA-62A6-112E3B722FD9}"/>
                  </a:ext>
                </a:extLst>
              </p:cNvPr>
              <p:cNvSpPr txBox="1"/>
              <p:nvPr/>
            </p:nvSpPr>
            <p:spPr>
              <a:xfrm>
                <a:off x="9992371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5" name="object 33">
                <a:extLst>
                  <a:ext uri="{FF2B5EF4-FFF2-40B4-BE49-F238E27FC236}">
                    <a16:creationId xmlns:a16="http://schemas.microsoft.com/office/drawing/2014/main" id="{E1102479-302E-3BBA-62A6-112E3B722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2371" y="4947804"/>
                <a:ext cx="410209" cy="6045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34">
                <a:extLst>
                  <a:ext uri="{FF2B5EF4-FFF2-40B4-BE49-F238E27FC236}">
                    <a16:creationId xmlns:a16="http://schemas.microsoft.com/office/drawing/2014/main" id="{FBEF0ACB-62FA-E674-24C1-C6D11D1EC64F}"/>
                  </a:ext>
                </a:extLst>
              </p:cNvPr>
              <p:cNvSpPr txBox="1"/>
              <p:nvPr/>
            </p:nvSpPr>
            <p:spPr>
              <a:xfrm>
                <a:off x="11127488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6" name="object 34">
                <a:extLst>
                  <a:ext uri="{FF2B5EF4-FFF2-40B4-BE49-F238E27FC236}">
                    <a16:creationId xmlns:a16="http://schemas.microsoft.com/office/drawing/2014/main" id="{FBEF0ACB-62FA-E674-24C1-C6D11D1EC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7488" y="4947804"/>
                <a:ext cx="410209" cy="6045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35">
                <a:extLst>
                  <a:ext uri="{FF2B5EF4-FFF2-40B4-BE49-F238E27FC236}">
                    <a16:creationId xmlns:a16="http://schemas.microsoft.com/office/drawing/2014/main" id="{3A92438C-ABC7-B442-E5FE-97D6EBB740F2}"/>
                  </a:ext>
                </a:extLst>
              </p:cNvPr>
              <p:cNvSpPr txBox="1"/>
              <p:nvPr/>
            </p:nvSpPr>
            <p:spPr>
              <a:xfrm>
                <a:off x="9977765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:endParaRPr lang="en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7" name="object 35">
                <a:extLst>
                  <a:ext uri="{FF2B5EF4-FFF2-40B4-BE49-F238E27FC236}">
                    <a16:creationId xmlns:a16="http://schemas.microsoft.com/office/drawing/2014/main" id="{3A92438C-ABC7-B442-E5FE-97D6EBB74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7765" y="3804368"/>
                <a:ext cx="439420" cy="604520"/>
              </a:xfrm>
              <a:prstGeom prst="rect">
                <a:avLst/>
              </a:prstGeom>
              <a:blipFill>
                <a:blip r:embed="rId17"/>
                <a:stretch>
                  <a:fillRect r="-13889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50">
                <a:extLst>
                  <a:ext uri="{FF2B5EF4-FFF2-40B4-BE49-F238E27FC236}">
                    <a16:creationId xmlns:a16="http://schemas.microsoft.com/office/drawing/2014/main" id="{29525611-6370-6D46-0BFF-ACCB6DAFE755}"/>
                  </a:ext>
                </a:extLst>
              </p:cNvPr>
              <p:cNvSpPr txBox="1"/>
              <p:nvPr/>
            </p:nvSpPr>
            <p:spPr>
              <a:xfrm>
                <a:off x="5607136" y="4947804"/>
                <a:ext cx="439420" cy="604520"/>
              </a:xfrm>
              <a:prstGeom prst="rect">
                <a:avLst/>
              </a:prstGeom>
              <a:solidFill>
                <a:srgbClr val="EBDAF3"/>
              </a:solidFill>
              <a:ln w="12700">
                <a:solidFill>
                  <a:srgbClr val="BC44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2000" b="1" i="0" smtClean="0">
                          <a:latin typeface="Cambria Math" panose="02040503050406030204" pitchFamily="18" charset="0"/>
                          <a:cs typeface="Calibri"/>
                        </a:rPr>
                        <m:t>𝐜</m:t>
                      </m:r>
                    </m:oMath>
                  </m:oMathPara>
                </a14:m>
                <a:endParaRPr sz="2000" b="1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2" name="object 50">
                <a:extLst>
                  <a:ext uri="{FF2B5EF4-FFF2-40B4-BE49-F238E27FC236}">
                    <a16:creationId xmlns:a16="http://schemas.microsoft.com/office/drawing/2014/main" id="{29525611-6370-6D46-0BFF-ACCB6DAFE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36" y="4947804"/>
                <a:ext cx="439420" cy="6045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rgbClr val="BC44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object 24">
            <a:extLst>
              <a:ext uri="{FF2B5EF4-FFF2-40B4-BE49-F238E27FC236}">
                <a16:creationId xmlns:a16="http://schemas.microsoft.com/office/drawing/2014/main" id="{C11EC3C8-B404-0845-7D8A-732E78D6C7C9}"/>
              </a:ext>
            </a:extLst>
          </p:cNvPr>
          <p:cNvSpPr txBox="1"/>
          <p:nvPr/>
        </p:nvSpPr>
        <p:spPr>
          <a:xfrm>
            <a:off x="7600305" y="5707555"/>
            <a:ext cx="727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[START]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9" name="object 33">
            <a:extLst>
              <a:ext uri="{FF2B5EF4-FFF2-40B4-BE49-F238E27FC236}">
                <a16:creationId xmlns:a16="http://schemas.microsoft.com/office/drawing/2014/main" id="{9F48C169-3BC9-9C57-67DE-723B41D8DD29}"/>
              </a:ext>
            </a:extLst>
          </p:cNvPr>
          <p:cNvSpPr txBox="1"/>
          <p:nvPr/>
        </p:nvSpPr>
        <p:spPr>
          <a:xfrm>
            <a:off x="9749148" y="5707555"/>
            <a:ext cx="17741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0970" algn="l"/>
              </a:tabLst>
            </a:pPr>
            <a:r>
              <a:rPr sz="1800" spc="-10" dirty="0">
                <a:latin typeface="Calibri"/>
                <a:cs typeface="Calibri"/>
              </a:rPr>
              <a:t>comiendo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pan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0" name="object 36">
            <a:extLst>
              <a:ext uri="{FF2B5EF4-FFF2-40B4-BE49-F238E27FC236}">
                <a16:creationId xmlns:a16="http://schemas.microsoft.com/office/drawing/2014/main" id="{EB4D263C-0212-7815-6F61-747F973E643F}"/>
              </a:ext>
            </a:extLst>
          </p:cNvPr>
          <p:cNvSpPr txBox="1"/>
          <p:nvPr/>
        </p:nvSpPr>
        <p:spPr>
          <a:xfrm>
            <a:off x="8687233" y="5707555"/>
            <a:ext cx="802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estamos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1" name="object 24">
            <a:extLst>
              <a:ext uri="{FF2B5EF4-FFF2-40B4-BE49-F238E27FC236}">
                <a16:creationId xmlns:a16="http://schemas.microsoft.com/office/drawing/2014/main" id="{303C4FFB-647B-1A72-B89A-4FEB76E44F60}"/>
              </a:ext>
            </a:extLst>
          </p:cNvPr>
          <p:cNvSpPr txBox="1"/>
          <p:nvPr/>
        </p:nvSpPr>
        <p:spPr>
          <a:xfrm>
            <a:off x="7563283" y="2104819"/>
            <a:ext cx="802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estamos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2" name="object 31">
            <a:extLst>
              <a:ext uri="{FF2B5EF4-FFF2-40B4-BE49-F238E27FC236}">
                <a16:creationId xmlns:a16="http://schemas.microsoft.com/office/drawing/2014/main" id="{B0BC4DBC-128B-2558-4177-C353CD51E986}"/>
              </a:ext>
            </a:extLst>
          </p:cNvPr>
          <p:cNvSpPr txBox="1"/>
          <p:nvPr/>
        </p:nvSpPr>
        <p:spPr>
          <a:xfrm>
            <a:off x="7563283" y="2104819"/>
            <a:ext cx="2000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0450" algn="l"/>
              </a:tabLst>
            </a:pPr>
            <a:r>
              <a:rPr sz="1800" spc="-10" dirty="0">
                <a:latin typeface="Calibri"/>
                <a:cs typeface="Calibri"/>
              </a:rPr>
              <a:t>estamos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15" baseline="1543" dirty="0">
                <a:latin typeface="Calibri"/>
                <a:cs typeface="Calibri"/>
              </a:rPr>
              <a:t>comiendo</a:t>
            </a:r>
            <a:endParaRPr sz="2700" baseline="1543" dirty="0">
              <a:latin typeface="Calibri"/>
              <a:cs typeface="Calibri"/>
            </a:endParaRPr>
          </a:p>
        </p:txBody>
      </p:sp>
      <p:sp>
        <p:nvSpPr>
          <p:cNvPr id="63" name="object 32">
            <a:extLst>
              <a:ext uri="{FF2B5EF4-FFF2-40B4-BE49-F238E27FC236}">
                <a16:creationId xmlns:a16="http://schemas.microsoft.com/office/drawing/2014/main" id="{862BC504-FDC1-6D84-6D72-6CB9A9B69F3B}"/>
              </a:ext>
            </a:extLst>
          </p:cNvPr>
          <p:cNvSpPr txBox="1"/>
          <p:nvPr/>
        </p:nvSpPr>
        <p:spPr>
          <a:xfrm>
            <a:off x="7562998" y="2104819"/>
            <a:ext cx="4093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1085" algn="l"/>
                <a:tab pos="2458720" algn="l"/>
                <a:tab pos="3464560" algn="l"/>
              </a:tabLst>
            </a:pPr>
            <a:r>
              <a:rPr sz="1800" spc="-10" dirty="0">
                <a:latin typeface="Calibri"/>
                <a:cs typeface="Calibri"/>
              </a:rPr>
              <a:t>estamos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15" baseline="1543" dirty="0">
                <a:latin typeface="Calibri"/>
                <a:cs typeface="Calibri"/>
              </a:rPr>
              <a:t>comiendo</a:t>
            </a:r>
            <a:r>
              <a:rPr sz="2700" baseline="1543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pan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15" baseline="1543" dirty="0">
                <a:latin typeface="Calibri"/>
                <a:cs typeface="Calibri"/>
              </a:rPr>
              <a:t>[STOP]</a:t>
            </a:r>
            <a:endParaRPr sz="2700" baseline="1543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25040E8-48D1-C169-1E86-D0DA91D82AAB}"/>
                  </a:ext>
                </a:extLst>
              </p:cNvPr>
              <p:cNvSpPr txBox="1"/>
              <p:nvPr/>
            </p:nvSpPr>
            <p:spPr>
              <a:xfrm>
                <a:off x="352271" y="1773777"/>
                <a:ext cx="3559757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b="1" dirty="0"/>
                  <a:t>Input</a:t>
                </a:r>
                <a:r>
                  <a:rPr kumimoji="1" lang="en-US" altLang="ko-KR" sz="2000" dirty="0"/>
                  <a:t>: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  …, 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kumimoji="1" lang="en-US" altLang="ko-KR" sz="2000" dirty="0"/>
              </a:p>
              <a:p>
                <a:r>
                  <a:rPr kumimoji="1" lang="en-US" altLang="ko-KR" sz="2000" b="1" dirty="0"/>
                  <a:t>Output</a:t>
                </a:r>
                <a:r>
                  <a:rPr kumimoji="1" lang="en-US" altLang="ko-KR" sz="2000" dirty="0"/>
                  <a:t>: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  …, 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p>
                          <m:sSup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endParaRPr kumimoji="1" lang="en-US" altLang="ko-KR" sz="2000" dirty="0"/>
              </a:p>
              <a:p>
                <a:endParaRPr kumimoji="1" lang="en-US" altLang="ko-KR" sz="2000" dirty="0"/>
              </a:p>
              <a:p>
                <a:r>
                  <a:rPr kumimoji="1" lang="en-US" altLang="ko-KR" sz="2000" b="1" dirty="0"/>
                  <a:t>Encoder</a:t>
                </a:r>
                <a:r>
                  <a:rPr kumimoji="1" lang="en-US" altLang="ko-KR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25040E8-48D1-C169-1E86-D0DA91D82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71" y="1773777"/>
                <a:ext cx="3559757" cy="1323439"/>
              </a:xfrm>
              <a:prstGeom prst="rect">
                <a:avLst/>
              </a:prstGeom>
              <a:blipFill>
                <a:blip r:embed="rId19"/>
                <a:stretch>
                  <a:fillRect l="-1773" t="-2857" b="-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bject 35">
                <a:extLst>
                  <a:ext uri="{FF2B5EF4-FFF2-40B4-BE49-F238E27FC236}">
                    <a16:creationId xmlns:a16="http://schemas.microsoft.com/office/drawing/2014/main" id="{59FDFF09-DC2D-8C1E-C071-254D64C02F37}"/>
                  </a:ext>
                </a:extLst>
              </p:cNvPr>
              <p:cNvSpPr txBox="1"/>
              <p:nvPr/>
            </p:nvSpPr>
            <p:spPr>
              <a:xfrm>
                <a:off x="7731179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2" name="object 35">
                <a:extLst>
                  <a:ext uri="{FF2B5EF4-FFF2-40B4-BE49-F238E27FC236}">
                    <a16:creationId xmlns:a16="http://schemas.microsoft.com/office/drawing/2014/main" id="{59FDFF09-DC2D-8C1E-C071-254D64C02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1179" y="3804368"/>
                <a:ext cx="439420" cy="604520"/>
              </a:xfrm>
              <a:prstGeom prst="rect">
                <a:avLst/>
              </a:prstGeom>
              <a:blipFill>
                <a:blip r:embed="rId20"/>
                <a:stretch>
                  <a:fillRect r="-13889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object 35">
                <a:extLst>
                  <a:ext uri="{FF2B5EF4-FFF2-40B4-BE49-F238E27FC236}">
                    <a16:creationId xmlns:a16="http://schemas.microsoft.com/office/drawing/2014/main" id="{38202B11-9A1C-953F-F18A-4DD7A79364F0}"/>
                  </a:ext>
                </a:extLst>
              </p:cNvPr>
              <p:cNvSpPr txBox="1"/>
              <p:nvPr/>
            </p:nvSpPr>
            <p:spPr>
              <a:xfrm>
                <a:off x="11112882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3" name="object 35">
                <a:extLst>
                  <a:ext uri="{FF2B5EF4-FFF2-40B4-BE49-F238E27FC236}">
                    <a16:creationId xmlns:a16="http://schemas.microsoft.com/office/drawing/2014/main" id="{38202B11-9A1C-953F-F18A-4DD7A7936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2882" y="3804368"/>
                <a:ext cx="439420" cy="604520"/>
              </a:xfrm>
              <a:prstGeom prst="rect">
                <a:avLst/>
              </a:prstGeom>
              <a:blipFill>
                <a:blip r:embed="rId21"/>
                <a:stretch>
                  <a:fillRect r="-1081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bject 35">
                <a:extLst>
                  <a:ext uri="{FF2B5EF4-FFF2-40B4-BE49-F238E27FC236}">
                    <a16:creationId xmlns:a16="http://schemas.microsoft.com/office/drawing/2014/main" id="{F4E34D2A-76AD-16FA-B647-16635FB074B1}"/>
                  </a:ext>
                </a:extLst>
              </p:cNvPr>
              <p:cNvSpPr txBox="1"/>
              <p:nvPr/>
            </p:nvSpPr>
            <p:spPr>
              <a:xfrm>
                <a:off x="8874179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4" name="object 35">
                <a:extLst>
                  <a:ext uri="{FF2B5EF4-FFF2-40B4-BE49-F238E27FC236}">
                    <a16:creationId xmlns:a16="http://schemas.microsoft.com/office/drawing/2014/main" id="{F4E34D2A-76AD-16FA-B647-16635FB07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4179" y="3804368"/>
                <a:ext cx="439420" cy="604520"/>
              </a:xfrm>
              <a:prstGeom prst="rect">
                <a:avLst/>
              </a:prstGeom>
              <a:blipFill>
                <a:blip r:embed="rId22"/>
                <a:stretch>
                  <a:fillRect r="-13889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object 28">
                <a:extLst>
                  <a:ext uri="{FF2B5EF4-FFF2-40B4-BE49-F238E27FC236}">
                    <a16:creationId xmlns:a16="http://schemas.microsoft.com/office/drawing/2014/main" id="{7C4729F5-C694-3DDC-A6F2-7DDF11E9D888}"/>
                  </a:ext>
                </a:extLst>
              </p:cNvPr>
              <p:cNvSpPr txBox="1"/>
              <p:nvPr/>
            </p:nvSpPr>
            <p:spPr>
              <a:xfrm>
                <a:off x="9992371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5" name="object 28">
                <a:extLst>
                  <a:ext uri="{FF2B5EF4-FFF2-40B4-BE49-F238E27FC236}">
                    <a16:creationId xmlns:a16="http://schemas.microsoft.com/office/drawing/2014/main" id="{7C4729F5-C694-3DDC-A6F2-7DDF11E9D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2371" y="2637801"/>
                <a:ext cx="410209" cy="6045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object 28">
                <a:extLst>
                  <a:ext uri="{FF2B5EF4-FFF2-40B4-BE49-F238E27FC236}">
                    <a16:creationId xmlns:a16="http://schemas.microsoft.com/office/drawing/2014/main" id="{DD518FEF-7139-8CD5-22DF-67CB95A0A3A1}"/>
                  </a:ext>
                </a:extLst>
              </p:cNvPr>
              <p:cNvSpPr txBox="1"/>
              <p:nvPr/>
            </p:nvSpPr>
            <p:spPr>
              <a:xfrm>
                <a:off x="11127488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6" name="object 28">
                <a:extLst>
                  <a:ext uri="{FF2B5EF4-FFF2-40B4-BE49-F238E27FC236}">
                    <a16:creationId xmlns:a16="http://schemas.microsoft.com/office/drawing/2014/main" id="{DD518FEF-7139-8CD5-22DF-67CB95A0A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7488" y="2637801"/>
                <a:ext cx="410209" cy="6045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/>
              <p:nvPr/>
            </p:nvSpPr>
            <p:spPr>
              <a:xfrm>
                <a:off x="3921891" y="2756900"/>
                <a:ext cx="3810274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dirty="0"/>
                  <a:t>From final hidden state predict: </a:t>
                </a:r>
              </a:p>
              <a:p>
                <a:r>
                  <a:rPr kumimoji="1" lang="en-US" altLang="ko-KR" sz="2000" b="1" dirty="0"/>
                  <a:t>Initial decoder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ar-AE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ko-KR" sz="2000" dirty="0"/>
              </a:p>
              <a:p>
                <a:r>
                  <a:rPr kumimoji="1" lang="en-US" altLang="ko-KR" sz="2000" b="1" dirty="0"/>
                  <a:t>Context vector </a:t>
                </a:r>
                <a14:m>
                  <m:oMath xmlns:m="http://schemas.openxmlformats.org/officeDocument/2006/math">
                    <m:r>
                      <a:rPr kumimoji="1" lang="en-US" altLang="ko-KR" sz="2000" b="1" i="0" dirty="0" smtClean="0">
                        <a:latin typeface="Cambria Math" panose="02040503050406030204" pitchFamily="18" charset="0"/>
                      </a:rPr>
                      <m:t>𝐜</m:t>
                    </m:r>
                  </m:oMath>
                </a14:m>
                <a:r>
                  <a:rPr kumimoji="1" lang="en-US" altLang="ko-KR" sz="2000" dirty="0"/>
                  <a:t> (often </a:t>
                </a:r>
                <a14:m>
                  <m:oMath xmlns:m="http://schemas.openxmlformats.org/officeDocument/2006/math">
                    <m:r>
                      <a:rPr kumimoji="1" lang="en-US" altLang="ko-KR" sz="2000" b="1" i="0" dirty="0" smtClean="0">
                        <a:latin typeface="Cambria Math" panose="02040503050406030204" pitchFamily="18" charset="0"/>
                      </a:rPr>
                      <m:t>𝐜</m:t>
                    </m:r>
                    <m:r>
                      <a:rPr kumimoji="1" lang="en-US" altLang="ko-KR" sz="20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dirty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kumimoji="1" lang="en-US" altLang="ko-KR" sz="2000" dirty="0"/>
                  <a:t>)</a:t>
                </a:r>
                <a:endParaRPr kumimoji="1" lang="ko-KR" altLang="en-US" sz="20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891" y="2756900"/>
                <a:ext cx="3810274" cy="1015663"/>
              </a:xfrm>
              <a:prstGeom prst="rect">
                <a:avLst/>
              </a:prstGeom>
              <a:blipFill>
                <a:blip r:embed="rId25"/>
                <a:stretch>
                  <a:fillRect l="-1661" t="-2439" r="-997" b="-85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C2AFB77-5884-F5F3-3079-69A740D1D2EF}"/>
              </a:ext>
            </a:extLst>
          </p:cNvPr>
          <p:cNvCxnSpPr>
            <a:stCxn id="32" idx="0"/>
            <a:endCxn id="33" idx="2"/>
          </p:cNvCxnSpPr>
          <p:nvPr/>
        </p:nvCxnSpPr>
        <p:spPr>
          <a:xfrm flipV="1">
            <a:off x="3663259" y="4408888"/>
            <a:ext cx="0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7CA5A02-1BDC-6F20-0E2E-528240DDF5D8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2726863" y="4408888"/>
            <a:ext cx="227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F6BDE7A9-1895-45EE-2DFF-4B028E31371D}"/>
              </a:ext>
            </a:extLst>
          </p:cNvPr>
          <p:cNvCxnSpPr>
            <a:cxnSpLocks/>
            <a:stCxn id="16" idx="0"/>
            <a:endCxn id="19" idx="2"/>
          </p:cNvCxnSpPr>
          <p:nvPr/>
        </p:nvCxnSpPr>
        <p:spPr>
          <a:xfrm flipV="1">
            <a:off x="1790694" y="4408888"/>
            <a:ext cx="226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C6C9792-105A-3880-7A9F-6E1C540D46EA}"/>
              </a:ext>
            </a:extLst>
          </p:cNvPr>
          <p:cNvCxnSpPr>
            <a:cxnSpLocks/>
            <a:stCxn id="12" idx="0"/>
            <a:endCxn id="18" idx="2"/>
          </p:cNvCxnSpPr>
          <p:nvPr/>
        </p:nvCxnSpPr>
        <p:spPr>
          <a:xfrm flipH="1" flipV="1">
            <a:off x="851077" y="4408888"/>
            <a:ext cx="3448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C694EA8F-B171-77FE-FE4C-4C49A49074FF}"/>
              </a:ext>
            </a:extLst>
          </p:cNvPr>
          <p:cNvCxnSpPr>
            <a:cxnSpLocks/>
          </p:cNvCxnSpPr>
          <p:nvPr/>
        </p:nvCxnSpPr>
        <p:spPr>
          <a:xfrm>
            <a:off x="2010630" y="4106628"/>
            <a:ext cx="4967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250998C-718F-56E5-DEAA-61255ACC50C6}"/>
              </a:ext>
            </a:extLst>
          </p:cNvPr>
          <p:cNvCxnSpPr>
            <a:cxnSpLocks/>
          </p:cNvCxnSpPr>
          <p:nvPr/>
        </p:nvCxnSpPr>
        <p:spPr>
          <a:xfrm>
            <a:off x="1070787" y="4106628"/>
            <a:ext cx="500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8D23C66-F48D-6F02-A75C-9FE311F5C6EF}"/>
              </a:ext>
            </a:extLst>
          </p:cNvPr>
          <p:cNvCxnSpPr>
            <a:cxnSpLocks/>
          </p:cNvCxnSpPr>
          <p:nvPr/>
        </p:nvCxnSpPr>
        <p:spPr>
          <a:xfrm>
            <a:off x="2946800" y="4106628"/>
            <a:ext cx="49674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2C82DE96-5214-F525-DB04-DD808DD52C69}"/>
              </a:ext>
            </a:extLst>
          </p:cNvPr>
          <p:cNvCxnSpPr>
            <a:cxnSpLocks/>
          </p:cNvCxnSpPr>
          <p:nvPr/>
        </p:nvCxnSpPr>
        <p:spPr>
          <a:xfrm>
            <a:off x="3882969" y="4106628"/>
            <a:ext cx="17241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E72F4CD2-0002-E6C2-3C84-2C1B06F07D5C}"/>
              </a:ext>
            </a:extLst>
          </p:cNvPr>
          <p:cNvCxnSpPr>
            <a:cxnSpLocks/>
            <a:stCxn id="21" idx="3"/>
            <a:endCxn id="72" idx="1"/>
          </p:cNvCxnSpPr>
          <p:nvPr/>
        </p:nvCxnSpPr>
        <p:spPr>
          <a:xfrm>
            <a:off x="6046556" y="4106628"/>
            <a:ext cx="16846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D0469CC1-C31D-A6BD-B4B2-AB6E5D2BB4C0}"/>
              </a:ext>
            </a:extLst>
          </p:cNvPr>
          <p:cNvCxnSpPr>
            <a:cxnSpLocks/>
            <a:stCxn id="72" idx="3"/>
            <a:endCxn id="74" idx="1"/>
          </p:cNvCxnSpPr>
          <p:nvPr/>
        </p:nvCxnSpPr>
        <p:spPr>
          <a:xfrm>
            <a:off x="8170599" y="4106628"/>
            <a:ext cx="7035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90434B98-AD0F-21A9-DF97-F2CC7086CA09}"/>
              </a:ext>
            </a:extLst>
          </p:cNvPr>
          <p:cNvCxnSpPr>
            <a:cxnSpLocks/>
            <a:stCxn id="74" idx="3"/>
            <a:endCxn id="37" idx="1"/>
          </p:cNvCxnSpPr>
          <p:nvPr/>
        </p:nvCxnSpPr>
        <p:spPr>
          <a:xfrm>
            <a:off x="9313599" y="4106628"/>
            <a:ext cx="66416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B69D3777-39CE-7DC2-93D5-D9E4D946005D}"/>
              </a:ext>
            </a:extLst>
          </p:cNvPr>
          <p:cNvCxnSpPr>
            <a:cxnSpLocks/>
            <a:stCxn id="37" idx="3"/>
            <a:endCxn id="73" idx="1"/>
          </p:cNvCxnSpPr>
          <p:nvPr/>
        </p:nvCxnSpPr>
        <p:spPr>
          <a:xfrm>
            <a:off x="10417185" y="4106628"/>
            <a:ext cx="69569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5CDA6CE2-3837-A98B-AC63-75A62C35786F}"/>
              </a:ext>
            </a:extLst>
          </p:cNvPr>
          <p:cNvCxnSpPr>
            <a:cxnSpLocks/>
            <a:stCxn id="72" idx="0"/>
            <a:endCxn id="29" idx="2"/>
          </p:cNvCxnSpPr>
          <p:nvPr/>
        </p:nvCxnSpPr>
        <p:spPr>
          <a:xfrm flipV="1">
            <a:off x="7950889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6D9FA776-DCDF-88E3-9F84-2AC045F4857E}"/>
              </a:ext>
            </a:extLst>
          </p:cNvPr>
          <p:cNvCxnSpPr>
            <a:cxnSpLocks/>
            <a:stCxn id="74" idx="0"/>
            <a:endCxn id="30" idx="2"/>
          </p:cNvCxnSpPr>
          <p:nvPr/>
        </p:nvCxnSpPr>
        <p:spPr>
          <a:xfrm flipV="1">
            <a:off x="9093889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0A3F3D52-17B2-2B88-2C00-7C19D4BCB14B}"/>
              </a:ext>
            </a:extLst>
          </p:cNvPr>
          <p:cNvCxnSpPr>
            <a:cxnSpLocks/>
            <a:stCxn id="37" idx="0"/>
            <a:endCxn id="75" idx="2"/>
          </p:cNvCxnSpPr>
          <p:nvPr/>
        </p:nvCxnSpPr>
        <p:spPr>
          <a:xfrm flipV="1">
            <a:off x="10197475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2E64C016-B0D7-3F58-6614-275FA249A9AD}"/>
              </a:ext>
            </a:extLst>
          </p:cNvPr>
          <p:cNvCxnSpPr>
            <a:cxnSpLocks/>
            <a:stCxn id="73" idx="0"/>
            <a:endCxn id="76" idx="2"/>
          </p:cNvCxnSpPr>
          <p:nvPr/>
        </p:nvCxnSpPr>
        <p:spPr>
          <a:xfrm flipV="1">
            <a:off x="11332592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9299277B-A282-6A09-8B3C-151C6B51EF95}"/>
              </a:ext>
            </a:extLst>
          </p:cNvPr>
          <p:cNvCxnSpPr>
            <a:cxnSpLocks/>
            <a:stCxn id="27" idx="0"/>
            <a:endCxn id="72" idx="2"/>
          </p:cNvCxnSpPr>
          <p:nvPr/>
        </p:nvCxnSpPr>
        <p:spPr>
          <a:xfrm flipH="1" flipV="1">
            <a:off x="7950889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B0FE8F43-5115-DBE2-F372-6EDC9F1C5F7E}"/>
              </a:ext>
            </a:extLst>
          </p:cNvPr>
          <p:cNvCxnSpPr>
            <a:cxnSpLocks/>
            <a:stCxn id="28" idx="0"/>
            <a:endCxn id="74" idx="2"/>
          </p:cNvCxnSpPr>
          <p:nvPr/>
        </p:nvCxnSpPr>
        <p:spPr>
          <a:xfrm flipH="1" flipV="1">
            <a:off x="9093889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B28C77F9-8016-027D-0F59-A9FD2DE909BD}"/>
              </a:ext>
            </a:extLst>
          </p:cNvPr>
          <p:cNvCxnSpPr>
            <a:cxnSpLocks/>
            <a:stCxn id="35" idx="0"/>
            <a:endCxn id="37" idx="2"/>
          </p:cNvCxnSpPr>
          <p:nvPr/>
        </p:nvCxnSpPr>
        <p:spPr>
          <a:xfrm flipH="1" flipV="1">
            <a:off x="10197475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6B65379E-6249-5DB9-E6DE-553F2A725D75}"/>
              </a:ext>
            </a:extLst>
          </p:cNvPr>
          <p:cNvCxnSpPr>
            <a:cxnSpLocks/>
            <a:stCxn id="36" idx="0"/>
            <a:endCxn id="73" idx="2"/>
          </p:cNvCxnSpPr>
          <p:nvPr/>
        </p:nvCxnSpPr>
        <p:spPr>
          <a:xfrm flipH="1" flipV="1">
            <a:off x="11332592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꺾인 연결선[E] 143">
            <a:extLst>
              <a:ext uri="{FF2B5EF4-FFF2-40B4-BE49-F238E27FC236}">
                <a16:creationId xmlns:a16="http://schemas.microsoft.com/office/drawing/2014/main" id="{A0CA9346-2D8D-6EC4-83EB-38955F92C84D}"/>
              </a:ext>
            </a:extLst>
          </p:cNvPr>
          <p:cNvCxnSpPr>
            <a:cxnSpLocks/>
            <a:stCxn id="33" idx="3"/>
            <a:endCxn id="52" idx="1"/>
          </p:cNvCxnSpPr>
          <p:nvPr/>
        </p:nvCxnSpPr>
        <p:spPr>
          <a:xfrm>
            <a:off x="3882969" y="4106628"/>
            <a:ext cx="1724167" cy="114343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[E] 146">
            <a:extLst>
              <a:ext uri="{FF2B5EF4-FFF2-40B4-BE49-F238E27FC236}">
                <a16:creationId xmlns:a16="http://schemas.microsoft.com/office/drawing/2014/main" id="{6C2E27B5-0886-8978-A1F3-16F03CA94BD8}"/>
              </a:ext>
            </a:extLst>
          </p:cNvPr>
          <p:cNvCxnSpPr>
            <a:cxnSpLocks/>
            <a:stCxn id="52" idx="3"/>
            <a:endCxn id="150" idx="1"/>
          </p:cNvCxnSpPr>
          <p:nvPr/>
        </p:nvCxnSpPr>
        <p:spPr>
          <a:xfrm flipV="1">
            <a:off x="6046556" y="4721444"/>
            <a:ext cx="1135116" cy="52862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956BEA3E-1FB8-CF2E-22D1-6A8F37E929CA}"/>
              </a:ext>
            </a:extLst>
          </p:cNvPr>
          <p:cNvSpPr/>
          <p:nvPr/>
        </p:nvSpPr>
        <p:spPr>
          <a:xfrm>
            <a:off x="7181672" y="4440693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172953B-7D48-BFE1-8F2E-CC0382EEC4B1}"/>
              </a:ext>
            </a:extLst>
          </p:cNvPr>
          <p:cNvSpPr/>
          <p:nvPr/>
        </p:nvSpPr>
        <p:spPr>
          <a:xfrm>
            <a:off x="7725582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10D4EE20-7B52-4ACB-F1E5-2C247A5375F7}"/>
              </a:ext>
            </a:extLst>
          </p:cNvPr>
          <p:cNvSpPr/>
          <p:nvPr/>
        </p:nvSpPr>
        <p:spPr>
          <a:xfrm>
            <a:off x="8868582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218C0EB8-719F-64F7-9E05-F8B4E46773EE}"/>
              </a:ext>
            </a:extLst>
          </p:cNvPr>
          <p:cNvSpPr/>
          <p:nvPr/>
        </p:nvSpPr>
        <p:spPr>
          <a:xfrm>
            <a:off x="9967596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927EECC8-28F7-924F-4D47-A5318679D25F}"/>
              </a:ext>
            </a:extLst>
          </p:cNvPr>
          <p:cNvSpPr/>
          <p:nvPr/>
        </p:nvSpPr>
        <p:spPr>
          <a:xfrm>
            <a:off x="11097400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60" name="꺾인 연결선[E] 159">
            <a:extLst>
              <a:ext uri="{FF2B5EF4-FFF2-40B4-BE49-F238E27FC236}">
                <a16:creationId xmlns:a16="http://schemas.microsoft.com/office/drawing/2014/main" id="{D240EC9D-4D71-860E-E6CC-502A43A5073C}"/>
              </a:ext>
            </a:extLst>
          </p:cNvPr>
          <p:cNvCxnSpPr>
            <a:cxnSpLocks/>
            <a:stCxn id="150" idx="3"/>
            <a:endCxn id="154" idx="2"/>
          </p:cNvCxnSpPr>
          <p:nvPr/>
        </p:nvCxnSpPr>
        <p:spPr>
          <a:xfrm flipV="1">
            <a:off x="7460319" y="4418871"/>
            <a:ext cx="404587" cy="30257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C12656C3-03E1-DFD0-A5C1-291FE0E8ACA2}"/>
              </a:ext>
            </a:extLst>
          </p:cNvPr>
          <p:cNvCxnSpPr>
            <a:cxnSpLocks/>
            <a:stCxn id="150" idx="1"/>
            <a:endCxn id="150" idx="3"/>
          </p:cNvCxnSpPr>
          <p:nvPr/>
        </p:nvCxnSpPr>
        <p:spPr>
          <a:xfrm>
            <a:off x="7181672" y="4721444"/>
            <a:ext cx="278647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꺾인 연결선[E] 165">
            <a:extLst>
              <a:ext uri="{FF2B5EF4-FFF2-40B4-BE49-F238E27FC236}">
                <a16:creationId xmlns:a16="http://schemas.microsoft.com/office/drawing/2014/main" id="{FF196F62-DACE-C364-8174-D7E9D05447C2}"/>
              </a:ext>
            </a:extLst>
          </p:cNvPr>
          <p:cNvCxnSpPr>
            <a:cxnSpLocks/>
            <a:stCxn id="150" idx="3"/>
            <a:endCxn id="155" idx="2"/>
          </p:cNvCxnSpPr>
          <p:nvPr/>
        </p:nvCxnSpPr>
        <p:spPr>
          <a:xfrm flipV="1">
            <a:off x="7460319" y="4418871"/>
            <a:ext cx="1547587" cy="30257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꺾인 연결선[E] 168">
            <a:extLst>
              <a:ext uri="{FF2B5EF4-FFF2-40B4-BE49-F238E27FC236}">
                <a16:creationId xmlns:a16="http://schemas.microsoft.com/office/drawing/2014/main" id="{6DA7A1B2-75AC-6909-6EB8-53CF6E20BBA3}"/>
              </a:ext>
            </a:extLst>
          </p:cNvPr>
          <p:cNvCxnSpPr>
            <a:cxnSpLocks/>
            <a:stCxn id="150" idx="3"/>
            <a:endCxn id="156" idx="2"/>
          </p:cNvCxnSpPr>
          <p:nvPr/>
        </p:nvCxnSpPr>
        <p:spPr>
          <a:xfrm flipV="1">
            <a:off x="7460319" y="4418871"/>
            <a:ext cx="2646601" cy="30257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[E] 176">
            <a:extLst>
              <a:ext uri="{FF2B5EF4-FFF2-40B4-BE49-F238E27FC236}">
                <a16:creationId xmlns:a16="http://schemas.microsoft.com/office/drawing/2014/main" id="{94753DEC-A667-EB3B-3726-B5BF971FFD79}"/>
              </a:ext>
            </a:extLst>
          </p:cNvPr>
          <p:cNvCxnSpPr>
            <a:cxnSpLocks/>
            <a:stCxn id="150" idx="3"/>
            <a:endCxn id="157" idx="2"/>
          </p:cNvCxnSpPr>
          <p:nvPr/>
        </p:nvCxnSpPr>
        <p:spPr>
          <a:xfrm flipV="1">
            <a:off x="7460319" y="4418871"/>
            <a:ext cx="3776405" cy="30257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655942B-4429-79BD-605A-C61F8B418ECF}"/>
                  </a:ext>
                </a:extLst>
              </p:cNvPr>
              <p:cNvSpPr txBox="1"/>
              <p:nvPr/>
            </p:nvSpPr>
            <p:spPr>
              <a:xfrm>
                <a:off x="3899169" y="2017929"/>
                <a:ext cx="36790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b="1" dirty="0"/>
                  <a:t>Decoder</a:t>
                </a:r>
                <a:r>
                  <a:rPr kumimoji="1" lang="en-US" altLang="ko-KR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ko-KR" sz="2000" b="1" i="0" smtClean="0">
                        <a:latin typeface="Cambria Math" panose="02040503050406030204" pitchFamily="18" charset="0"/>
                      </a:rPr>
                      <m:t>𝐜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655942B-4429-79BD-605A-C61F8B418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169" y="2017929"/>
                <a:ext cx="3679020" cy="400110"/>
              </a:xfrm>
              <a:prstGeom prst="rect">
                <a:avLst/>
              </a:prstGeom>
              <a:blipFill>
                <a:blip r:embed="rId26"/>
                <a:stretch>
                  <a:fillRect l="-2069" t="-6061" b="-242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3" name="object 64">
            <a:extLst>
              <a:ext uri="{FF2B5EF4-FFF2-40B4-BE49-F238E27FC236}">
                <a16:creationId xmlns:a16="http://schemas.microsoft.com/office/drawing/2014/main" id="{0B148350-9444-BF61-E5CF-670A3EAE7B45}"/>
              </a:ext>
            </a:extLst>
          </p:cNvPr>
          <p:cNvSpPr txBox="1"/>
          <p:nvPr/>
        </p:nvSpPr>
        <p:spPr>
          <a:xfrm>
            <a:off x="6863059" y="5398204"/>
            <a:ext cx="5165152" cy="760959"/>
          </a:xfrm>
          <a:prstGeom prst="rect">
            <a:avLst/>
          </a:prstGeom>
          <a:solidFill>
            <a:srgbClr val="FFFFFF">
              <a:alpha val="89804"/>
            </a:srgbClr>
          </a:solidFill>
          <a:ln w="28575">
            <a:solidFill>
              <a:srgbClr val="C00000"/>
            </a:solidFill>
          </a:ln>
        </p:spPr>
        <p:txBody>
          <a:bodyPr vert="horz" wrap="square" lIns="72000" tIns="72000" rIns="72000" bIns="72000" rtlCol="0" anchor="ctr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2000" spc="-6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sz="2000" spc="-6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sequence bottlenecked</a:t>
            </a:r>
            <a:r>
              <a:rPr sz="2000" spc="-85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</a:t>
            </a:r>
            <a:r>
              <a:rPr sz="2000" spc="-85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fixed- </a:t>
            </a:r>
            <a:r>
              <a:rPr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sized</a:t>
            </a:r>
            <a:r>
              <a:rPr sz="2000" spc="-55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3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vector.</a:t>
            </a:r>
            <a:r>
              <a:rPr sz="2000" spc="-5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sz="2000" spc="-55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sz="2000" spc="-5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T=1000?</a:t>
            </a:r>
            <a:endParaRPr lang="en-US" sz="2000" spc="-1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2A4765A8-FD36-7CD6-90B5-37F5EEA284EA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Sutskever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al, Sequence to sequence learning with neural networks,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2014</a:t>
            </a:r>
          </a:p>
        </p:txBody>
      </p: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682E7244-90B1-3E3C-E0DA-2BEC96F2B410}"/>
              </a:ext>
            </a:extLst>
          </p:cNvPr>
          <p:cNvCxnSpPr>
            <a:cxnSpLocks/>
            <a:stCxn id="183" idx="1"/>
          </p:cNvCxnSpPr>
          <p:nvPr/>
        </p:nvCxnSpPr>
        <p:spPr>
          <a:xfrm flipH="1" flipV="1">
            <a:off x="6145446" y="5274953"/>
            <a:ext cx="717613" cy="50373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86F988-8961-58BD-545D-C69BF37D4A1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6116012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220A-0278-1124-5512-FC22EB7E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ko-KR" dirty="0"/>
              <a:t>Sequence-to-Sequence with RNNs 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F7F2A0-6B63-C6B6-64F6-4DE0300F4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Recall machine translation with seq2seq modeling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77165-0F96-D1F8-FAFE-7231369357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57</a:t>
            </a:fld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/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1">
            <a:extLst>
              <a:ext uri="{FF2B5EF4-FFF2-40B4-BE49-F238E27FC236}">
                <a16:creationId xmlns:a16="http://schemas.microsoft.com/office/drawing/2014/main" id="{34891093-F2DF-A630-D817-24625B567060}"/>
              </a:ext>
            </a:extLst>
          </p:cNvPr>
          <p:cNvSpPr txBox="1"/>
          <p:nvPr/>
        </p:nvSpPr>
        <p:spPr>
          <a:xfrm>
            <a:off x="703934" y="5707555"/>
            <a:ext cx="299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we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E9FC08D-FDB3-9931-86F4-4080A735E30D}"/>
              </a:ext>
            </a:extLst>
          </p:cNvPr>
          <p:cNvSpPr txBox="1"/>
          <p:nvPr/>
        </p:nvSpPr>
        <p:spPr>
          <a:xfrm>
            <a:off x="1627977" y="5707555"/>
            <a:ext cx="32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A922632A-3A02-8005-DFDD-D5CF328447B5}"/>
              </a:ext>
            </a:extLst>
          </p:cNvPr>
          <p:cNvSpPr txBox="1"/>
          <p:nvPr/>
        </p:nvSpPr>
        <p:spPr>
          <a:xfrm>
            <a:off x="2424699" y="5707555"/>
            <a:ext cx="604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eating</a:t>
            </a:r>
            <a:endParaRPr sz="1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/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/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/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/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/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/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25">
                <a:extLst>
                  <a:ext uri="{FF2B5EF4-FFF2-40B4-BE49-F238E27FC236}">
                    <a16:creationId xmlns:a16="http://schemas.microsoft.com/office/drawing/2014/main" id="{E5A0A70A-196F-4376-345A-51AAB01BA17C}"/>
                  </a:ext>
                </a:extLst>
              </p:cNvPr>
              <p:cNvSpPr txBox="1"/>
              <p:nvPr/>
            </p:nvSpPr>
            <p:spPr>
              <a:xfrm>
                <a:off x="7745785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7" name="object 25">
                <a:extLst>
                  <a:ext uri="{FF2B5EF4-FFF2-40B4-BE49-F238E27FC236}">
                    <a16:creationId xmlns:a16="http://schemas.microsoft.com/office/drawing/2014/main" id="{E5A0A70A-196F-4376-345A-51AAB01BA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785" y="4947804"/>
                <a:ext cx="410209" cy="6045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26">
                <a:extLst>
                  <a:ext uri="{FF2B5EF4-FFF2-40B4-BE49-F238E27FC236}">
                    <a16:creationId xmlns:a16="http://schemas.microsoft.com/office/drawing/2014/main" id="{11B4CB15-FF70-9F59-2FAB-C34BC5D0B97C}"/>
                  </a:ext>
                </a:extLst>
              </p:cNvPr>
              <p:cNvSpPr txBox="1"/>
              <p:nvPr/>
            </p:nvSpPr>
            <p:spPr>
              <a:xfrm>
                <a:off x="8888785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8" name="object 26">
                <a:extLst>
                  <a:ext uri="{FF2B5EF4-FFF2-40B4-BE49-F238E27FC236}">
                    <a16:creationId xmlns:a16="http://schemas.microsoft.com/office/drawing/2014/main" id="{11B4CB15-FF70-9F59-2FAB-C34BC5D0B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785" y="4947804"/>
                <a:ext cx="410209" cy="6045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27">
                <a:extLst>
                  <a:ext uri="{FF2B5EF4-FFF2-40B4-BE49-F238E27FC236}">
                    <a16:creationId xmlns:a16="http://schemas.microsoft.com/office/drawing/2014/main" id="{083204A9-43FA-190B-8A56-2D4AC0FDB247}"/>
                  </a:ext>
                </a:extLst>
              </p:cNvPr>
              <p:cNvSpPr txBox="1"/>
              <p:nvPr/>
            </p:nvSpPr>
            <p:spPr>
              <a:xfrm>
                <a:off x="7745785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9" name="object 27">
                <a:extLst>
                  <a:ext uri="{FF2B5EF4-FFF2-40B4-BE49-F238E27FC236}">
                    <a16:creationId xmlns:a16="http://schemas.microsoft.com/office/drawing/2014/main" id="{083204A9-43FA-190B-8A56-2D4AC0FDB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785" y="2637801"/>
                <a:ext cx="410209" cy="6045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28">
                <a:extLst>
                  <a:ext uri="{FF2B5EF4-FFF2-40B4-BE49-F238E27FC236}">
                    <a16:creationId xmlns:a16="http://schemas.microsoft.com/office/drawing/2014/main" id="{68EB6088-57A6-0C2C-1730-B5F24CE629F7}"/>
                  </a:ext>
                </a:extLst>
              </p:cNvPr>
              <p:cNvSpPr txBox="1"/>
              <p:nvPr/>
            </p:nvSpPr>
            <p:spPr>
              <a:xfrm>
                <a:off x="8888785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0" name="object 28">
                <a:extLst>
                  <a:ext uri="{FF2B5EF4-FFF2-40B4-BE49-F238E27FC236}">
                    <a16:creationId xmlns:a16="http://schemas.microsoft.com/office/drawing/2014/main" id="{68EB6088-57A6-0C2C-1730-B5F24CE62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785" y="2637801"/>
                <a:ext cx="410209" cy="6045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bject 29">
            <a:extLst>
              <a:ext uri="{FF2B5EF4-FFF2-40B4-BE49-F238E27FC236}">
                <a16:creationId xmlns:a16="http://schemas.microsoft.com/office/drawing/2014/main" id="{384DF9A3-DED2-CD79-0AB4-4DDD79EEF4BA}"/>
              </a:ext>
            </a:extLst>
          </p:cNvPr>
          <p:cNvSpPr txBox="1"/>
          <p:nvPr/>
        </p:nvSpPr>
        <p:spPr>
          <a:xfrm>
            <a:off x="3379567" y="5707555"/>
            <a:ext cx="566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bread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/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blipFill>
                <a:blip r:embed="rId14"/>
                <a:stretch>
                  <a:fillRect r="-3226"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/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33">
                <a:extLst>
                  <a:ext uri="{FF2B5EF4-FFF2-40B4-BE49-F238E27FC236}">
                    <a16:creationId xmlns:a16="http://schemas.microsoft.com/office/drawing/2014/main" id="{E1102479-302E-3BBA-62A6-112E3B722FD9}"/>
                  </a:ext>
                </a:extLst>
              </p:cNvPr>
              <p:cNvSpPr txBox="1"/>
              <p:nvPr/>
            </p:nvSpPr>
            <p:spPr>
              <a:xfrm>
                <a:off x="9992371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5" name="object 33">
                <a:extLst>
                  <a:ext uri="{FF2B5EF4-FFF2-40B4-BE49-F238E27FC236}">
                    <a16:creationId xmlns:a16="http://schemas.microsoft.com/office/drawing/2014/main" id="{E1102479-302E-3BBA-62A6-112E3B722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2371" y="4947804"/>
                <a:ext cx="410209" cy="6045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34">
                <a:extLst>
                  <a:ext uri="{FF2B5EF4-FFF2-40B4-BE49-F238E27FC236}">
                    <a16:creationId xmlns:a16="http://schemas.microsoft.com/office/drawing/2014/main" id="{FBEF0ACB-62FA-E674-24C1-C6D11D1EC64F}"/>
                  </a:ext>
                </a:extLst>
              </p:cNvPr>
              <p:cNvSpPr txBox="1"/>
              <p:nvPr/>
            </p:nvSpPr>
            <p:spPr>
              <a:xfrm>
                <a:off x="11127488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6" name="object 34">
                <a:extLst>
                  <a:ext uri="{FF2B5EF4-FFF2-40B4-BE49-F238E27FC236}">
                    <a16:creationId xmlns:a16="http://schemas.microsoft.com/office/drawing/2014/main" id="{FBEF0ACB-62FA-E674-24C1-C6D11D1EC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7488" y="4947804"/>
                <a:ext cx="410209" cy="6045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35">
                <a:extLst>
                  <a:ext uri="{FF2B5EF4-FFF2-40B4-BE49-F238E27FC236}">
                    <a16:creationId xmlns:a16="http://schemas.microsoft.com/office/drawing/2014/main" id="{3A92438C-ABC7-B442-E5FE-97D6EBB740F2}"/>
                  </a:ext>
                </a:extLst>
              </p:cNvPr>
              <p:cNvSpPr txBox="1"/>
              <p:nvPr/>
            </p:nvSpPr>
            <p:spPr>
              <a:xfrm>
                <a:off x="9977765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:endParaRPr lang="en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7" name="object 35">
                <a:extLst>
                  <a:ext uri="{FF2B5EF4-FFF2-40B4-BE49-F238E27FC236}">
                    <a16:creationId xmlns:a16="http://schemas.microsoft.com/office/drawing/2014/main" id="{3A92438C-ABC7-B442-E5FE-97D6EBB74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7765" y="3804368"/>
                <a:ext cx="439420" cy="604520"/>
              </a:xfrm>
              <a:prstGeom prst="rect">
                <a:avLst/>
              </a:prstGeom>
              <a:blipFill>
                <a:blip r:embed="rId18"/>
                <a:stretch>
                  <a:fillRect r="-13889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50">
                <a:extLst>
                  <a:ext uri="{FF2B5EF4-FFF2-40B4-BE49-F238E27FC236}">
                    <a16:creationId xmlns:a16="http://schemas.microsoft.com/office/drawing/2014/main" id="{29525611-6370-6D46-0BFF-ACCB6DAFE755}"/>
                  </a:ext>
                </a:extLst>
              </p:cNvPr>
              <p:cNvSpPr txBox="1"/>
              <p:nvPr/>
            </p:nvSpPr>
            <p:spPr>
              <a:xfrm>
                <a:off x="5607136" y="4947804"/>
                <a:ext cx="439420" cy="604520"/>
              </a:xfrm>
              <a:prstGeom prst="rect">
                <a:avLst/>
              </a:prstGeom>
              <a:solidFill>
                <a:srgbClr val="EBDAF3"/>
              </a:solidFill>
              <a:ln w="12700">
                <a:solidFill>
                  <a:srgbClr val="BC44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2000" b="1" i="0" smtClean="0">
                          <a:latin typeface="Cambria Math" panose="02040503050406030204" pitchFamily="18" charset="0"/>
                          <a:cs typeface="Calibri"/>
                        </a:rPr>
                        <m:t>𝐜</m:t>
                      </m:r>
                    </m:oMath>
                  </m:oMathPara>
                </a14:m>
                <a:endParaRPr sz="2000" b="1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2" name="object 50">
                <a:extLst>
                  <a:ext uri="{FF2B5EF4-FFF2-40B4-BE49-F238E27FC236}">
                    <a16:creationId xmlns:a16="http://schemas.microsoft.com/office/drawing/2014/main" id="{29525611-6370-6D46-0BFF-ACCB6DAFE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36" y="4947804"/>
                <a:ext cx="439420" cy="6045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12700">
                <a:solidFill>
                  <a:srgbClr val="BC44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object 24">
            <a:extLst>
              <a:ext uri="{FF2B5EF4-FFF2-40B4-BE49-F238E27FC236}">
                <a16:creationId xmlns:a16="http://schemas.microsoft.com/office/drawing/2014/main" id="{C11EC3C8-B404-0845-7D8A-732E78D6C7C9}"/>
              </a:ext>
            </a:extLst>
          </p:cNvPr>
          <p:cNvSpPr txBox="1"/>
          <p:nvPr/>
        </p:nvSpPr>
        <p:spPr>
          <a:xfrm>
            <a:off x="7600305" y="5707555"/>
            <a:ext cx="727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[START]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9" name="object 33">
            <a:extLst>
              <a:ext uri="{FF2B5EF4-FFF2-40B4-BE49-F238E27FC236}">
                <a16:creationId xmlns:a16="http://schemas.microsoft.com/office/drawing/2014/main" id="{9F48C169-3BC9-9C57-67DE-723B41D8DD29}"/>
              </a:ext>
            </a:extLst>
          </p:cNvPr>
          <p:cNvSpPr txBox="1"/>
          <p:nvPr/>
        </p:nvSpPr>
        <p:spPr>
          <a:xfrm>
            <a:off x="9749148" y="5707555"/>
            <a:ext cx="17741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0970" algn="l"/>
              </a:tabLst>
            </a:pPr>
            <a:r>
              <a:rPr sz="1800" spc="-10" dirty="0">
                <a:latin typeface="Calibri"/>
                <a:cs typeface="Calibri"/>
              </a:rPr>
              <a:t>comiendo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pan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0" name="object 36">
            <a:extLst>
              <a:ext uri="{FF2B5EF4-FFF2-40B4-BE49-F238E27FC236}">
                <a16:creationId xmlns:a16="http://schemas.microsoft.com/office/drawing/2014/main" id="{EB4D263C-0212-7815-6F61-747F973E643F}"/>
              </a:ext>
            </a:extLst>
          </p:cNvPr>
          <p:cNvSpPr txBox="1"/>
          <p:nvPr/>
        </p:nvSpPr>
        <p:spPr>
          <a:xfrm>
            <a:off x="8687233" y="5707555"/>
            <a:ext cx="802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estamos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1" name="object 24">
            <a:extLst>
              <a:ext uri="{FF2B5EF4-FFF2-40B4-BE49-F238E27FC236}">
                <a16:creationId xmlns:a16="http://schemas.microsoft.com/office/drawing/2014/main" id="{303C4FFB-647B-1A72-B89A-4FEB76E44F60}"/>
              </a:ext>
            </a:extLst>
          </p:cNvPr>
          <p:cNvSpPr txBox="1"/>
          <p:nvPr/>
        </p:nvSpPr>
        <p:spPr>
          <a:xfrm>
            <a:off x="7563283" y="2104819"/>
            <a:ext cx="802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estamos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2" name="object 31">
            <a:extLst>
              <a:ext uri="{FF2B5EF4-FFF2-40B4-BE49-F238E27FC236}">
                <a16:creationId xmlns:a16="http://schemas.microsoft.com/office/drawing/2014/main" id="{B0BC4DBC-128B-2558-4177-C353CD51E986}"/>
              </a:ext>
            </a:extLst>
          </p:cNvPr>
          <p:cNvSpPr txBox="1"/>
          <p:nvPr/>
        </p:nvSpPr>
        <p:spPr>
          <a:xfrm>
            <a:off x="7563283" y="2104819"/>
            <a:ext cx="2000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0450" algn="l"/>
              </a:tabLst>
            </a:pPr>
            <a:r>
              <a:rPr sz="1800" spc="-10" dirty="0">
                <a:latin typeface="Calibri"/>
                <a:cs typeface="Calibri"/>
              </a:rPr>
              <a:t>estamos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15" baseline="1543" dirty="0">
                <a:latin typeface="Calibri"/>
                <a:cs typeface="Calibri"/>
              </a:rPr>
              <a:t>comiendo</a:t>
            </a:r>
            <a:endParaRPr sz="2700" baseline="1543" dirty="0">
              <a:latin typeface="Calibri"/>
              <a:cs typeface="Calibri"/>
            </a:endParaRPr>
          </a:p>
        </p:txBody>
      </p:sp>
      <p:sp>
        <p:nvSpPr>
          <p:cNvPr id="63" name="object 32">
            <a:extLst>
              <a:ext uri="{FF2B5EF4-FFF2-40B4-BE49-F238E27FC236}">
                <a16:creationId xmlns:a16="http://schemas.microsoft.com/office/drawing/2014/main" id="{862BC504-FDC1-6D84-6D72-6CB9A9B69F3B}"/>
              </a:ext>
            </a:extLst>
          </p:cNvPr>
          <p:cNvSpPr txBox="1"/>
          <p:nvPr/>
        </p:nvSpPr>
        <p:spPr>
          <a:xfrm>
            <a:off x="7562998" y="2104819"/>
            <a:ext cx="4093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1085" algn="l"/>
                <a:tab pos="2458720" algn="l"/>
                <a:tab pos="3464560" algn="l"/>
              </a:tabLst>
            </a:pPr>
            <a:r>
              <a:rPr sz="1800" spc="-10" dirty="0">
                <a:latin typeface="Calibri"/>
                <a:cs typeface="Calibri"/>
              </a:rPr>
              <a:t>estamos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15" baseline="1543" dirty="0">
                <a:latin typeface="Calibri"/>
                <a:cs typeface="Calibri"/>
              </a:rPr>
              <a:t>comiendo</a:t>
            </a:r>
            <a:r>
              <a:rPr sz="2700" baseline="1543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pan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15" baseline="1543" dirty="0">
                <a:latin typeface="Calibri"/>
                <a:cs typeface="Calibri"/>
              </a:rPr>
              <a:t>[STOP]</a:t>
            </a:r>
            <a:endParaRPr sz="2700" baseline="1543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25040E8-48D1-C169-1E86-D0DA91D82AAB}"/>
                  </a:ext>
                </a:extLst>
              </p:cNvPr>
              <p:cNvSpPr txBox="1"/>
              <p:nvPr/>
            </p:nvSpPr>
            <p:spPr>
              <a:xfrm>
                <a:off x="352271" y="1773777"/>
                <a:ext cx="3559757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b="1" dirty="0"/>
                  <a:t>Input</a:t>
                </a:r>
                <a:r>
                  <a:rPr kumimoji="1" lang="en-US" altLang="ko-KR" sz="2000" dirty="0"/>
                  <a:t>: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  …, 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kumimoji="1" lang="en-US" altLang="ko-KR" sz="2000" dirty="0"/>
              </a:p>
              <a:p>
                <a:r>
                  <a:rPr kumimoji="1" lang="en-US" altLang="ko-KR" sz="2000" b="1" dirty="0"/>
                  <a:t>Output</a:t>
                </a:r>
                <a:r>
                  <a:rPr kumimoji="1" lang="en-US" altLang="ko-KR" sz="2000" dirty="0"/>
                  <a:t>: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  …, 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p>
                          <m:sSup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endParaRPr kumimoji="1" lang="en-US" altLang="ko-KR" sz="2000" dirty="0"/>
              </a:p>
              <a:p>
                <a:endParaRPr kumimoji="1" lang="en-US" altLang="ko-KR" sz="2000" dirty="0"/>
              </a:p>
              <a:p>
                <a:r>
                  <a:rPr kumimoji="1" lang="en-US" altLang="ko-KR" sz="2000" b="1" dirty="0"/>
                  <a:t>Encoder</a:t>
                </a:r>
                <a:r>
                  <a:rPr kumimoji="1" lang="en-US" altLang="ko-KR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25040E8-48D1-C169-1E86-D0DA91D82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71" y="1773777"/>
                <a:ext cx="3559757" cy="1323439"/>
              </a:xfrm>
              <a:prstGeom prst="rect">
                <a:avLst/>
              </a:prstGeom>
              <a:blipFill>
                <a:blip r:embed="rId20"/>
                <a:stretch>
                  <a:fillRect l="-1773" t="-2857" b="-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bject 35">
                <a:extLst>
                  <a:ext uri="{FF2B5EF4-FFF2-40B4-BE49-F238E27FC236}">
                    <a16:creationId xmlns:a16="http://schemas.microsoft.com/office/drawing/2014/main" id="{59FDFF09-DC2D-8C1E-C071-254D64C02F37}"/>
                  </a:ext>
                </a:extLst>
              </p:cNvPr>
              <p:cNvSpPr txBox="1"/>
              <p:nvPr/>
            </p:nvSpPr>
            <p:spPr>
              <a:xfrm>
                <a:off x="7731179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2" name="object 35">
                <a:extLst>
                  <a:ext uri="{FF2B5EF4-FFF2-40B4-BE49-F238E27FC236}">
                    <a16:creationId xmlns:a16="http://schemas.microsoft.com/office/drawing/2014/main" id="{59FDFF09-DC2D-8C1E-C071-254D64C02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1179" y="3804368"/>
                <a:ext cx="439420" cy="604520"/>
              </a:xfrm>
              <a:prstGeom prst="rect">
                <a:avLst/>
              </a:prstGeom>
              <a:blipFill>
                <a:blip r:embed="rId21"/>
                <a:stretch>
                  <a:fillRect r="-13889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object 35">
                <a:extLst>
                  <a:ext uri="{FF2B5EF4-FFF2-40B4-BE49-F238E27FC236}">
                    <a16:creationId xmlns:a16="http://schemas.microsoft.com/office/drawing/2014/main" id="{38202B11-9A1C-953F-F18A-4DD7A79364F0}"/>
                  </a:ext>
                </a:extLst>
              </p:cNvPr>
              <p:cNvSpPr txBox="1"/>
              <p:nvPr/>
            </p:nvSpPr>
            <p:spPr>
              <a:xfrm>
                <a:off x="11112882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3" name="object 35">
                <a:extLst>
                  <a:ext uri="{FF2B5EF4-FFF2-40B4-BE49-F238E27FC236}">
                    <a16:creationId xmlns:a16="http://schemas.microsoft.com/office/drawing/2014/main" id="{38202B11-9A1C-953F-F18A-4DD7A7936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2882" y="3804368"/>
                <a:ext cx="439420" cy="604520"/>
              </a:xfrm>
              <a:prstGeom prst="rect">
                <a:avLst/>
              </a:prstGeom>
              <a:blipFill>
                <a:blip r:embed="rId22"/>
                <a:stretch>
                  <a:fillRect r="-1081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bject 35">
                <a:extLst>
                  <a:ext uri="{FF2B5EF4-FFF2-40B4-BE49-F238E27FC236}">
                    <a16:creationId xmlns:a16="http://schemas.microsoft.com/office/drawing/2014/main" id="{F4E34D2A-76AD-16FA-B647-16635FB074B1}"/>
                  </a:ext>
                </a:extLst>
              </p:cNvPr>
              <p:cNvSpPr txBox="1"/>
              <p:nvPr/>
            </p:nvSpPr>
            <p:spPr>
              <a:xfrm>
                <a:off x="8874179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4" name="object 35">
                <a:extLst>
                  <a:ext uri="{FF2B5EF4-FFF2-40B4-BE49-F238E27FC236}">
                    <a16:creationId xmlns:a16="http://schemas.microsoft.com/office/drawing/2014/main" id="{F4E34D2A-76AD-16FA-B647-16635FB07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4179" y="3804368"/>
                <a:ext cx="439420" cy="604520"/>
              </a:xfrm>
              <a:prstGeom prst="rect">
                <a:avLst/>
              </a:prstGeom>
              <a:blipFill>
                <a:blip r:embed="rId23"/>
                <a:stretch>
                  <a:fillRect r="-13889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object 28">
                <a:extLst>
                  <a:ext uri="{FF2B5EF4-FFF2-40B4-BE49-F238E27FC236}">
                    <a16:creationId xmlns:a16="http://schemas.microsoft.com/office/drawing/2014/main" id="{7C4729F5-C694-3DDC-A6F2-7DDF11E9D888}"/>
                  </a:ext>
                </a:extLst>
              </p:cNvPr>
              <p:cNvSpPr txBox="1"/>
              <p:nvPr/>
            </p:nvSpPr>
            <p:spPr>
              <a:xfrm>
                <a:off x="9992371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5" name="object 28">
                <a:extLst>
                  <a:ext uri="{FF2B5EF4-FFF2-40B4-BE49-F238E27FC236}">
                    <a16:creationId xmlns:a16="http://schemas.microsoft.com/office/drawing/2014/main" id="{7C4729F5-C694-3DDC-A6F2-7DDF11E9D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2371" y="2637801"/>
                <a:ext cx="410209" cy="6045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object 28">
                <a:extLst>
                  <a:ext uri="{FF2B5EF4-FFF2-40B4-BE49-F238E27FC236}">
                    <a16:creationId xmlns:a16="http://schemas.microsoft.com/office/drawing/2014/main" id="{DD518FEF-7139-8CD5-22DF-67CB95A0A3A1}"/>
                  </a:ext>
                </a:extLst>
              </p:cNvPr>
              <p:cNvSpPr txBox="1"/>
              <p:nvPr/>
            </p:nvSpPr>
            <p:spPr>
              <a:xfrm>
                <a:off x="11127488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6" name="object 28">
                <a:extLst>
                  <a:ext uri="{FF2B5EF4-FFF2-40B4-BE49-F238E27FC236}">
                    <a16:creationId xmlns:a16="http://schemas.microsoft.com/office/drawing/2014/main" id="{DD518FEF-7139-8CD5-22DF-67CB95A0A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7488" y="2637801"/>
                <a:ext cx="410209" cy="60452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/>
              <p:nvPr/>
            </p:nvSpPr>
            <p:spPr>
              <a:xfrm>
                <a:off x="3921891" y="2756900"/>
                <a:ext cx="3810274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dirty="0"/>
                  <a:t>From final hidden state predict: </a:t>
                </a:r>
              </a:p>
              <a:p>
                <a:r>
                  <a:rPr kumimoji="1" lang="en-US" altLang="ko-KR" sz="2000" b="1" dirty="0"/>
                  <a:t>Initial decoder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ar-AE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ko-KR" sz="2000" dirty="0"/>
              </a:p>
              <a:p>
                <a:r>
                  <a:rPr kumimoji="1" lang="en-US" altLang="ko-KR" sz="2000" b="1" dirty="0"/>
                  <a:t>Context vector </a:t>
                </a:r>
                <a14:m>
                  <m:oMath xmlns:m="http://schemas.openxmlformats.org/officeDocument/2006/math">
                    <m:r>
                      <a:rPr kumimoji="1" lang="en-US" altLang="ko-KR" sz="2000" b="1" i="0" dirty="0" smtClean="0">
                        <a:latin typeface="Cambria Math" panose="02040503050406030204" pitchFamily="18" charset="0"/>
                      </a:rPr>
                      <m:t>𝐜</m:t>
                    </m:r>
                  </m:oMath>
                </a14:m>
                <a:r>
                  <a:rPr kumimoji="1" lang="en-US" altLang="ko-KR" sz="2000" dirty="0"/>
                  <a:t> (often </a:t>
                </a:r>
                <a14:m>
                  <m:oMath xmlns:m="http://schemas.openxmlformats.org/officeDocument/2006/math">
                    <m:r>
                      <a:rPr kumimoji="1" lang="en-US" altLang="ko-KR" sz="2000" b="1" i="0" dirty="0" smtClean="0">
                        <a:latin typeface="Cambria Math" panose="02040503050406030204" pitchFamily="18" charset="0"/>
                      </a:rPr>
                      <m:t>𝐜</m:t>
                    </m:r>
                    <m:r>
                      <a:rPr kumimoji="1" lang="en-US" altLang="ko-KR" sz="20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dirty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kumimoji="1" lang="en-US" altLang="ko-KR" sz="2000" dirty="0"/>
                  <a:t>)</a:t>
                </a:r>
                <a:endParaRPr kumimoji="1" lang="ko-KR" altLang="en-US" sz="20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891" y="2756900"/>
                <a:ext cx="3810274" cy="1015663"/>
              </a:xfrm>
              <a:prstGeom prst="rect">
                <a:avLst/>
              </a:prstGeom>
              <a:blipFill>
                <a:blip r:embed="rId26"/>
                <a:stretch>
                  <a:fillRect l="-1661" t="-2439" r="-997" b="-85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C2AFB77-5884-F5F3-3079-69A740D1D2EF}"/>
              </a:ext>
            </a:extLst>
          </p:cNvPr>
          <p:cNvCxnSpPr>
            <a:stCxn id="32" idx="0"/>
            <a:endCxn id="33" idx="2"/>
          </p:cNvCxnSpPr>
          <p:nvPr/>
        </p:nvCxnSpPr>
        <p:spPr>
          <a:xfrm flipV="1">
            <a:off x="3663259" y="4408888"/>
            <a:ext cx="0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7CA5A02-1BDC-6F20-0E2E-528240DDF5D8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2726863" y="4408888"/>
            <a:ext cx="227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F6BDE7A9-1895-45EE-2DFF-4B028E31371D}"/>
              </a:ext>
            </a:extLst>
          </p:cNvPr>
          <p:cNvCxnSpPr>
            <a:cxnSpLocks/>
            <a:stCxn id="16" idx="0"/>
            <a:endCxn id="19" idx="2"/>
          </p:cNvCxnSpPr>
          <p:nvPr/>
        </p:nvCxnSpPr>
        <p:spPr>
          <a:xfrm flipV="1">
            <a:off x="1790694" y="4408888"/>
            <a:ext cx="226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C6C9792-105A-3880-7A9F-6E1C540D46EA}"/>
              </a:ext>
            </a:extLst>
          </p:cNvPr>
          <p:cNvCxnSpPr>
            <a:cxnSpLocks/>
            <a:stCxn id="12" idx="0"/>
            <a:endCxn id="18" idx="2"/>
          </p:cNvCxnSpPr>
          <p:nvPr/>
        </p:nvCxnSpPr>
        <p:spPr>
          <a:xfrm flipH="1" flipV="1">
            <a:off x="851077" y="4408888"/>
            <a:ext cx="3448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C694EA8F-B171-77FE-FE4C-4C49A49074FF}"/>
              </a:ext>
            </a:extLst>
          </p:cNvPr>
          <p:cNvCxnSpPr>
            <a:cxnSpLocks/>
          </p:cNvCxnSpPr>
          <p:nvPr/>
        </p:nvCxnSpPr>
        <p:spPr>
          <a:xfrm>
            <a:off x="2010630" y="4106628"/>
            <a:ext cx="4967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250998C-718F-56E5-DEAA-61255ACC50C6}"/>
              </a:ext>
            </a:extLst>
          </p:cNvPr>
          <p:cNvCxnSpPr>
            <a:cxnSpLocks/>
          </p:cNvCxnSpPr>
          <p:nvPr/>
        </p:nvCxnSpPr>
        <p:spPr>
          <a:xfrm>
            <a:off x="1070787" y="4106628"/>
            <a:ext cx="500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8D23C66-F48D-6F02-A75C-9FE311F5C6EF}"/>
              </a:ext>
            </a:extLst>
          </p:cNvPr>
          <p:cNvCxnSpPr>
            <a:cxnSpLocks/>
          </p:cNvCxnSpPr>
          <p:nvPr/>
        </p:nvCxnSpPr>
        <p:spPr>
          <a:xfrm>
            <a:off x="2946800" y="4106628"/>
            <a:ext cx="49674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2C82DE96-5214-F525-DB04-DD808DD52C69}"/>
              </a:ext>
            </a:extLst>
          </p:cNvPr>
          <p:cNvCxnSpPr>
            <a:cxnSpLocks/>
          </p:cNvCxnSpPr>
          <p:nvPr/>
        </p:nvCxnSpPr>
        <p:spPr>
          <a:xfrm>
            <a:off x="3882969" y="4106628"/>
            <a:ext cx="17241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E72F4CD2-0002-E6C2-3C84-2C1B06F07D5C}"/>
              </a:ext>
            </a:extLst>
          </p:cNvPr>
          <p:cNvCxnSpPr>
            <a:cxnSpLocks/>
            <a:stCxn id="21" idx="3"/>
            <a:endCxn id="72" idx="1"/>
          </p:cNvCxnSpPr>
          <p:nvPr/>
        </p:nvCxnSpPr>
        <p:spPr>
          <a:xfrm>
            <a:off x="6046556" y="4106628"/>
            <a:ext cx="16846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D0469CC1-C31D-A6BD-B4B2-AB6E5D2BB4C0}"/>
              </a:ext>
            </a:extLst>
          </p:cNvPr>
          <p:cNvCxnSpPr>
            <a:cxnSpLocks/>
            <a:stCxn id="72" idx="3"/>
            <a:endCxn id="74" idx="1"/>
          </p:cNvCxnSpPr>
          <p:nvPr/>
        </p:nvCxnSpPr>
        <p:spPr>
          <a:xfrm>
            <a:off x="8170599" y="4106628"/>
            <a:ext cx="7035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90434B98-AD0F-21A9-DF97-F2CC7086CA09}"/>
              </a:ext>
            </a:extLst>
          </p:cNvPr>
          <p:cNvCxnSpPr>
            <a:cxnSpLocks/>
            <a:stCxn id="74" idx="3"/>
            <a:endCxn id="37" idx="1"/>
          </p:cNvCxnSpPr>
          <p:nvPr/>
        </p:nvCxnSpPr>
        <p:spPr>
          <a:xfrm>
            <a:off x="9313599" y="4106628"/>
            <a:ext cx="66416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B69D3777-39CE-7DC2-93D5-D9E4D946005D}"/>
              </a:ext>
            </a:extLst>
          </p:cNvPr>
          <p:cNvCxnSpPr>
            <a:cxnSpLocks/>
            <a:stCxn id="37" idx="3"/>
            <a:endCxn id="73" idx="1"/>
          </p:cNvCxnSpPr>
          <p:nvPr/>
        </p:nvCxnSpPr>
        <p:spPr>
          <a:xfrm>
            <a:off x="10417185" y="4106628"/>
            <a:ext cx="69569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5CDA6CE2-3837-A98B-AC63-75A62C35786F}"/>
              </a:ext>
            </a:extLst>
          </p:cNvPr>
          <p:cNvCxnSpPr>
            <a:cxnSpLocks/>
            <a:stCxn id="72" idx="0"/>
            <a:endCxn id="29" idx="2"/>
          </p:cNvCxnSpPr>
          <p:nvPr/>
        </p:nvCxnSpPr>
        <p:spPr>
          <a:xfrm flipV="1">
            <a:off x="7950889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6D9FA776-DCDF-88E3-9F84-2AC045F4857E}"/>
              </a:ext>
            </a:extLst>
          </p:cNvPr>
          <p:cNvCxnSpPr>
            <a:cxnSpLocks/>
            <a:stCxn id="74" idx="0"/>
            <a:endCxn id="30" idx="2"/>
          </p:cNvCxnSpPr>
          <p:nvPr/>
        </p:nvCxnSpPr>
        <p:spPr>
          <a:xfrm flipV="1">
            <a:off x="9093889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0A3F3D52-17B2-2B88-2C00-7C19D4BCB14B}"/>
              </a:ext>
            </a:extLst>
          </p:cNvPr>
          <p:cNvCxnSpPr>
            <a:cxnSpLocks/>
            <a:stCxn id="37" idx="0"/>
            <a:endCxn id="75" idx="2"/>
          </p:cNvCxnSpPr>
          <p:nvPr/>
        </p:nvCxnSpPr>
        <p:spPr>
          <a:xfrm flipV="1">
            <a:off x="10197475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2E64C016-B0D7-3F58-6614-275FA249A9AD}"/>
              </a:ext>
            </a:extLst>
          </p:cNvPr>
          <p:cNvCxnSpPr>
            <a:cxnSpLocks/>
            <a:stCxn id="73" idx="0"/>
            <a:endCxn id="76" idx="2"/>
          </p:cNvCxnSpPr>
          <p:nvPr/>
        </p:nvCxnSpPr>
        <p:spPr>
          <a:xfrm flipV="1">
            <a:off x="11332592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9299277B-A282-6A09-8B3C-151C6B51EF95}"/>
              </a:ext>
            </a:extLst>
          </p:cNvPr>
          <p:cNvCxnSpPr>
            <a:cxnSpLocks/>
            <a:stCxn id="27" idx="0"/>
            <a:endCxn id="72" idx="2"/>
          </p:cNvCxnSpPr>
          <p:nvPr/>
        </p:nvCxnSpPr>
        <p:spPr>
          <a:xfrm flipH="1" flipV="1">
            <a:off x="7950889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B0FE8F43-5115-DBE2-F372-6EDC9F1C5F7E}"/>
              </a:ext>
            </a:extLst>
          </p:cNvPr>
          <p:cNvCxnSpPr>
            <a:cxnSpLocks/>
            <a:stCxn id="28" idx="0"/>
            <a:endCxn id="74" idx="2"/>
          </p:cNvCxnSpPr>
          <p:nvPr/>
        </p:nvCxnSpPr>
        <p:spPr>
          <a:xfrm flipH="1" flipV="1">
            <a:off x="9093889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B28C77F9-8016-027D-0F59-A9FD2DE909BD}"/>
              </a:ext>
            </a:extLst>
          </p:cNvPr>
          <p:cNvCxnSpPr>
            <a:cxnSpLocks/>
            <a:stCxn id="35" idx="0"/>
            <a:endCxn id="37" idx="2"/>
          </p:cNvCxnSpPr>
          <p:nvPr/>
        </p:nvCxnSpPr>
        <p:spPr>
          <a:xfrm flipH="1" flipV="1">
            <a:off x="10197475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6B65379E-6249-5DB9-E6DE-553F2A725D75}"/>
              </a:ext>
            </a:extLst>
          </p:cNvPr>
          <p:cNvCxnSpPr>
            <a:cxnSpLocks/>
            <a:stCxn id="36" idx="0"/>
            <a:endCxn id="73" idx="2"/>
          </p:cNvCxnSpPr>
          <p:nvPr/>
        </p:nvCxnSpPr>
        <p:spPr>
          <a:xfrm flipH="1" flipV="1">
            <a:off x="11332592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꺾인 연결선[E] 143">
            <a:extLst>
              <a:ext uri="{FF2B5EF4-FFF2-40B4-BE49-F238E27FC236}">
                <a16:creationId xmlns:a16="http://schemas.microsoft.com/office/drawing/2014/main" id="{A0CA9346-2D8D-6EC4-83EB-38955F92C84D}"/>
              </a:ext>
            </a:extLst>
          </p:cNvPr>
          <p:cNvCxnSpPr>
            <a:cxnSpLocks/>
            <a:stCxn id="33" idx="3"/>
            <a:endCxn id="52" idx="1"/>
          </p:cNvCxnSpPr>
          <p:nvPr/>
        </p:nvCxnSpPr>
        <p:spPr>
          <a:xfrm>
            <a:off x="3882969" y="4106628"/>
            <a:ext cx="1724167" cy="114343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[E] 146">
            <a:extLst>
              <a:ext uri="{FF2B5EF4-FFF2-40B4-BE49-F238E27FC236}">
                <a16:creationId xmlns:a16="http://schemas.microsoft.com/office/drawing/2014/main" id="{6C2E27B5-0886-8978-A1F3-16F03CA94BD8}"/>
              </a:ext>
            </a:extLst>
          </p:cNvPr>
          <p:cNvCxnSpPr>
            <a:cxnSpLocks/>
            <a:stCxn id="52" idx="3"/>
            <a:endCxn id="150" idx="1"/>
          </p:cNvCxnSpPr>
          <p:nvPr/>
        </p:nvCxnSpPr>
        <p:spPr>
          <a:xfrm flipV="1">
            <a:off x="6046556" y="4721444"/>
            <a:ext cx="1135116" cy="52862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956BEA3E-1FB8-CF2E-22D1-6A8F37E929CA}"/>
              </a:ext>
            </a:extLst>
          </p:cNvPr>
          <p:cNvSpPr/>
          <p:nvPr/>
        </p:nvSpPr>
        <p:spPr>
          <a:xfrm>
            <a:off x="7181672" y="4440693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172953B-7D48-BFE1-8F2E-CC0382EEC4B1}"/>
              </a:ext>
            </a:extLst>
          </p:cNvPr>
          <p:cNvSpPr/>
          <p:nvPr/>
        </p:nvSpPr>
        <p:spPr>
          <a:xfrm>
            <a:off x="7725582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10D4EE20-7B52-4ACB-F1E5-2C247A5375F7}"/>
              </a:ext>
            </a:extLst>
          </p:cNvPr>
          <p:cNvSpPr/>
          <p:nvPr/>
        </p:nvSpPr>
        <p:spPr>
          <a:xfrm>
            <a:off x="8868582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218C0EB8-719F-64F7-9E05-F8B4E46773EE}"/>
              </a:ext>
            </a:extLst>
          </p:cNvPr>
          <p:cNvSpPr/>
          <p:nvPr/>
        </p:nvSpPr>
        <p:spPr>
          <a:xfrm>
            <a:off x="9967596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927EECC8-28F7-924F-4D47-A5318679D25F}"/>
              </a:ext>
            </a:extLst>
          </p:cNvPr>
          <p:cNvSpPr/>
          <p:nvPr/>
        </p:nvSpPr>
        <p:spPr>
          <a:xfrm>
            <a:off x="11097400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60" name="꺾인 연결선[E] 159">
            <a:extLst>
              <a:ext uri="{FF2B5EF4-FFF2-40B4-BE49-F238E27FC236}">
                <a16:creationId xmlns:a16="http://schemas.microsoft.com/office/drawing/2014/main" id="{D240EC9D-4D71-860E-E6CC-502A43A5073C}"/>
              </a:ext>
            </a:extLst>
          </p:cNvPr>
          <p:cNvCxnSpPr>
            <a:cxnSpLocks/>
            <a:stCxn id="150" idx="3"/>
            <a:endCxn id="154" idx="2"/>
          </p:cNvCxnSpPr>
          <p:nvPr/>
        </p:nvCxnSpPr>
        <p:spPr>
          <a:xfrm flipV="1">
            <a:off x="7460319" y="4418871"/>
            <a:ext cx="404587" cy="30257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C12656C3-03E1-DFD0-A5C1-291FE0E8ACA2}"/>
              </a:ext>
            </a:extLst>
          </p:cNvPr>
          <p:cNvCxnSpPr>
            <a:cxnSpLocks/>
            <a:stCxn id="150" idx="1"/>
            <a:endCxn id="150" idx="3"/>
          </p:cNvCxnSpPr>
          <p:nvPr/>
        </p:nvCxnSpPr>
        <p:spPr>
          <a:xfrm>
            <a:off x="7181672" y="4721444"/>
            <a:ext cx="278647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꺾인 연결선[E] 165">
            <a:extLst>
              <a:ext uri="{FF2B5EF4-FFF2-40B4-BE49-F238E27FC236}">
                <a16:creationId xmlns:a16="http://schemas.microsoft.com/office/drawing/2014/main" id="{FF196F62-DACE-C364-8174-D7E9D05447C2}"/>
              </a:ext>
            </a:extLst>
          </p:cNvPr>
          <p:cNvCxnSpPr>
            <a:cxnSpLocks/>
            <a:stCxn id="150" idx="3"/>
            <a:endCxn id="155" idx="2"/>
          </p:cNvCxnSpPr>
          <p:nvPr/>
        </p:nvCxnSpPr>
        <p:spPr>
          <a:xfrm flipV="1">
            <a:off x="7460319" y="4418871"/>
            <a:ext cx="1547587" cy="30257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꺾인 연결선[E] 168">
            <a:extLst>
              <a:ext uri="{FF2B5EF4-FFF2-40B4-BE49-F238E27FC236}">
                <a16:creationId xmlns:a16="http://schemas.microsoft.com/office/drawing/2014/main" id="{6DA7A1B2-75AC-6909-6EB8-53CF6E20BBA3}"/>
              </a:ext>
            </a:extLst>
          </p:cNvPr>
          <p:cNvCxnSpPr>
            <a:cxnSpLocks/>
            <a:stCxn id="150" idx="3"/>
            <a:endCxn id="156" idx="2"/>
          </p:cNvCxnSpPr>
          <p:nvPr/>
        </p:nvCxnSpPr>
        <p:spPr>
          <a:xfrm flipV="1">
            <a:off x="7460319" y="4418871"/>
            <a:ext cx="2646601" cy="30257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[E] 176">
            <a:extLst>
              <a:ext uri="{FF2B5EF4-FFF2-40B4-BE49-F238E27FC236}">
                <a16:creationId xmlns:a16="http://schemas.microsoft.com/office/drawing/2014/main" id="{94753DEC-A667-EB3B-3726-B5BF971FFD79}"/>
              </a:ext>
            </a:extLst>
          </p:cNvPr>
          <p:cNvCxnSpPr>
            <a:cxnSpLocks/>
            <a:stCxn id="150" idx="3"/>
            <a:endCxn id="157" idx="2"/>
          </p:cNvCxnSpPr>
          <p:nvPr/>
        </p:nvCxnSpPr>
        <p:spPr>
          <a:xfrm flipV="1">
            <a:off x="7460319" y="4418871"/>
            <a:ext cx="3776405" cy="30257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655942B-4429-79BD-605A-C61F8B418ECF}"/>
                  </a:ext>
                </a:extLst>
              </p:cNvPr>
              <p:cNvSpPr txBox="1"/>
              <p:nvPr/>
            </p:nvSpPr>
            <p:spPr>
              <a:xfrm>
                <a:off x="3899169" y="2017929"/>
                <a:ext cx="36790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b="1" dirty="0"/>
                  <a:t>Decoder</a:t>
                </a:r>
                <a:r>
                  <a:rPr kumimoji="1" lang="en-US" altLang="ko-KR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ko-KR" sz="2000" b="1" i="0" smtClean="0">
                        <a:latin typeface="Cambria Math" panose="02040503050406030204" pitchFamily="18" charset="0"/>
                      </a:rPr>
                      <m:t>𝐜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655942B-4429-79BD-605A-C61F8B418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169" y="2017929"/>
                <a:ext cx="3679020" cy="400110"/>
              </a:xfrm>
              <a:prstGeom prst="rect">
                <a:avLst/>
              </a:prstGeom>
              <a:blipFill>
                <a:blip r:embed="rId27"/>
                <a:stretch>
                  <a:fillRect l="-2069" t="-6061" b="-242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3" name="object 64">
            <a:extLst>
              <a:ext uri="{FF2B5EF4-FFF2-40B4-BE49-F238E27FC236}">
                <a16:creationId xmlns:a16="http://schemas.microsoft.com/office/drawing/2014/main" id="{0B148350-9444-BF61-E5CF-670A3EAE7B45}"/>
              </a:ext>
            </a:extLst>
          </p:cNvPr>
          <p:cNvSpPr txBox="1"/>
          <p:nvPr/>
        </p:nvSpPr>
        <p:spPr>
          <a:xfrm>
            <a:off x="6863059" y="5026308"/>
            <a:ext cx="5165152" cy="1504753"/>
          </a:xfrm>
          <a:prstGeom prst="rect">
            <a:avLst/>
          </a:prstGeom>
          <a:solidFill>
            <a:srgbClr val="FFFFFF">
              <a:alpha val="89804"/>
            </a:srgbClr>
          </a:solidFill>
          <a:ln w="28575">
            <a:solidFill>
              <a:srgbClr val="C00000"/>
            </a:solidFill>
          </a:ln>
        </p:spPr>
        <p:txBody>
          <a:bodyPr vert="horz" wrap="square" lIns="72000" tIns="72000" rIns="72000" bIns="72000" rtlCol="0" anchor="ctr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2000" spc="-6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sz="2000" spc="-6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sequence bottlenecked</a:t>
            </a:r>
            <a:r>
              <a:rPr sz="2000" spc="-85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</a:t>
            </a:r>
            <a:r>
              <a:rPr sz="2000" spc="-85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fixed- </a:t>
            </a:r>
            <a:r>
              <a:rPr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sized</a:t>
            </a:r>
            <a:r>
              <a:rPr sz="2000" spc="-55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3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vector.</a:t>
            </a:r>
            <a:r>
              <a:rPr sz="2000" spc="-5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sz="2000" spc="-55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sz="2000" spc="-5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T=1000?</a:t>
            </a:r>
            <a:endParaRPr lang="en-US" sz="2000" spc="-1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spcBef>
                <a:spcPts val="1000"/>
              </a:spcBef>
            </a:pPr>
            <a:r>
              <a:rPr lang="en-US" sz="2000" b="1" spc="-1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</a:t>
            </a:r>
            <a:r>
              <a:rPr lang="en-US" sz="2000" spc="-1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use new context vector at each step of decoder!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2A4765A8-FD36-7CD6-90B5-37F5EEA284EA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Sutskever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al, Sequence to sequence learning with neural networks,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2014</a:t>
            </a:r>
          </a:p>
        </p:txBody>
      </p: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682E7244-90B1-3E3C-E0DA-2BEC96F2B410}"/>
              </a:ext>
            </a:extLst>
          </p:cNvPr>
          <p:cNvCxnSpPr>
            <a:cxnSpLocks/>
            <a:stCxn id="183" idx="1"/>
          </p:cNvCxnSpPr>
          <p:nvPr/>
        </p:nvCxnSpPr>
        <p:spPr>
          <a:xfrm flipH="1" flipV="1">
            <a:off x="6145446" y="5274953"/>
            <a:ext cx="717613" cy="50373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803C2E-151D-7752-E9F0-B2AFF0C0AC5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4018238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220A-0278-1124-5512-FC22EB7E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ko-KR" dirty="0"/>
              <a:t>Sequence-to-Sequence with RNNs and Attention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F7F2A0-6B63-C6B6-64F6-4DE0300F4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Recall machine translation with seq2seq modeling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77165-0F96-D1F8-FAFE-7231369357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58</a:t>
            </a:fld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/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1">
            <a:extLst>
              <a:ext uri="{FF2B5EF4-FFF2-40B4-BE49-F238E27FC236}">
                <a16:creationId xmlns:a16="http://schemas.microsoft.com/office/drawing/2014/main" id="{34891093-F2DF-A630-D817-24625B567060}"/>
              </a:ext>
            </a:extLst>
          </p:cNvPr>
          <p:cNvSpPr txBox="1"/>
          <p:nvPr/>
        </p:nvSpPr>
        <p:spPr>
          <a:xfrm>
            <a:off x="703934" y="5707555"/>
            <a:ext cx="299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we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E9FC08D-FDB3-9931-86F4-4080A735E30D}"/>
              </a:ext>
            </a:extLst>
          </p:cNvPr>
          <p:cNvSpPr txBox="1"/>
          <p:nvPr/>
        </p:nvSpPr>
        <p:spPr>
          <a:xfrm>
            <a:off x="1627977" y="5707555"/>
            <a:ext cx="32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A922632A-3A02-8005-DFDD-D5CF328447B5}"/>
              </a:ext>
            </a:extLst>
          </p:cNvPr>
          <p:cNvSpPr txBox="1"/>
          <p:nvPr/>
        </p:nvSpPr>
        <p:spPr>
          <a:xfrm>
            <a:off x="2424699" y="5707555"/>
            <a:ext cx="604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eating</a:t>
            </a:r>
            <a:endParaRPr sz="1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/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/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/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/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/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/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bject 29">
            <a:extLst>
              <a:ext uri="{FF2B5EF4-FFF2-40B4-BE49-F238E27FC236}">
                <a16:creationId xmlns:a16="http://schemas.microsoft.com/office/drawing/2014/main" id="{384DF9A3-DED2-CD79-0AB4-4DDD79EEF4BA}"/>
              </a:ext>
            </a:extLst>
          </p:cNvPr>
          <p:cNvSpPr txBox="1"/>
          <p:nvPr/>
        </p:nvSpPr>
        <p:spPr>
          <a:xfrm>
            <a:off x="3379567" y="5707555"/>
            <a:ext cx="566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bread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/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blipFill>
                <a:blip r:embed="rId9"/>
                <a:stretch>
                  <a:fillRect r="-3226"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/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25040E8-48D1-C169-1E86-D0DA91D82AAB}"/>
                  </a:ext>
                </a:extLst>
              </p:cNvPr>
              <p:cNvSpPr txBox="1"/>
              <p:nvPr/>
            </p:nvSpPr>
            <p:spPr>
              <a:xfrm>
                <a:off x="352271" y="1773777"/>
                <a:ext cx="3559757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b="1" dirty="0"/>
                  <a:t>Input</a:t>
                </a:r>
                <a:r>
                  <a:rPr kumimoji="1" lang="en-US" altLang="ko-KR" sz="2000" dirty="0"/>
                  <a:t>: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  …, 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kumimoji="1" lang="en-US" altLang="ko-KR" sz="2000" dirty="0"/>
              </a:p>
              <a:p>
                <a:r>
                  <a:rPr kumimoji="1" lang="en-US" altLang="ko-KR" sz="2000" b="1" dirty="0"/>
                  <a:t>Output</a:t>
                </a:r>
                <a:r>
                  <a:rPr kumimoji="1" lang="en-US" altLang="ko-KR" sz="2000" dirty="0"/>
                  <a:t>: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  …, 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p>
                          <m:sSup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endParaRPr kumimoji="1" lang="en-US" altLang="ko-KR" sz="2000" dirty="0"/>
              </a:p>
              <a:p>
                <a:endParaRPr kumimoji="1" lang="en-US" altLang="ko-KR" sz="2000" dirty="0"/>
              </a:p>
              <a:p>
                <a:r>
                  <a:rPr kumimoji="1" lang="en-US" altLang="ko-KR" sz="2000" b="1" dirty="0"/>
                  <a:t>Encoder</a:t>
                </a:r>
                <a:r>
                  <a:rPr kumimoji="1" lang="en-US" altLang="ko-KR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25040E8-48D1-C169-1E86-D0DA91D82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71" y="1773777"/>
                <a:ext cx="3559757" cy="1323439"/>
              </a:xfrm>
              <a:prstGeom prst="rect">
                <a:avLst/>
              </a:prstGeom>
              <a:blipFill>
                <a:blip r:embed="rId11"/>
                <a:stretch>
                  <a:fillRect l="-1773" t="-2857" b="-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/>
              <p:nvPr/>
            </p:nvSpPr>
            <p:spPr>
              <a:xfrm>
                <a:off x="3921891" y="2756900"/>
                <a:ext cx="377218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dirty="0"/>
                  <a:t>From final hidden state predict: </a:t>
                </a:r>
              </a:p>
              <a:p>
                <a:r>
                  <a:rPr kumimoji="1" lang="en-US" altLang="ko-KR" sz="2000" b="1" dirty="0"/>
                  <a:t>Initial decoder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ar-AE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ko-KR" sz="20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891" y="2756900"/>
                <a:ext cx="3772186" cy="707886"/>
              </a:xfrm>
              <a:prstGeom prst="rect">
                <a:avLst/>
              </a:prstGeom>
              <a:blipFill>
                <a:blip r:embed="rId12"/>
                <a:stretch>
                  <a:fillRect l="-1678" t="-3509" r="-1007" b="-140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C2AFB77-5884-F5F3-3079-69A740D1D2EF}"/>
              </a:ext>
            </a:extLst>
          </p:cNvPr>
          <p:cNvCxnSpPr>
            <a:stCxn id="32" idx="0"/>
            <a:endCxn id="33" idx="2"/>
          </p:cNvCxnSpPr>
          <p:nvPr/>
        </p:nvCxnSpPr>
        <p:spPr>
          <a:xfrm flipV="1">
            <a:off x="3663259" y="4408888"/>
            <a:ext cx="0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7CA5A02-1BDC-6F20-0E2E-528240DDF5D8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2726863" y="4408888"/>
            <a:ext cx="227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F6BDE7A9-1895-45EE-2DFF-4B028E31371D}"/>
              </a:ext>
            </a:extLst>
          </p:cNvPr>
          <p:cNvCxnSpPr>
            <a:cxnSpLocks/>
            <a:stCxn id="16" idx="0"/>
            <a:endCxn id="19" idx="2"/>
          </p:cNvCxnSpPr>
          <p:nvPr/>
        </p:nvCxnSpPr>
        <p:spPr>
          <a:xfrm flipV="1">
            <a:off x="1790694" y="4408888"/>
            <a:ext cx="226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C6C9792-105A-3880-7A9F-6E1C540D46EA}"/>
              </a:ext>
            </a:extLst>
          </p:cNvPr>
          <p:cNvCxnSpPr>
            <a:cxnSpLocks/>
            <a:stCxn id="12" idx="0"/>
            <a:endCxn id="18" idx="2"/>
          </p:cNvCxnSpPr>
          <p:nvPr/>
        </p:nvCxnSpPr>
        <p:spPr>
          <a:xfrm flipH="1" flipV="1">
            <a:off x="851077" y="4408888"/>
            <a:ext cx="3448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C694EA8F-B171-77FE-FE4C-4C49A49074FF}"/>
              </a:ext>
            </a:extLst>
          </p:cNvPr>
          <p:cNvCxnSpPr>
            <a:cxnSpLocks/>
          </p:cNvCxnSpPr>
          <p:nvPr/>
        </p:nvCxnSpPr>
        <p:spPr>
          <a:xfrm>
            <a:off x="2010630" y="4106628"/>
            <a:ext cx="4967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250998C-718F-56E5-DEAA-61255ACC50C6}"/>
              </a:ext>
            </a:extLst>
          </p:cNvPr>
          <p:cNvCxnSpPr>
            <a:cxnSpLocks/>
          </p:cNvCxnSpPr>
          <p:nvPr/>
        </p:nvCxnSpPr>
        <p:spPr>
          <a:xfrm>
            <a:off x="1070787" y="4106628"/>
            <a:ext cx="500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8D23C66-F48D-6F02-A75C-9FE311F5C6EF}"/>
              </a:ext>
            </a:extLst>
          </p:cNvPr>
          <p:cNvCxnSpPr>
            <a:cxnSpLocks/>
          </p:cNvCxnSpPr>
          <p:nvPr/>
        </p:nvCxnSpPr>
        <p:spPr>
          <a:xfrm>
            <a:off x="2946800" y="4106628"/>
            <a:ext cx="49674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2C82DE96-5214-F525-DB04-DD808DD52C69}"/>
              </a:ext>
            </a:extLst>
          </p:cNvPr>
          <p:cNvCxnSpPr>
            <a:cxnSpLocks/>
          </p:cNvCxnSpPr>
          <p:nvPr/>
        </p:nvCxnSpPr>
        <p:spPr>
          <a:xfrm>
            <a:off x="3882969" y="4106628"/>
            <a:ext cx="17241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2A4765A8-FD36-7CD6-90B5-37F5EEA284EA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Bahdanau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et. al., Neural machine translation by jointly learning to align and translate, ICLR 2015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79BB0C-5214-B412-527C-1EA0F04277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9357811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220A-0278-1124-5512-FC22EB7E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ko-KR" dirty="0"/>
              <a:t>Sequence-to-Sequence with RNNs and Attention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F7F2A0-6B63-C6B6-64F6-4DE0300F4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Recall machine translation with seq2seq modeling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77165-0F96-D1F8-FAFE-7231369357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59</a:t>
            </a:fld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/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1">
            <a:extLst>
              <a:ext uri="{FF2B5EF4-FFF2-40B4-BE49-F238E27FC236}">
                <a16:creationId xmlns:a16="http://schemas.microsoft.com/office/drawing/2014/main" id="{34891093-F2DF-A630-D817-24625B567060}"/>
              </a:ext>
            </a:extLst>
          </p:cNvPr>
          <p:cNvSpPr txBox="1"/>
          <p:nvPr/>
        </p:nvSpPr>
        <p:spPr>
          <a:xfrm>
            <a:off x="703934" y="5707555"/>
            <a:ext cx="299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we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E9FC08D-FDB3-9931-86F4-4080A735E30D}"/>
              </a:ext>
            </a:extLst>
          </p:cNvPr>
          <p:cNvSpPr txBox="1"/>
          <p:nvPr/>
        </p:nvSpPr>
        <p:spPr>
          <a:xfrm>
            <a:off x="1627977" y="5707555"/>
            <a:ext cx="32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A922632A-3A02-8005-DFDD-D5CF328447B5}"/>
              </a:ext>
            </a:extLst>
          </p:cNvPr>
          <p:cNvSpPr txBox="1"/>
          <p:nvPr/>
        </p:nvSpPr>
        <p:spPr>
          <a:xfrm>
            <a:off x="2424699" y="5707555"/>
            <a:ext cx="604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eating</a:t>
            </a:r>
            <a:endParaRPr sz="1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/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/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/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/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/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/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bject 29">
            <a:extLst>
              <a:ext uri="{FF2B5EF4-FFF2-40B4-BE49-F238E27FC236}">
                <a16:creationId xmlns:a16="http://schemas.microsoft.com/office/drawing/2014/main" id="{384DF9A3-DED2-CD79-0AB4-4DDD79EEF4BA}"/>
              </a:ext>
            </a:extLst>
          </p:cNvPr>
          <p:cNvSpPr txBox="1"/>
          <p:nvPr/>
        </p:nvSpPr>
        <p:spPr>
          <a:xfrm>
            <a:off x="3379567" y="5707555"/>
            <a:ext cx="566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bread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/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blipFill>
                <a:blip r:embed="rId10"/>
                <a:stretch>
                  <a:fillRect r="-3226"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/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/>
              <p:nvPr/>
            </p:nvSpPr>
            <p:spPr>
              <a:xfrm>
                <a:off x="3921891" y="2756900"/>
                <a:ext cx="377218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dirty="0"/>
                  <a:t>From final hidden state predict: </a:t>
                </a:r>
              </a:p>
              <a:p>
                <a:r>
                  <a:rPr kumimoji="1" lang="en-US" altLang="ko-KR" sz="2000" b="1" dirty="0"/>
                  <a:t>Initial decoder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ar-AE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ko-KR" sz="20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891" y="2756900"/>
                <a:ext cx="3772186" cy="707886"/>
              </a:xfrm>
              <a:prstGeom prst="rect">
                <a:avLst/>
              </a:prstGeom>
              <a:blipFill>
                <a:blip r:embed="rId12"/>
                <a:stretch>
                  <a:fillRect l="-1678" t="-3509" r="-1007" b="-140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C2AFB77-5884-F5F3-3079-69A740D1D2EF}"/>
              </a:ext>
            </a:extLst>
          </p:cNvPr>
          <p:cNvCxnSpPr>
            <a:stCxn id="32" idx="0"/>
            <a:endCxn id="33" idx="2"/>
          </p:cNvCxnSpPr>
          <p:nvPr/>
        </p:nvCxnSpPr>
        <p:spPr>
          <a:xfrm flipV="1">
            <a:off x="3663259" y="4408888"/>
            <a:ext cx="0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7CA5A02-1BDC-6F20-0E2E-528240DDF5D8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2726863" y="4408888"/>
            <a:ext cx="227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F6BDE7A9-1895-45EE-2DFF-4B028E31371D}"/>
              </a:ext>
            </a:extLst>
          </p:cNvPr>
          <p:cNvCxnSpPr>
            <a:cxnSpLocks/>
            <a:stCxn id="16" idx="0"/>
            <a:endCxn id="19" idx="2"/>
          </p:cNvCxnSpPr>
          <p:nvPr/>
        </p:nvCxnSpPr>
        <p:spPr>
          <a:xfrm flipV="1">
            <a:off x="1790694" y="4408888"/>
            <a:ext cx="226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C6C9792-105A-3880-7A9F-6E1C540D46EA}"/>
              </a:ext>
            </a:extLst>
          </p:cNvPr>
          <p:cNvCxnSpPr>
            <a:cxnSpLocks/>
            <a:stCxn id="12" idx="0"/>
            <a:endCxn id="18" idx="2"/>
          </p:cNvCxnSpPr>
          <p:nvPr/>
        </p:nvCxnSpPr>
        <p:spPr>
          <a:xfrm flipH="1" flipV="1">
            <a:off x="851077" y="4408888"/>
            <a:ext cx="3448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C694EA8F-B171-77FE-FE4C-4C49A49074FF}"/>
              </a:ext>
            </a:extLst>
          </p:cNvPr>
          <p:cNvCxnSpPr>
            <a:cxnSpLocks/>
          </p:cNvCxnSpPr>
          <p:nvPr/>
        </p:nvCxnSpPr>
        <p:spPr>
          <a:xfrm>
            <a:off x="2010630" y="4106628"/>
            <a:ext cx="4967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250998C-718F-56E5-DEAA-61255ACC50C6}"/>
              </a:ext>
            </a:extLst>
          </p:cNvPr>
          <p:cNvCxnSpPr>
            <a:cxnSpLocks/>
          </p:cNvCxnSpPr>
          <p:nvPr/>
        </p:nvCxnSpPr>
        <p:spPr>
          <a:xfrm>
            <a:off x="1070787" y="4106628"/>
            <a:ext cx="500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8D23C66-F48D-6F02-A75C-9FE311F5C6EF}"/>
              </a:ext>
            </a:extLst>
          </p:cNvPr>
          <p:cNvCxnSpPr>
            <a:cxnSpLocks/>
          </p:cNvCxnSpPr>
          <p:nvPr/>
        </p:nvCxnSpPr>
        <p:spPr>
          <a:xfrm>
            <a:off x="2946800" y="4106628"/>
            <a:ext cx="49674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2C82DE96-5214-F525-DB04-DD808DD52C69}"/>
              </a:ext>
            </a:extLst>
          </p:cNvPr>
          <p:cNvCxnSpPr>
            <a:cxnSpLocks/>
          </p:cNvCxnSpPr>
          <p:nvPr/>
        </p:nvCxnSpPr>
        <p:spPr>
          <a:xfrm>
            <a:off x="3882969" y="4106628"/>
            <a:ext cx="17241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2A4765A8-FD36-7CD6-90B5-37F5EEA284EA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Bahdanau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et. al., Neural machine translation by jointly learning to align and translate, ICLR 2015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79BB0C-5214-B412-527C-1EA0F04277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32">
                <a:extLst>
                  <a:ext uri="{FF2B5EF4-FFF2-40B4-BE49-F238E27FC236}">
                    <a16:creationId xmlns:a16="http://schemas.microsoft.com/office/drawing/2014/main" id="{BE5D986B-CC9F-E609-BE68-07FAECB44018}"/>
                  </a:ext>
                </a:extLst>
              </p:cNvPr>
              <p:cNvSpPr txBox="1"/>
              <p:nvPr/>
            </p:nvSpPr>
            <p:spPr>
              <a:xfrm>
                <a:off x="597845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6" name="object 32">
                <a:extLst>
                  <a:ext uri="{FF2B5EF4-FFF2-40B4-BE49-F238E27FC236}">
                    <a16:creationId xmlns:a16="http://schemas.microsoft.com/office/drawing/2014/main" id="{BE5D986B-CC9F-E609-BE68-07FAECB44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845" y="3183224"/>
                <a:ext cx="506095" cy="38290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33">
                <a:extLst>
                  <a:ext uri="{FF2B5EF4-FFF2-40B4-BE49-F238E27FC236}">
                    <a16:creationId xmlns:a16="http://schemas.microsoft.com/office/drawing/2014/main" id="{2300C49C-754B-FCFE-0321-72EDB371A4F1}"/>
                  </a:ext>
                </a:extLst>
              </p:cNvPr>
              <p:cNvSpPr txBox="1"/>
              <p:nvPr/>
            </p:nvSpPr>
            <p:spPr>
              <a:xfrm>
                <a:off x="1537689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" sz="20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object 33">
                <a:extLst>
                  <a:ext uri="{FF2B5EF4-FFF2-40B4-BE49-F238E27FC236}">
                    <a16:creationId xmlns:a16="http://schemas.microsoft.com/office/drawing/2014/main" id="{2300C49C-754B-FCFE-0321-72EDB371A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689" y="3183224"/>
                <a:ext cx="506095" cy="38290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4">
                <a:extLst>
                  <a:ext uri="{FF2B5EF4-FFF2-40B4-BE49-F238E27FC236}">
                    <a16:creationId xmlns:a16="http://schemas.microsoft.com/office/drawing/2014/main" id="{D546BF00-A1D4-3B94-993B-7ED3BD69066F}"/>
                  </a:ext>
                </a:extLst>
              </p:cNvPr>
              <p:cNvSpPr txBox="1"/>
              <p:nvPr/>
            </p:nvSpPr>
            <p:spPr>
              <a:xfrm>
                <a:off x="2475057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8" name="object 34">
                <a:extLst>
                  <a:ext uri="{FF2B5EF4-FFF2-40B4-BE49-F238E27FC236}">
                    <a16:creationId xmlns:a16="http://schemas.microsoft.com/office/drawing/2014/main" id="{D546BF00-A1D4-3B94-993B-7ED3BD690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057" y="3183224"/>
                <a:ext cx="506095" cy="38290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5">
                <a:extLst>
                  <a:ext uri="{FF2B5EF4-FFF2-40B4-BE49-F238E27FC236}">
                    <a16:creationId xmlns:a16="http://schemas.microsoft.com/office/drawing/2014/main" id="{EA19D142-AADC-6389-165D-FDAAFF23D5CE}"/>
                  </a:ext>
                </a:extLst>
              </p:cNvPr>
              <p:cNvSpPr txBox="1"/>
              <p:nvPr/>
            </p:nvSpPr>
            <p:spPr>
              <a:xfrm>
                <a:off x="3410027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9" name="object 35">
                <a:extLst>
                  <a:ext uri="{FF2B5EF4-FFF2-40B4-BE49-F238E27FC236}">
                    <a16:creationId xmlns:a16="http://schemas.microsoft.com/office/drawing/2014/main" id="{EA19D142-AADC-6389-165D-FDAAFF23D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027" y="3183224"/>
                <a:ext cx="506095" cy="38290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꺾인 연결선[E] 45">
            <a:extLst>
              <a:ext uri="{FF2B5EF4-FFF2-40B4-BE49-F238E27FC236}">
                <a16:creationId xmlns:a16="http://schemas.microsoft.com/office/drawing/2014/main" id="{5BFC03FB-4B87-E717-A0F8-E532C5F7A4A5}"/>
              </a:ext>
            </a:extLst>
          </p:cNvPr>
          <p:cNvCxnSpPr>
            <a:cxnSpLocks/>
          </p:cNvCxnSpPr>
          <p:nvPr/>
        </p:nvCxnSpPr>
        <p:spPr>
          <a:xfrm rot="16200000" flipV="1">
            <a:off x="3281204" y="1252452"/>
            <a:ext cx="238239" cy="486559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[E] 48">
            <a:extLst>
              <a:ext uri="{FF2B5EF4-FFF2-40B4-BE49-F238E27FC236}">
                <a16:creationId xmlns:a16="http://schemas.microsoft.com/office/drawing/2014/main" id="{30AA89FA-3546-0D2F-A846-AB5F5F1476B0}"/>
              </a:ext>
            </a:extLst>
          </p:cNvPr>
          <p:cNvCxnSpPr>
            <a:cxnSpLocks/>
          </p:cNvCxnSpPr>
          <p:nvPr/>
        </p:nvCxnSpPr>
        <p:spPr>
          <a:xfrm rot="16200000" flipV="1">
            <a:off x="3751126" y="1722374"/>
            <a:ext cx="238239" cy="392575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[E] 50">
            <a:extLst>
              <a:ext uri="{FF2B5EF4-FFF2-40B4-BE49-F238E27FC236}">
                <a16:creationId xmlns:a16="http://schemas.microsoft.com/office/drawing/2014/main" id="{29E71134-47B8-10E3-8503-7B845E3A775A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19810" y="2191058"/>
            <a:ext cx="238239" cy="298838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[E] 52">
            <a:extLst>
              <a:ext uri="{FF2B5EF4-FFF2-40B4-BE49-F238E27FC236}">
                <a16:creationId xmlns:a16="http://schemas.microsoft.com/office/drawing/2014/main" id="{B0FFAED1-EBC9-73A7-5645-035CB2AD40F8}"/>
              </a:ext>
            </a:extLst>
          </p:cNvPr>
          <p:cNvCxnSpPr>
            <a:cxnSpLocks/>
          </p:cNvCxnSpPr>
          <p:nvPr/>
        </p:nvCxnSpPr>
        <p:spPr>
          <a:xfrm rot="16200000" flipV="1">
            <a:off x="4687295" y="2658543"/>
            <a:ext cx="238239" cy="205341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4F897E3-BD1E-BD6E-07E7-F4E6AB4034EB}"/>
              </a:ext>
            </a:extLst>
          </p:cNvPr>
          <p:cNvCxnSpPr>
            <a:cxnSpLocks/>
            <a:stCxn id="19" idx="0"/>
            <a:endCxn id="7" idx="2"/>
          </p:cNvCxnSpPr>
          <p:nvPr/>
        </p:nvCxnSpPr>
        <p:spPr>
          <a:xfrm flipH="1" flipV="1">
            <a:off x="1790737" y="3566129"/>
            <a:ext cx="183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104FFB03-1501-FB3C-082D-BC7627A5538A}"/>
              </a:ext>
            </a:extLst>
          </p:cNvPr>
          <p:cNvCxnSpPr>
            <a:cxnSpLocks/>
            <a:stCxn id="18" idx="0"/>
            <a:endCxn id="6" idx="2"/>
          </p:cNvCxnSpPr>
          <p:nvPr/>
        </p:nvCxnSpPr>
        <p:spPr>
          <a:xfrm flipH="1" flipV="1">
            <a:off x="850893" y="3566129"/>
            <a:ext cx="184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3DB2FA9-CE0C-B0DB-0C83-41DE633E0C43}"/>
              </a:ext>
            </a:extLst>
          </p:cNvPr>
          <p:cNvCxnSpPr>
            <a:cxnSpLocks/>
            <a:stCxn id="20" idx="0"/>
            <a:endCxn id="8" idx="2"/>
          </p:cNvCxnSpPr>
          <p:nvPr/>
        </p:nvCxnSpPr>
        <p:spPr>
          <a:xfrm flipV="1">
            <a:off x="2727090" y="3566129"/>
            <a:ext cx="1015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727661A3-5524-4499-ECB8-7F4360341744}"/>
              </a:ext>
            </a:extLst>
          </p:cNvPr>
          <p:cNvCxnSpPr>
            <a:cxnSpLocks/>
            <a:stCxn id="33" idx="0"/>
            <a:endCxn id="9" idx="2"/>
          </p:cNvCxnSpPr>
          <p:nvPr/>
        </p:nvCxnSpPr>
        <p:spPr>
          <a:xfrm flipH="1" flipV="1">
            <a:off x="3663075" y="3566129"/>
            <a:ext cx="184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object 41">
                <a:extLst>
                  <a:ext uri="{FF2B5EF4-FFF2-40B4-BE49-F238E27FC236}">
                    <a16:creationId xmlns:a16="http://schemas.microsoft.com/office/drawing/2014/main" id="{6CF72D3F-F9F9-AEA1-08AD-EB2650C7B31E}"/>
                  </a:ext>
                </a:extLst>
              </p:cNvPr>
              <p:cNvSpPr txBox="1"/>
              <p:nvPr/>
            </p:nvSpPr>
            <p:spPr>
              <a:xfrm>
                <a:off x="8710447" y="1671680"/>
                <a:ext cx="3323563" cy="505267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Compute</a:t>
                </a:r>
                <a:r>
                  <a:rPr lang="en" sz="1600" spc="-85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(scalar)</a:t>
                </a:r>
                <a:r>
                  <a:rPr lang="en" sz="1600" spc="-8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alignment</a:t>
                </a:r>
                <a:r>
                  <a:rPr lang="en" sz="1600" b="1" spc="-9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b="1" spc="-10" dirty="0">
                    <a:latin typeface="Arial" panose="020B0604020202020204" pitchFamily="34" charset="0"/>
                    <a:cs typeface="Arial" panose="020B0604020202020204" pitchFamily="34" charset="0"/>
                  </a:rPr>
                  <a:t>scores</a:t>
                </a:r>
              </a:p>
              <a:p>
                <a:pPr marL="12700"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𝑡𝑖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att</m:t>
                          </m:r>
                        </m:sub>
                      </m:sSub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𝐬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1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8" name="object 41">
                <a:extLst>
                  <a:ext uri="{FF2B5EF4-FFF2-40B4-BE49-F238E27FC236}">
                    <a16:creationId xmlns:a16="http://schemas.microsoft.com/office/drawing/2014/main" id="{6CF72D3F-F9F9-AEA1-08AD-EB2650C7B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447" y="1671680"/>
                <a:ext cx="3323563" cy="505267"/>
              </a:xfrm>
              <a:prstGeom prst="rect">
                <a:avLst/>
              </a:prstGeom>
              <a:blipFill>
                <a:blip r:embed="rId17"/>
                <a:stretch>
                  <a:fillRect l="-3042" t="-9756" r="-1901" b="-12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60137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220A-0278-1124-5512-FC22EB7E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ko-KR" dirty="0"/>
              <a:t>Sequence-to-Sequence with RNNs and Attention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F7F2A0-6B63-C6B6-64F6-4DE0300F4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Recall machine translation with seq2seq modeling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77165-0F96-D1F8-FAFE-7231369357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60</a:t>
            </a:fld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/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1">
            <a:extLst>
              <a:ext uri="{FF2B5EF4-FFF2-40B4-BE49-F238E27FC236}">
                <a16:creationId xmlns:a16="http://schemas.microsoft.com/office/drawing/2014/main" id="{34891093-F2DF-A630-D817-24625B567060}"/>
              </a:ext>
            </a:extLst>
          </p:cNvPr>
          <p:cNvSpPr txBox="1"/>
          <p:nvPr/>
        </p:nvSpPr>
        <p:spPr>
          <a:xfrm>
            <a:off x="703934" y="5707555"/>
            <a:ext cx="299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we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E9FC08D-FDB3-9931-86F4-4080A735E30D}"/>
              </a:ext>
            </a:extLst>
          </p:cNvPr>
          <p:cNvSpPr txBox="1"/>
          <p:nvPr/>
        </p:nvSpPr>
        <p:spPr>
          <a:xfrm>
            <a:off x="1627977" y="5707555"/>
            <a:ext cx="32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A922632A-3A02-8005-DFDD-D5CF328447B5}"/>
              </a:ext>
            </a:extLst>
          </p:cNvPr>
          <p:cNvSpPr txBox="1"/>
          <p:nvPr/>
        </p:nvSpPr>
        <p:spPr>
          <a:xfrm>
            <a:off x="2424699" y="5707555"/>
            <a:ext cx="604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eating</a:t>
            </a:r>
            <a:endParaRPr sz="1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/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/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/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/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/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/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bject 29">
            <a:extLst>
              <a:ext uri="{FF2B5EF4-FFF2-40B4-BE49-F238E27FC236}">
                <a16:creationId xmlns:a16="http://schemas.microsoft.com/office/drawing/2014/main" id="{384DF9A3-DED2-CD79-0AB4-4DDD79EEF4BA}"/>
              </a:ext>
            </a:extLst>
          </p:cNvPr>
          <p:cNvSpPr txBox="1"/>
          <p:nvPr/>
        </p:nvSpPr>
        <p:spPr>
          <a:xfrm>
            <a:off x="3379567" y="5707555"/>
            <a:ext cx="566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bread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/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blipFill>
                <a:blip r:embed="rId9"/>
                <a:stretch>
                  <a:fillRect r="-3226"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/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/>
              <p:nvPr/>
            </p:nvSpPr>
            <p:spPr>
              <a:xfrm>
                <a:off x="3921891" y="2756900"/>
                <a:ext cx="377218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dirty="0"/>
                  <a:t>From final hidden state predict: </a:t>
                </a:r>
              </a:p>
              <a:p>
                <a:r>
                  <a:rPr kumimoji="1" lang="en-US" altLang="ko-KR" sz="2000" b="1" dirty="0"/>
                  <a:t>Initial decoder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ar-AE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ko-KR" sz="20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891" y="2756900"/>
                <a:ext cx="3772186" cy="707886"/>
              </a:xfrm>
              <a:prstGeom prst="rect">
                <a:avLst/>
              </a:prstGeom>
              <a:blipFill>
                <a:blip r:embed="rId11"/>
                <a:stretch>
                  <a:fillRect l="-1678" t="-3509" r="-1007" b="-140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C2AFB77-5884-F5F3-3079-69A740D1D2EF}"/>
              </a:ext>
            </a:extLst>
          </p:cNvPr>
          <p:cNvCxnSpPr>
            <a:stCxn id="32" idx="0"/>
            <a:endCxn id="33" idx="2"/>
          </p:cNvCxnSpPr>
          <p:nvPr/>
        </p:nvCxnSpPr>
        <p:spPr>
          <a:xfrm flipV="1">
            <a:off x="3663259" y="4408888"/>
            <a:ext cx="0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7CA5A02-1BDC-6F20-0E2E-528240DDF5D8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2726863" y="4408888"/>
            <a:ext cx="227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F6BDE7A9-1895-45EE-2DFF-4B028E31371D}"/>
              </a:ext>
            </a:extLst>
          </p:cNvPr>
          <p:cNvCxnSpPr>
            <a:cxnSpLocks/>
            <a:stCxn id="16" idx="0"/>
            <a:endCxn id="19" idx="2"/>
          </p:cNvCxnSpPr>
          <p:nvPr/>
        </p:nvCxnSpPr>
        <p:spPr>
          <a:xfrm flipV="1">
            <a:off x="1790694" y="4408888"/>
            <a:ext cx="226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C6C9792-105A-3880-7A9F-6E1C540D46EA}"/>
              </a:ext>
            </a:extLst>
          </p:cNvPr>
          <p:cNvCxnSpPr>
            <a:cxnSpLocks/>
            <a:stCxn id="12" idx="0"/>
            <a:endCxn id="18" idx="2"/>
          </p:cNvCxnSpPr>
          <p:nvPr/>
        </p:nvCxnSpPr>
        <p:spPr>
          <a:xfrm flipH="1" flipV="1">
            <a:off x="851077" y="4408888"/>
            <a:ext cx="3448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C694EA8F-B171-77FE-FE4C-4C49A49074FF}"/>
              </a:ext>
            </a:extLst>
          </p:cNvPr>
          <p:cNvCxnSpPr>
            <a:cxnSpLocks/>
          </p:cNvCxnSpPr>
          <p:nvPr/>
        </p:nvCxnSpPr>
        <p:spPr>
          <a:xfrm>
            <a:off x="2010630" y="4106628"/>
            <a:ext cx="4967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250998C-718F-56E5-DEAA-61255ACC50C6}"/>
              </a:ext>
            </a:extLst>
          </p:cNvPr>
          <p:cNvCxnSpPr>
            <a:cxnSpLocks/>
          </p:cNvCxnSpPr>
          <p:nvPr/>
        </p:nvCxnSpPr>
        <p:spPr>
          <a:xfrm>
            <a:off x="1070787" y="4106628"/>
            <a:ext cx="500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8D23C66-F48D-6F02-A75C-9FE311F5C6EF}"/>
              </a:ext>
            </a:extLst>
          </p:cNvPr>
          <p:cNvCxnSpPr>
            <a:cxnSpLocks/>
          </p:cNvCxnSpPr>
          <p:nvPr/>
        </p:nvCxnSpPr>
        <p:spPr>
          <a:xfrm>
            <a:off x="2946800" y="4106628"/>
            <a:ext cx="49674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2C82DE96-5214-F525-DB04-DD808DD52C69}"/>
              </a:ext>
            </a:extLst>
          </p:cNvPr>
          <p:cNvCxnSpPr>
            <a:cxnSpLocks/>
          </p:cNvCxnSpPr>
          <p:nvPr/>
        </p:nvCxnSpPr>
        <p:spPr>
          <a:xfrm>
            <a:off x="3882969" y="4106628"/>
            <a:ext cx="17241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2A4765A8-FD36-7CD6-90B5-37F5EEA284EA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Bahdanau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et. al., Neural machine translation by jointly learning to align and translate, ICLR 2015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79BB0C-5214-B412-527C-1EA0F04277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32">
                <a:extLst>
                  <a:ext uri="{FF2B5EF4-FFF2-40B4-BE49-F238E27FC236}">
                    <a16:creationId xmlns:a16="http://schemas.microsoft.com/office/drawing/2014/main" id="{BE5D986B-CC9F-E609-BE68-07FAECB44018}"/>
                  </a:ext>
                </a:extLst>
              </p:cNvPr>
              <p:cNvSpPr txBox="1"/>
              <p:nvPr/>
            </p:nvSpPr>
            <p:spPr>
              <a:xfrm>
                <a:off x="597845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6" name="object 32">
                <a:extLst>
                  <a:ext uri="{FF2B5EF4-FFF2-40B4-BE49-F238E27FC236}">
                    <a16:creationId xmlns:a16="http://schemas.microsoft.com/office/drawing/2014/main" id="{BE5D986B-CC9F-E609-BE68-07FAECB44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845" y="3183224"/>
                <a:ext cx="506095" cy="3829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33">
                <a:extLst>
                  <a:ext uri="{FF2B5EF4-FFF2-40B4-BE49-F238E27FC236}">
                    <a16:creationId xmlns:a16="http://schemas.microsoft.com/office/drawing/2014/main" id="{2300C49C-754B-FCFE-0321-72EDB371A4F1}"/>
                  </a:ext>
                </a:extLst>
              </p:cNvPr>
              <p:cNvSpPr txBox="1"/>
              <p:nvPr/>
            </p:nvSpPr>
            <p:spPr>
              <a:xfrm>
                <a:off x="1537689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" sz="20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object 33">
                <a:extLst>
                  <a:ext uri="{FF2B5EF4-FFF2-40B4-BE49-F238E27FC236}">
                    <a16:creationId xmlns:a16="http://schemas.microsoft.com/office/drawing/2014/main" id="{2300C49C-754B-FCFE-0321-72EDB371A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689" y="3183224"/>
                <a:ext cx="506095" cy="38290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4">
                <a:extLst>
                  <a:ext uri="{FF2B5EF4-FFF2-40B4-BE49-F238E27FC236}">
                    <a16:creationId xmlns:a16="http://schemas.microsoft.com/office/drawing/2014/main" id="{D546BF00-A1D4-3B94-993B-7ED3BD69066F}"/>
                  </a:ext>
                </a:extLst>
              </p:cNvPr>
              <p:cNvSpPr txBox="1"/>
              <p:nvPr/>
            </p:nvSpPr>
            <p:spPr>
              <a:xfrm>
                <a:off x="2475057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8" name="object 34">
                <a:extLst>
                  <a:ext uri="{FF2B5EF4-FFF2-40B4-BE49-F238E27FC236}">
                    <a16:creationId xmlns:a16="http://schemas.microsoft.com/office/drawing/2014/main" id="{D546BF00-A1D4-3B94-993B-7ED3BD690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057" y="3183224"/>
                <a:ext cx="506095" cy="38290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5">
                <a:extLst>
                  <a:ext uri="{FF2B5EF4-FFF2-40B4-BE49-F238E27FC236}">
                    <a16:creationId xmlns:a16="http://schemas.microsoft.com/office/drawing/2014/main" id="{EA19D142-AADC-6389-165D-FDAAFF23D5CE}"/>
                  </a:ext>
                </a:extLst>
              </p:cNvPr>
              <p:cNvSpPr txBox="1"/>
              <p:nvPr/>
            </p:nvSpPr>
            <p:spPr>
              <a:xfrm>
                <a:off x="3410027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9" name="object 35">
                <a:extLst>
                  <a:ext uri="{FF2B5EF4-FFF2-40B4-BE49-F238E27FC236}">
                    <a16:creationId xmlns:a16="http://schemas.microsoft.com/office/drawing/2014/main" id="{EA19D142-AADC-6389-165D-FDAAFF23D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027" y="3183224"/>
                <a:ext cx="506095" cy="38290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40">
            <a:extLst>
              <a:ext uri="{FF2B5EF4-FFF2-40B4-BE49-F238E27FC236}">
                <a16:creationId xmlns:a16="http://schemas.microsoft.com/office/drawing/2014/main" id="{610F6D4A-C5FC-25E5-4525-342277EECF0D}"/>
              </a:ext>
            </a:extLst>
          </p:cNvPr>
          <p:cNvSpPr txBox="1"/>
          <p:nvPr/>
        </p:nvSpPr>
        <p:spPr>
          <a:xfrm>
            <a:off x="599683" y="2745587"/>
            <a:ext cx="3318510" cy="3111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325"/>
              </a:lnSpc>
            </a:pPr>
            <a:r>
              <a:rPr sz="2000" spc="-10" dirty="0">
                <a:latin typeface="Calibri"/>
                <a:cs typeface="Calibri"/>
              </a:rPr>
              <a:t>softmax</a:t>
            </a:r>
            <a:endParaRPr sz="20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1">
                <a:extLst>
                  <a:ext uri="{FF2B5EF4-FFF2-40B4-BE49-F238E27FC236}">
                    <a16:creationId xmlns:a16="http://schemas.microsoft.com/office/drawing/2014/main" id="{7DB93918-0B54-B723-1EA9-176A2AB1A199}"/>
                  </a:ext>
                </a:extLst>
              </p:cNvPr>
              <p:cNvSpPr txBox="1"/>
              <p:nvPr/>
            </p:nvSpPr>
            <p:spPr>
              <a:xfrm>
                <a:off x="597845" y="2236221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11" name="object 41">
                <a:extLst>
                  <a:ext uri="{FF2B5EF4-FFF2-40B4-BE49-F238E27FC236}">
                    <a16:creationId xmlns:a16="http://schemas.microsoft.com/office/drawing/2014/main" id="{7DB93918-0B54-B723-1EA9-176A2AB1A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845" y="2236221"/>
                <a:ext cx="506095" cy="38290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42">
                <a:extLst>
                  <a:ext uri="{FF2B5EF4-FFF2-40B4-BE49-F238E27FC236}">
                    <a16:creationId xmlns:a16="http://schemas.microsoft.com/office/drawing/2014/main" id="{4CB862C9-4DBD-5226-43A4-AC509B912A99}"/>
                  </a:ext>
                </a:extLst>
              </p:cNvPr>
              <p:cNvSpPr txBox="1"/>
              <p:nvPr/>
            </p:nvSpPr>
            <p:spPr>
              <a:xfrm>
                <a:off x="1537688" y="2232971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22" name="object 42">
                <a:extLst>
                  <a:ext uri="{FF2B5EF4-FFF2-40B4-BE49-F238E27FC236}">
                    <a16:creationId xmlns:a16="http://schemas.microsoft.com/office/drawing/2014/main" id="{4CB862C9-4DBD-5226-43A4-AC509B912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688" y="2232971"/>
                <a:ext cx="506095" cy="38290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43">
                <a:extLst>
                  <a:ext uri="{FF2B5EF4-FFF2-40B4-BE49-F238E27FC236}">
                    <a16:creationId xmlns:a16="http://schemas.microsoft.com/office/drawing/2014/main" id="{3D7B31A2-4ED0-B798-9080-B1DD72099728}"/>
                  </a:ext>
                </a:extLst>
              </p:cNvPr>
              <p:cNvSpPr txBox="1"/>
              <p:nvPr/>
            </p:nvSpPr>
            <p:spPr>
              <a:xfrm>
                <a:off x="2473858" y="2229263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23" name="object 43">
                <a:extLst>
                  <a:ext uri="{FF2B5EF4-FFF2-40B4-BE49-F238E27FC236}">
                    <a16:creationId xmlns:a16="http://schemas.microsoft.com/office/drawing/2014/main" id="{3D7B31A2-4ED0-B798-9080-B1DD72099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858" y="2229263"/>
                <a:ext cx="506095" cy="38290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44">
                <a:extLst>
                  <a:ext uri="{FF2B5EF4-FFF2-40B4-BE49-F238E27FC236}">
                    <a16:creationId xmlns:a16="http://schemas.microsoft.com/office/drawing/2014/main" id="{DBEBD738-09A4-0B00-456F-10C52FAF83B8}"/>
                  </a:ext>
                </a:extLst>
              </p:cNvPr>
              <p:cNvSpPr txBox="1"/>
              <p:nvPr/>
            </p:nvSpPr>
            <p:spPr>
              <a:xfrm>
                <a:off x="3410027" y="222468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24" name="object 44">
                <a:extLst>
                  <a:ext uri="{FF2B5EF4-FFF2-40B4-BE49-F238E27FC236}">
                    <a16:creationId xmlns:a16="http://schemas.microsoft.com/office/drawing/2014/main" id="{DBEBD738-09A4-0B00-456F-10C52FAF8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027" y="2224684"/>
                <a:ext cx="506095" cy="38290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그룹 43">
            <a:extLst>
              <a:ext uri="{FF2B5EF4-FFF2-40B4-BE49-F238E27FC236}">
                <a16:creationId xmlns:a16="http://schemas.microsoft.com/office/drawing/2014/main" id="{C9261D9E-A43F-9552-E67F-0258CBDB458B}"/>
              </a:ext>
            </a:extLst>
          </p:cNvPr>
          <p:cNvGrpSpPr/>
          <p:nvPr/>
        </p:nvGrpSpPr>
        <p:grpSpPr>
          <a:xfrm>
            <a:off x="811634" y="3053140"/>
            <a:ext cx="2909205" cy="133488"/>
            <a:chOff x="811634" y="2966148"/>
            <a:chExt cx="2909205" cy="220480"/>
          </a:xfrm>
        </p:grpSpPr>
        <p:pic>
          <p:nvPicPr>
            <p:cNvPr id="25" name="object 45">
              <a:extLst>
                <a:ext uri="{FF2B5EF4-FFF2-40B4-BE49-F238E27FC236}">
                  <a16:creationId xmlns:a16="http://schemas.microsoft.com/office/drawing/2014/main" id="{8D423313-89EF-5A30-A08D-108B128C518D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11634" y="2977033"/>
              <a:ext cx="76197" cy="207963"/>
            </a:xfrm>
            <a:prstGeom prst="rect">
              <a:avLst/>
            </a:prstGeom>
          </p:spPr>
        </p:pic>
        <p:pic>
          <p:nvPicPr>
            <p:cNvPr id="26" name="object 46">
              <a:extLst>
                <a:ext uri="{FF2B5EF4-FFF2-40B4-BE49-F238E27FC236}">
                  <a16:creationId xmlns:a16="http://schemas.microsoft.com/office/drawing/2014/main" id="{5EB314AE-D75F-B572-270E-2C4FE0F29A6F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47805" y="2966148"/>
              <a:ext cx="76197" cy="207963"/>
            </a:xfrm>
            <a:prstGeom prst="rect">
              <a:avLst/>
            </a:prstGeom>
          </p:spPr>
        </p:pic>
        <p:pic>
          <p:nvPicPr>
            <p:cNvPr id="27" name="object 47">
              <a:extLst>
                <a:ext uri="{FF2B5EF4-FFF2-40B4-BE49-F238E27FC236}">
                  <a16:creationId xmlns:a16="http://schemas.microsoft.com/office/drawing/2014/main" id="{A29B546A-B3E6-3C3B-1C6E-129BEEFB9B63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644642" y="2977033"/>
              <a:ext cx="76197" cy="207963"/>
            </a:xfrm>
            <a:prstGeom prst="rect">
              <a:avLst/>
            </a:prstGeom>
          </p:spPr>
        </p:pic>
        <p:pic>
          <p:nvPicPr>
            <p:cNvPr id="28" name="object 48">
              <a:extLst>
                <a:ext uri="{FF2B5EF4-FFF2-40B4-BE49-F238E27FC236}">
                  <a16:creationId xmlns:a16="http://schemas.microsoft.com/office/drawing/2014/main" id="{236DFE35-4DD8-A09F-93EA-FA3EB1A4E4CF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691566" y="2978665"/>
              <a:ext cx="76197" cy="207963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09213DD-5CAC-B997-185A-F23CFF357751}"/>
              </a:ext>
            </a:extLst>
          </p:cNvPr>
          <p:cNvGrpSpPr/>
          <p:nvPr/>
        </p:nvGrpSpPr>
        <p:grpSpPr>
          <a:xfrm>
            <a:off x="801119" y="2602618"/>
            <a:ext cx="2919720" cy="153719"/>
            <a:chOff x="801119" y="2449715"/>
            <a:chExt cx="2919720" cy="228979"/>
          </a:xfrm>
        </p:grpSpPr>
        <p:pic>
          <p:nvPicPr>
            <p:cNvPr id="29" name="object 49">
              <a:extLst>
                <a:ext uri="{FF2B5EF4-FFF2-40B4-BE49-F238E27FC236}">
                  <a16:creationId xmlns:a16="http://schemas.microsoft.com/office/drawing/2014/main" id="{57EA151E-9C60-2560-1E00-9D72F96E0812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644642" y="2449715"/>
              <a:ext cx="76197" cy="207963"/>
            </a:xfrm>
            <a:prstGeom prst="rect">
              <a:avLst/>
            </a:prstGeom>
          </p:spPr>
        </p:pic>
        <p:pic>
          <p:nvPicPr>
            <p:cNvPr id="30" name="object 50">
              <a:extLst>
                <a:ext uri="{FF2B5EF4-FFF2-40B4-BE49-F238E27FC236}">
                  <a16:creationId xmlns:a16="http://schemas.microsoft.com/office/drawing/2014/main" id="{99C4A41B-169C-75C5-5FEA-AC715E425790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694918" y="2470731"/>
              <a:ext cx="76197" cy="207963"/>
            </a:xfrm>
            <a:prstGeom prst="rect">
              <a:avLst/>
            </a:prstGeom>
          </p:spPr>
        </p:pic>
        <p:pic>
          <p:nvPicPr>
            <p:cNvPr id="34" name="object 51">
              <a:extLst>
                <a:ext uri="{FF2B5EF4-FFF2-40B4-BE49-F238E27FC236}">
                  <a16:creationId xmlns:a16="http://schemas.microsoft.com/office/drawing/2014/main" id="{0652DEF0-6769-3979-8E92-B6825B7D42E9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01119" y="2463338"/>
              <a:ext cx="76197" cy="207963"/>
            </a:xfrm>
            <a:prstGeom prst="rect">
              <a:avLst/>
            </a:prstGeom>
          </p:spPr>
        </p:pic>
        <p:pic>
          <p:nvPicPr>
            <p:cNvPr id="35" name="object 52">
              <a:extLst>
                <a:ext uri="{FF2B5EF4-FFF2-40B4-BE49-F238E27FC236}">
                  <a16:creationId xmlns:a16="http://schemas.microsoft.com/office/drawing/2014/main" id="{9D10C85C-E1CA-E15B-AF82-A9B59CE8CB72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60518" y="2467547"/>
              <a:ext cx="76197" cy="207963"/>
            </a:xfrm>
            <a:prstGeom prst="rect">
              <a:avLst/>
            </a:prstGeom>
          </p:spPr>
        </p:pic>
      </p:grpSp>
      <p:cxnSp>
        <p:nvCxnSpPr>
          <p:cNvPr id="46" name="꺾인 연결선[E] 45">
            <a:extLst>
              <a:ext uri="{FF2B5EF4-FFF2-40B4-BE49-F238E27FC236}">
                <a16:creationId xmlns:a16="http://schemas.microsoft.com/office/drawing/2014/main" id="{5BFC03FB-4B87-E717-A0F8-E532C5F7A4A5}"/>
              </a:ext>
            </a:extLst>
          </p:cNvPr>
          <p:cNvCxnSpPr>
            <a:cxnSpLocks/>
          </p:cNvCxnSpPr>
          <p:nvPr/>
        </p:nvCxnSpPr>
        <p:spPr>
          <a:xfrm rot="16200000" flipV="1">
            <a:off x="3281204" y="1252452"/>
            <a:ext cx="238239" cy="486559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[E] 48">
            <a:extLst>
              <a:ext uri="{FF2B5EF4-FFF2-40B4-BE49-F238E27FC236}">
                <a16:creationId xmlns:a16="http://schemas.microsoft.com/office/drawing/2014/main" id="{30AA89FA-3546-0D2F-A846-AB5F5F1476B0}"/>
              </a:ext>
            </a:extLst>
          </p:cNvPr>
          <p:cNvCxnSpPr>
            <a:cxnSpLocks/>
          </p:cNvCxnSpPr>
          <p:nvPr/>
        </p:nvCxnSpPr>
        <p:spPr>
          <a:xfrm rot="16200000" flipV="1">
            <a:off x="3751126" y="1722374"/>
            <a:ext cx="238239" cy="392575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[E] 50">
            <a:extLst>
              <a:ext uri="{FF2B5EF4-FFF2-40B4-BE49-F238E27FC236}">
                <a16:creationId xmlns:a16="http://schemas.microsoft.com/office/drawing/2014/main" id="{29E71134-47B8-10E3-8503-7B845E3A775A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19810" y="2191058"/>
            <a:ext cx="238239" cy="298838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[E] 52">
            <a:extLst>
              <a:ext uri="{FF2B5EF4-FFF2-40B4-BE49-F238E27FC236}">
                <a16:creationId xmlns:a16="http://schemas.microsoft.com/office/drawing/2014/main" id="{B0FFAED1-EBC9-73A7-5645-035CB2AD40F8}"/>
              </a:ext>
            </a:extLst>
          </p:cNvPr>
          <p:cNvCxnSpPr>
            <a:cxnSpLocks/>
          </p:cNvCxnSpPr>
          <p:nvPr/>
        </p:nvCxnSpPr>
        <p:spPr>
          <a:xfrm rot="16200000" flipV="1">
            <a:off x="4687295" y="2658543"/>
            <a:ext cx="238239" cy="205341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4F897E3-BD1E-BD6E-07E7-F4E6AB4034EB}"/>
              </a:ext>
            </a:extLst>
          </p:cNvPr>
          <p:cNvCxnSpPr>
            <a:cxnSpLocks/>
            <a:stCxn id="19" idx="0"/>
            <a:endCxn id="7" idx="2"/>
          </p:cNvCxnSpPr>
          <p:nvPr/>
        </p:nvCxnSpPr>
        <p:spPr>
          <a:xfrm flipH="1" flipV="1">
            <a:off x="1790737" y="3566129"/>
            <a:ext cx="183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104FFB03-1501-FB3C-082D-BC7627A5538A}"/>
              </a:ext>
            </a:extLst>
          </p:cNvPr>
          <p:cNvCxnSpPr>
            <a:cxnSpLocks/>
            <a:stCxn id="18" idx="0"/>
            <a:endCxn id="6" idx="2"/>
          </p:cNvCxnSpPr>
          <p:nvPr/>
        </p:nvCxnSpPr>
        <p:spPr>
          <a:xfrm flipH="1" flipV="1">
            <a:off x="850893" y="3566129"/>
            <a:ext cx="184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3DB2FA9-CE0C-B0DB-0C83-41DE633E0C43}"/>
              </a:ext>
            </a:extLst>
          </p:cNvPr>
          <p:cNvCxnSpPr>
            <a:cxnSpLocks/>
            <a:stCxn id="20" idx="0"/>
            <a:endCxn id="8" idx="2"/>
          </p:cNvCxnSpPr>
          <p:nvPr/>
        </p:nvCxnSpPr>
        <p:spPr>
          <a:xfrm flipV="1">
            <a:off x="2727090" y="3566129"/>
            <a:ext cx="1015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727661A3-5524-4499-ECB8-7F4360341744}"/>
              </a:ext>
            </a:extLst>
          </p:cNvPr>
          <p:cNvCxnSpPr>
            <a:cxnSpLocks/>
            <a:stCxn id="33" idx="0"/>
            <a:endCxn id="9" idx="2"/>
          </p:cNvCxnSpPr>
          <p:nvPr/>
        </p:nvCxnSpPr>
        <p:spPr>
          <a:xfrm flipH="1" flipV="1">
            <a:off x="3663075" y="3566129"/>
            <a:ext cx="184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41">
                <a:extLst>
                  <a:ext uri="{FF2B5EF4-FFF2-40B4-BE49-F238E27FC236}">
                    <a16:creationId xmlns:a16="http://schemas.microsoft.com/office/drawing/2014/main" id="{D4B09C0F-3B74-ACA5-8D9E-BDA773E2B7B4}"/>
                  </a:ext>
                </a:extLst>
              </p:cNvPr>
              <p:cNvSpPr txBox="1"/>
              <p:nvPr/>
            </p:nvSpPr>
            <p:spPr>
              <a:xfrm>
                <a:off x="8710447" y="1671680"/>
                <a:ext cx="3323563" cy="505267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Compute</a:t>
                </a:r>
                <a:r>
                  <a:rPr lang="en" sz="1600" spc="-85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(scalar)</a:t>
                </a:r>
                <a:r>
                  <a:rPr lang="en" sz="1600" spc="-8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alignment</a:t>
                </a:r>
                <a:r>
                  <a:rPr lang="en" sz="1600" b="1" spc="-9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b="1" spc="-10" dirty="0">
                    <a:latin typeface="Arial" panose="020B0604020202020204" pitchFamily="34" charset="0"/>
                    <a:cs typeface="Arial" panose="020B0604020202020204" pitchFamily="34" charset="0"/>
                  </a:rPr>
                  <a:t>scores</a:t>
                </a:r>
              </a:p>
              <a:p>
                <a:pPr marL="12700"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𝑡𝑖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att</m:t>
                          </m:r>
                        </m:sub>
                      </m:sSub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𝐬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1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7" name="object 41">
                <a:extLst>
                  <a:ext uri="{FF2B5EF4-FFF2-40B4-BE49-F238E27FC236}">
                    <a16:creationId xmlns:a16="http://schemas.microsoft.com/office/drawing/2014/main" id="{D4B09C0F-3B74-ACA5-8D9E-BDA773E2B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447" y="1671680"/>
                <a:ext cx="3323563" cy="505267"/>
              </a:xfrm>
              <a:prstGeom prst="rect">
                <a:avLst/>
              </a:prstGeom>
              <a:blipFill>
                <a:blip r:embed="rId22"/>
                <a:stretch>
                  <a:fillRect l="-3042" t="-9756" r="-1901" b="-12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41">
                <a:extLst>
                  <a:ext uri="{FF2B5EF4-FFF2-40B4-BE49-F238E27FC236}">
                    <a16:creationId xmlns:a16="http://schemas.microsoft.com/office/drawing/2014/main" id="{22EC6622-7586-9F05-B620-0FDB1A221BA3}"/>
                  </a:ext>
                </a:extLst>
              </p:cNvPr>
              <p:cNvSpPr txBox="1"/>
              <p:nvPr/>
            </p:nvSpPr>
            <p:spPr>
              <a:xfrm>
                <a:off x="8710447" y="2365363"/>
                <a:ext cx="3323563" cy="959109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Normalize alignment scores to get </a:t>
                </a:r>
                <a:r>
                  <a:rPr lang="en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attention weights</a:t>
                </a:r>
              </a:p>
              <a:p>
                <a:pPr marL="12700"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0≤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𝑡𝑖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≤1, 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𝑡𝑖</m:t>
                              </m:r>
                            </m:sub>
                          </m:sSub>
                        </m:e>
                      </m:nary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</m:t>
                      </m:r>
                    </m:oMath>
                  </m:oMathPara>
                </a14:m>
                <a:endParaRPr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8" name="object 41">
                <a:extLst>
                  <a:ext uri="{FF2B5EF4-FFF2-40B4-BE49-F238E27FC236}">
                    <a16:creationId xmlns:a16="http://schemas.microsoft.com/office/drawing/2014/main" id="{22EC6622-7586-9F05-B620-0FDB1A221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447" y="2365363"/>
                <a:ext cx="3323563" cy="959109"/>
              </a:xfrm>
              <a:prstGeom prst="rect">
                <a:avLst/>
              </a:prstGeom>
              <a:blipFill>
                <a:blip r:embed="rId23"/>
                <a:stretch>
                  <a:fillRect l="-3042" t="-46053" b="-1407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00683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220A-0278-1124-5512-FC22EB7E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ko-KR" dirty="0"/>
              <a:t>Sequence-to-Sequence with RNNs and Attention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F7F2A0-6B63-C6B6-64F6-4DE0300F4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/>
              <a:t>Recall machine translation with seq2seq modeling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77165-0F96-D1F8-FAFE-7231369357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61</a:t>
            </a:fld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/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1">
            <a:extLst>
              <a:ext uri="{FF2B5EF4-FFF2-40B4-BE49-F238E27FC236}">
                <a16:creationId xmlns:a16="http://schemas.microsoft.com/office/drawing/2014/main" id="{34891093-F2DF-A630-D817-24625B567060}"/>
              </a:ext>
            </a:extLst>
          </p:cNvPr>
          <p:cNvSpPr txBox="1"/>
          <p:nvPr/>
        </p:nvSpPr>
        <p:spPr>
          <a:xfrm>
            <a:off x="703934" y="5707555"/>
            <a:ext cx="299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we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E9FC08D-FDB3-9931-86F4-4080A735E30D}"/>
              </a:ext>
            </a:extLst>
          </p:cNvPr>
          <p:cNvSpPr txBox="1"/>
          <p:nvPr/>
        </p:nvSpPr>
        <p:spPr>
          <a:xfrm>
            <a:off x="1627977" y="5707555"/>
            <a:ext cx="32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A922632A-3A02-8005-DFDD-D5CF328447B5}"/>
              </a:ext>
            </a:extLst>
          </p:cNvPr>
          <p:cNvSpPr txBox="1"/>
          <p:nvPr/>
        </p:nvSpPr>
        <p:spPr>
          <a:xfrm>
            <a:off x="2424699" y="5707555"/>
            <a:ext cx="604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eating</a:t>
            </a:r>
            <a:endParaRPr sz="1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/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/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/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/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/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/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bject 29">
            <a:extLst>
              <a:ext uri="{FF2B5EF4-FFF2-40B4-BE49-F238E27FC236}">
                <a16:creationId xmlns:a16="http://schemas.microsoft.com/office/drawing/2014/main" id="{384DF9A3-DED2-CD79-0AB4-4DDD79EEF4BA}"/>
              </a:ext>
            </a:extLst>
          </p:cNvPr>
          <p:cNvSpPr txBox="1"/>
          <p:nvPr/>
        </p:nvSpPr>
        <p:spPr>
          <a:xfrm>
            <a:off x="3379567" y="5707555"/>
            <a:ext cx="566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bread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/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blipFill>
                <a:blip r:embed="rId9"/>
                <a:stretch>
                  <a:fillRect r="-3226"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/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/>
              <p:nvPr/>
            </p:nvSpPr>
            <p:spPr>
              <a:xfrm>
                <a:off x="3921891" y="2756900"/>
                <a:ext cx="377218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dirty="0"/>
                  <a:t>From final hidden state predict: </a:t>
                </a:r>
              </a:p>
              <a:p>
                <a:r>
                  <a:rPr kumimoji="1" lang="en-US" altLang="ko-KR" sz="2000" b="1" dirty="0"/>
                  <a:t>Initial decoder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ar-AE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ko-KR" sz="20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891" y="2756900"/>
                <a:ext cx="3772186" cy="707886"/>
              </a:xfrm>
              <a:prstGeom prst="rect">
                <a:avLst/>
              </a:prstGeom>
              <a:blipFill>
                <a:blip r:embed="rId11"/>
                <a:stretch>
                  <a:fillRect l="-1678" t="-3509" r="-1007" b="-140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C2AFB77-5884-F5F3-3079-69A740D1D2EF}"/>
              </a:ext>
            </a:extLst>
          </p:cNvPr>
          <p:cNvCxnSpPr>
            <a:stCxn id="32" idx="0"/>
            <a:endCxn id="33" idx="2"/>
          </p:cNvCxnSpPr>
          <p:nvPr/>
        </p:nvCxnSpPr>
        <p:spPr>
          <a:xfrm flipV="1">
            <a:off x="3663259" y="4408888"/>
            <a:ext cx="0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7CA5A02-1BDC-6F20-0E2E-528240DDF5D8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2726863" y="4408888"/>
            <a:ext cx="227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F6BDE7A9-1895-45EE-2DFF-4B028E31371D}"/>
              </a:ext>
            </a:extLst>
          </p:cNvPr>
          <p:cNvCxnSpPr>
            <a:cxnSpLocks/>
            <a:stCxn id="16" idx="0"/>
            <a:endCxn id="19" idx="2"/>
          </p:cNvCxnSpPr>
          <p:nvPr/>
        </p:nvCxnSpPr>
        <p:spPr>
          <a:xfrm flipV="1">
            <a:off x="1790694" y="4408888"/>
            <a:ext cx="226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C6C9792-105A-3880-7A9F-6E1C540D46EA}"/>
              </a:ext>
            </a:extLst>
          </p:cNvPr>
          <p:cNvCxnSpPr>
            <a:cxnSpLocks/>
            <a:stCxn id="12" idx="0"/>
            <a:endCxn id="18" idx="2"/>
          </p:cNvCxnSpPr>
          <p:nvPr/>
        </p:nvCxnSpPr>
        <p:spPr>
          <a:xfrm flipH="1" flipV="1">
            <a:off x="851077" y="4408888"/>
            <a:ext cx="3448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C694EA8F-B171-77FE-FE4C-4C49A49074FF}"/>
              </a:ext>
            </a:extLst>
          </p:cNvPr>
          <p:cNvCxnSpPr>
            <a:cxnSpLocks/>
          </p:cNvCxnSpPr>
          <p:nvPr/>
        </p:nvCxnSpPr>
        <p:spPr>
          <a:xfrm>
            <a:off x="2010630" y="4106628"/>
            <a:ext cx="4967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250998C-718F-56E5-DEAA-61255ACC50C6}"/>
              </a:ext>
            </a:extLst>
          </p:cNvPr>
          <p:cNvCxnSpPr>
            <a:cxnSpLocks/>
          </p:cNvCxnSpPr>
          <p:nvPr/>
        </p:nvCxnSpPr>
        <p:spPr>
          <a:xfrm>
            <a:off x="1070787" y="4106628"/>
            <a:ext cx="500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8D23C66-F48D-6F02-A75C-9FE311F5C6EF}"/>
              </a:ext>
            </a:extLst>
          </p:cNvPr>
          <p:cNvCxnSpPr>
            <a:cxnSpLocks/>
          </p:cNvCxnSpPr>
          <p:nvPr/>
        </p:nvCxnSpPr>
        <p:spPr>
          <a:xfrm>
            <a:off x="2946800" y="4106628"/>
            <a:ext cx="49674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2C82DE96-5214-F525-DB04-DD808DD52C69}"/>
              </a:ext>
            </a:extLst>
          </p:cNvPr>
          <p:cNvCxnSpPr>
            <a:cxnSpLocks/>
          </p:cNvCxnSpPr>
          <p:nvPr/>
        </p:nvCxnSpPr>
        <p:spPr>
          <a:xfrm>
            <a:off x="3882969" y="4106628"/>
            <a:ext cx="17241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2A4765A8-FD36-7CD6-90B5-37F5EEA284EA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Bahdanau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et. al., Neural machine translation by jointly learning to align and translate, ICLR 2015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79BB0C-5214-B412-527C-1EA0F04277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32">
                <a:extLst>
                  <a:ext uri="{FF2B5EF4-FFF2-40B4-BE49-F238E27FC236}">
                    <a16:creationId xmlns:a16="http://schemas.microsoft.com/office/drawing/2014/main" id="{BE5D986B-CC9F-E609-BE68-07FAECB44018}"/>
                  </a:ext>
                </a:extLst>
              </p:cNvPr>
              <p:cNvSpPr txBox="1"/>
              <p:nvPr/>
            </p:nvSpPr>
            <p:spPr>
              <a:xfrm>
                <a:off x="597845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6" name="object 32">
                <a:extLst>
                  <a:ext uri="{FF2B5EF4-FFF2-40B4-BE49-F238E27FC236}">
                    <a16:creationId xmlns:a16="http://schemas.microsoft.com/office/drawing/2014/main" id="{BE5D986B-CC9F-E609-BE68-07FAECB44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845" y="3183224"/>
                <a:ext cx="506095" cy="3829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33">
                <a:extLst>
                  <a:ext uri="{FF2B5EF4-FFF2-40B4-BE49-F238E27FC236}">
                    <a16:creationId xmlns:a16="http://schemas.microsoft.com/office/drawing/2014/main" id="{2300C49C-754B-FCFE-0321-72EDB371A4F1}"/>
                  </a:ext>
                </a:extLst>
              </p:cNvPr>
              <p:cNvSpPr txBox="1"/>
              <p:nvPr/>
            </p:nvSpPr>
            <p:spPr>
              <a:xfrm>
                <a:off x="1537689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" sz="20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object 33">
                <a:extLst>
                  <a:ext uri="{FF2B5EF4-FFF2-40B4-BE49-F238E27FC236}">
                    <a16:creationId xmlns:a16="http://schemas.microsoft.com/office/drawing/2014/main" id="{2300C49C-754B-FCFE-0321-72EDB371A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689" y="3183224"/>
                <a:ext cx="506095" cy="38290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4">
                <a:extLst>
                  <a:ext uri="{FF2B5EF4-FFF2-40B4-BE49-F238E27FC236}">
                    <a16:creationId xmlns:a16="http://schemas.microsoft.com/office/drawing/2014/main" id="{D546BF00-A1D4-3B94-993B-7ED3BD69066F}"/>
                  </a:ext>
                </a:extLst>
              </p:cNvPr>
              <p:cNvSpPr txBox="1"/>
              <p:nvPr/>
            </p:nvSpPr>
            <p:spPr>
              <a:xfrm>
                <a:off x="2475057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8" name="object 34">
                <a:extLst>
                  <a:ext uri="{FF2B5EF4-FFF2-40B4-BE49-F238E27FC236}">
                    <a16:creationId xmlns:a16="http://schemas.microsoft.com/office/drawing/2014/main" id="{D546BF00-A1D4-3B94-993B-7ED3BD690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057" y="3183224"/>
                <a:ext cx="506095" cy="38290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5">
                <a:extLst>
                  <a:ext uri="{FF2B5EF4-FFF2-40B4-BE49-F238E27FC236}">
                    <a16:creationId xmlns:a16="http://schemas.microsoft.com/office/drawing/2014/main" id="{EA19D142-AADC-6389-165D-FDAAFF23D5CE}"/>
                  </a:ext>
                </a:extLst>
              </p:cNvPr>
              <p:cNvSpPr txBox="1"/>
              <p:nvPr/>
            </p:nvSpPr>
            <p:spPr>
              <a:xfrm>
                <a:off x="3410027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9" name="object 35">
                <a:extLst>
                  <a:ext uri="{FF2B5EF4-FFF2-40B4-BE49-F238E27FC236}">
                    <a16:creationId xmlns:a16="http://schemas.microsoft.com/office/drawing/2014/main" id="{EA19D142-AADC-6389-165D-FDAAFF23D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027" y="3183224"/>
                <a:ext cx="506095" cy="38290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40">
            <a:extLst>
              <a:ext uri="{FF2B5EF4-FFF2-40B4-BE49-F238E27FC236}">
                <a16:creationId xmlns:a16="http://schemas.microsoft.com/office/drawing/2014/main" id="{610F6D4A-C5FC-25E5-4525-342277EECF0D}"/>
              </a:ext>
            </a:extLst>
          </p:cNvPr>
          <p:cNvSpPr txBox="1"/>
          <p:nvPr/>
        </p:nvSpPr>
        <p:spPr>
          <a:xfrm>
            <a:off x="599683" y="2745587"/>
            <a:ext cx="3318510" cy="3111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325"/>
              </a:lnSpc>
            </a:pPr>
            <a:r>
              <a:rPr sz="2000" spc="-10" dirty="0">
                <a:latin typeface="Calibri"/>
                <a:cs typeface="Calibri"/>
              </a:rPr>
              <a:t>softmax</a:t>
            </a:r>
            <a:endParaRPr sz="20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1">
                <a:extLst>
                  <a:ext uri="{FF2B5EF4-FFF2-40B4-BE49-F238E27FC236}">
                    <a16:creationId xmlns:a16="http://schemas.microsoft.com/office/drawing/2014/main" id="{7DB93918-0B54-B723-1EA9-176A2AB1A199}"/>
                  </a:ext>
                </a:extLst>
              </p:cNvPr>
              <p:cNvSpPr txBox="1"/>
              <p:nvPr/>
            </p:nvSpPr>
            <p:spPr>
              <a:xfrm>
                <a:off x="597845" y="2236221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11" name="object 41">
                <a:extLst>
                  <a:ext uri="{FF2B5EF4-FFF2-40B4-BE49-F238E27FC236}">
                    <a16:creationId xmlns:a16="http://schemas.microsoft.com/office/drawing/2014/main" id="{7DB93918-0B54-B723-1EA9-176A2AB1A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845" y="2236221"/>
                <a:ext cx="506095" cy="38290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42">
                <a:extLst>
                  <a:ext uri="{FF2B5EF4-FFF2-40B4-BE49-F238E27FC236}">
                    <a16:creationId xmlns:a16="http://schemas.microsoft.com/office/drawing/2014/main" id="{4CB862C9-4DBD-5226-43A4-AC509B912A99}"/>
                  </a:ext>
                </a:extLst>
              </p:cNvPr>
              <p:cNvSpPr txBox="1"/>
              <p:nvPr/>
            </p:nvSpPr>
            <p:spPr>
              <a:xfrm>
                <a:off x="1537688" y="2232971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22" name="object 42">
                <a:extLst>
                  <a:ext uri="{FF2B5EF4-FFF2-40B4-BE49-F238E27FC236}">
                    <a16:creationId xmlns:a16="http://schemas.microsoft.com/office/drawing/2014/main" id="{4CB862C9-4DBD-5226-43A4-AC509B912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688" y="2232971"/>
                <a:ext cx="506095" cy="38290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43">
                <a:extLst>
                  <a:ext uri="{FF2B5EF4-FFF2-40B4-BE49-F238E27FC236}">
                    <a16:creationId xmlns:a16="http://schemas.microsoft.com/office/drawing/2014/main" id="{3D7B31A2-4ED0-B798-9080-B1DD72099728}"/>
                  </a:ext>
                </a:extLst>
              </p:cNvPr>
              <p:cNvSpPr txBox="1"/>
              <p:nvPr/>
            </p:nvSpPr>
            <p:spPr>
              <a:xfrm>
                <a:off x="2473858" y="2229263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23" name="object 43">
                <a:extLst>
                  <a:ext uri="{FF2B5EF4-FFF2-40B4-BE49-F238E27FC236}">
                    <a16:creationId xmlns:a16="http://schemas.microsoft.com/office/drawing/2014/main" id="{3D7B31A2-4ED0-B798-9080-B1DD72099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858" y="2229263"/>
                <a:ext cx="506095" cy="38290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44">
                <a:extLst>
                  <a:ext uri="{FF2B5EF4-FFF2-40B4-BE49-F238E27FC236}">
                    <a16:creationId xmlns:a16="http://schemas.microsoft.com/office/drawing/2014/main" id="{DBEBD738-09A4-0B00-456F-10C52FAF83B8}"/>
                  </a:ext>
                </a:extLst>
              </p:cNvPr>
              <p:cNvSpPr txBox="1"/>
              <p:nvPr/>
            </p:nvSpPr>
            <p:spPr>
              <a:xfrm>
                <a:off x="3410027" y="222468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24" name="object 44">
                <a:extLst>
                  <a:ext uri="{FF2B5EF4-FFF2-40B4-BE49-F238E27FC236}">
                    <a16:creationId xmlns:a16="http://schemas.microsoft.com/office/drawing/2014/main" id="{DBEBD738-09A4-0B00-456F-10C52FAF8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027" y="2224684"/>
                <a:ext cx="506095" cy="38290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그룹 43">
            <a:extLst>
              <a:ext uri="{FF2B5EF4-FFF2-40B4-BE49-F238E27FC236}">
                <a16:creationId xmlns:a16="http://schemas.microsoft.com/office/drawing/2014/main" id="{C9261D9E-A43F-9552-E67F-0258CBDB458B}"/>
              </a:ext>
            </a:extLst>
          </p:cNvPr>
          <p:cNvGrpSpPr/>
          <p:nvPr/>
        </p:nvGrpSpPr>
        <p:grpSpPr>
          <a:xfrm>
            <a:off x="811634" y="3053140"/>
            <a:ext cx="2909205" cy="133488"/>
            <a:chOff x="811634" y="2966148"/>
            <a:chExt cx="2909205" cy="220480"/>
          </a:xfrm>
        </p:grpSpPr>
        <p:pic>
          <p:nvPicPr>
            <p:cNvPr id="25" name="object 45">
              <a:extLst>
                <a:ext uri="{FF2B5EF4-FFF2-40B4-BE49-F238E27FC236}">
                  <a16:creationId xmlns:a16="http://schemas.microsoft.com/office/drawing/2014/main" id="{8D423313-89EF-5A30-A08D-108B128C518D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11634" y="2977033"/>
              <a:ext cx="76197" cy="207963"/>
            </a:xfrm>
            <a:prstGeom prst="rect">
              <a:avLst/>
            </a:prstGeom>
          </p:spPr>
        </p:pic>
        <p:pic>
          <p:nvPicPr>
            <p:cNvPr id="26" name="object 46">
              <a:extLst>
                <a:ext uri="{FF2B5EF4-FFF2-40B4-BE49-F238E27FC236}">
                  <a16:creationId xmlns:a16="http://schemas.microsoft.com/office/drawing/2014/main" id="{5EB314AE-D75F-B572-270E-2C4FE0F29A6F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47805" y="2966148"/>
              <a:ext cx="76197" cy="207963"/>
            </a:xfrm>
            <a:prstGeom prst="rect">
              <a:avLst/>
            </a:prstGeom>
          </p:spPr>
        </p:pic>
        <p:pic>
          <p:nvPicPr>
            <p:cNvPr id="27" name="object 47">
              <a:extLst>
                <a:ext uri="{FF2B5EF4-FFF2-40B4-BE49-F238E27FC236}">
                  <a16:creationId xmlns:a16="http://schemas.microsoft.com/office/drawing/2014/main" id="{A29B546A-B3E6-3C3B-1C6E-129BEEFB9B63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644642" y="2977033"/>
              <a:ext cx="76197" cy="207963"/>
            </a:xfrm>
            <a:prstGeom prst="rect">
              <a:avLst/>
            </a:prstGeom>
          </p:spPr>
        </p:pic>
        <p:pic>
          <p:nvPicPr>
            <p:cNvPr id="28" name="object 48">
              <a:extLst>
                <a:ext uri="{FF2B5EF4-FFF2-40B4-BE49-F238E27FC236}">
                  <a16:creationId xmlns:a16="http://schemas.microsoft.com/office/drawing/2014/main" id="{236DFE35-4DD8-A09F-93EA-FA3EB1A4E4CF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691566" y="2978665"/>
              <a:ext cx="76197" cy="207963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09213DD-5CAC-B997-185A-F23CFF357751}"/>
              </a:ext>
            </a:extLst>
          </p:cNvPr>
          <p:cNvGrpSpPr/>
          <p:nvPr/>
        </p:nvGrpSpPr>
        <p:grpSpPr>
          <a:xfrm>
            <a:off x="801119" y="2602618"/>
            <a:ext cx="2919720" cy="153719"/>
            <a:chOff x="801119" y="2449715"/>
            <a:chExt cx="2919720" cy="228979"/>
          </a:xfrm>
        </p:grpSpPr>
        <p:pic>
          <p:nvPicPr>
            <p:cNvPr id="29" name="object 49">
              <a:extLst>
                <a:ext uri="{FF2B5EF4-FFF2-40B4-BE49-F238E27FC236}">
                  <a16:creationId xmlns:a16="http://schemas.microsoft.com/office/drawing/2014/main" id="{57EA151E-9C60-2560-1E00-9D72F96E0812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644642" y="2449715"/>
              <a:ext cx="76197" cy="207963"/>
            </a:xfrm>
            <a:prstGeom prst="rect">
              <a:avLst/>
            </a:prstGeom>
          </p:spPr>
        </p:pic>
        <p:pic>
          <p:nvPicPr>
            <p:cNvPr id="30" name="object 50">
              <a:extLst>
                <a:ext uri="{FF2B5EF4-FFF2-40B4-BE49-F238E27FC236}">
                  <a16:creationId xmlns:a16="http://schemas.microsoft.com/office/drawing/2014/main" id="{99C4A41B-169C-75C5-5FEA-AC715E425790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694918" y="2470731"/>
              <a:ext cx="76197" cy="207963"/>
            </a:xfrm>
            <a:prstGeom prst="rect">
              <a:avLst/>
            </a:prstGeom>
          </p:spPr>
        </p:pic>
        <p:pic>
          <p:nvPicPr>
            <p:cNvPr id="34" name="object 51">
              <a:extLst>
                <a:ext uri="{FF2B5EF4-FFF2-40B4-BE49-F238E27FC236}">
                  <a16:creationId xmlns:a16="http://schemas.microsoft.com/office/drawing/2014/main" id="{0652DEF0-6769-3979-8E92-B6825B7D42E9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01119" y="2463338"/>
              <a:ext cx="76197" cy="207963"/>
            </a:xfrm>
            <a:prstGeom prst="rect">
              <a:avLst/>
            </a:prstGeom>
          </p:spPr>
        </p:pic>
        <p:pic>
          <p:nvPicPr>
            <p:cNvPr id="35" name="object 52">
              <a:extLst>
                <a:ext uri="{FF2B5EF4-FFF2-40B4-BE49-F238E27FC236}">
                  <a16:creationId xmlns:a16="http://schemas.microsoft.com/office/drawing/2014/main" id="{9D10C85C-E1CA-E15B-AF82-A9B59CE8CB72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60518" y="2467547"/>
              <a:ext cx="76197" cy="207963"/>
            </a:xfrm>
            <a:prstGeom prst="rect">
              <a:avLst/>
            </a:prstGeom>
          </p:spPr>
        </p:pic>
      </p:grpSp>
      <p:pic>
        <p:nvPicPr>
          <p:cNvPr id="36" name="object 77">
            <a:extLst>
              <a:ext uri="{FF2B5EF4-FFF2-40B4-BE49-F238E27FC236}">
                <a16:creationId xmlns:a16="http://schemas.microsoft.com/office/drawing/2014/main" id="{1A247FF8-428C-78D2-D300-EF186EA44739}"/>
              </a:ext>
            </a:extLst>
          </p:cNvPr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60564" y="1927004"/>
            <a:ext cx="166687" cy="166687"/>
          </a:xfrm>
          <a:prstGeom prst="rect">
            <a:avLst/>
          </a:prstGeom>
        </p:spPr>
      </p:pic>
      <p:pic>
        <p:nvPicPr>
          <p:cNvPr id="37" name="object 81">
            <a:extLst>
              <a:ext uri="{FF2B5EF4-FFF2-40B4-BE49-F238E27FC236}">
                <a16:creationId xmlns:a16="http://schemas.microsoft.com/office/drawing/2014/main" id="{F6625C02-20D7-6596-44C6-BBB3422425AE}"/>
              </a:ext>
            </a:extLst>
          </p:cNvPr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715419" y="1923956"/>
            <a:ext cx="166687" cy="166687"/>
          </a:xfrm>
          <a:prstGeom prst="rect">
            <a:avLst/>
          </a:prstGeom>
        </p:spPr>
      </p:pic>
      <p:pic>
        <p:nvPicPr>
          <p:cNvPr id="38" name="object 82">
            <a:extLst>
              <a:ext uri="{FF2B5EF4-FFF2-40B4-BE49-F238E27FC236}">
                <a16:creationId xmlns:a16="http://schemas.microsoft.com/office/drawing/2014/main" id="{A0790641-2EC3-1BD9-0C4C-B371D7B067FC}"/>
              </a:ext>
            </a:extLst>
          </p:cNvPr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650702" y="1923956"/>
            <a:ext cx="166687" cy="166687"/>
          </a:xfrm>
          <a:prstGeom prst="rect">
            <a:avLst/>
          </a:prstGeom>
        </p:spPr>
      </p:pic>
      <p:pic>
        <p:nvPicPr>
          <p:cNvPr id="39" name="object 83">
            <a:extLst>
              <a:ext uri="{FF2B5EF4-FFF2-40B4-BE49-F238E27FC236}">
                <a16:creationId xmlns:a16="http://schemas.microsoft.com/office/drawing/2014/main" id="{AC691229-CF1D-57C6-3757-22AC36F3989C}"/>
              </a:ext>
            </a:extLst>
          </p:cNvPr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580480" y="1933100"/>
            <a:ext cx="166687" cy="166687"/>
          </a:xfrm>
          <a:prstGeom prst="rect">
            <a:avLst/>
          </a:prstGeom>
        </p:spPr>
      </p:pic>
      <p:pic>
        <p:nvPicPr>
          <p:cNvPr id="40" name="object 84">
            <a:extLst>
              <a:ext uri="{FF2B5EF4-FFF2-40B4-BE49-F238E27FC236}">
                <a16:creationId xmlns:a16="http://schemas.microsoft.com/office/drawing/2014/main" id="{752BB49F-7DD1-C804-9157-634FA72188DE}"/>
              </a:ext>
            </a:extLst>
          </p:cNvPr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626186" y="2105893"/>
            <a:ext cx="76189" cy="108517"/>
          </a:xfrm>
          <a:prstGeom prst="rect">
            <a:avLst/>
          </a:prstGeom>
        </p:spPr>
      </p:pic>
      <p:pic>
        <p:nvPicPr>
          <p:cNvPr id="41" name="object 85">
            <a:extLst>
              <a:ext uri="{FF2B5EF4-FFF2-40B4-BE49-F238E27FC236}">
                <a16:creationId xmlns:a16="http://schemas.microsoft.com/office/drawing/2014/main" id="{C4010B55-3192-C7A6-FC81-4D1053013A0A}"/>
              </a:ext>
            </a:extLst>
          </p:cNvPr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690771" y="2113516"/>
            <a:ext cx="76189" cy="108517"/>
          </a:xfrm>
          <a:prstGeom prst="rect">
            <a:avLst/>
          </a:prstGeom>
        </p:spPr>
      </p:pic>
      <p:pic>
        <p:nvPicPr>
          <p:cNvPr id="42" name="object 86">
            <a:extLst>
              <a:ext uri="{FF2B5EF4-FFF2-40B4-BE49-F238E27FC236}">
                <a16:creationId xmlns:a16="http://schemas.microsoft.com/office/drawing/2014/main" id="{056F1F62-5371-0ABA-E46B-FA99E9A890E7}"/>
              </a:ext>
            </a:extLst>
          </p:cNvPr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759031" y="2113516"/>
            <a:ext cx="76189" cy="108517"/>
          </a:xfrm>
          <a:prstGeom prst="rect">
            <a:avLst/>
          </a:prstGeom>
        </p:spPr>
      </p:pic>
      <p:pic>
        <p:nvPicPr>
          <p:cNvPr id="43" name="object 87">
            <a:extLst>
              <a:ext uri="{FF2B5EF4-FFF2-40B4-BE49-F238E27FC236}">
                <a16:creationId xmlns:a16="http://schemas.microsoft.com/office/drawing/2014/main" id="{15BECAC3-8C05-CD3F-2ED0-0B8BBD2571F2}"/>
              </a:ext>
            </a:extLst>
          </p:cNvPr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17188" y="2113516"/>
            <a:ext cx="76189" cy="108517"/>
          </a:xfrm>
          <a:prstGeom prst="rect">
            <a:avLst/>
          </a:prstGeom>
        </p:spPr>
      </p:pic>
      <p:cxnSp>
        <p:nvCxnSpPr>
          <p:cNvPr id="46" name="꺾인 연결선[E] 45">
            <a:extLst>
              <a:ext uri="{FF2B5EF4-FFF2-40B4-BE49-F238E27FC236}">
                <a16:creationId xmlns:a16="http://schemas.microsoft.com/office/drawing/2014/main" id="{5BFC03FB-4B87-E717-A0F8-E532C5F7A4A5}"/>
              </a:ext>
            </a:extLst>
          </p:cNvPr>
          <p:cNvCxnSpPr>
            <a:cxnSpLocks/>
          </p:cNvCxnSpPr>
          <p:nvPr/>
        </p:nvCxnSpPr>
        <p:spPr>
          <a:xfrm rot="16200000" flipV="1">
            <a:off x="3281204" y="1252452"/>
            <a:ext cx="238239" cy="486559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[E] 48">
            <a:extLst>
              <a:ext uri="{FF2B5EF4-FFF2-40B4-BE49-F238E27FC236}">
                <a16:creationId xmlns:a16="http://schemas.microsoft.com/office/drawing/2014/main" id="{30AA89FA-3546-0D2F-A846-AB5F5F1476B0}"/>
              </a:ext>
            </a:extLst>
          </p:cNvPr>
          <p:cNvCxnSpPr>
            <a:cxnSpLocks/>
          </p:cNvCxnSpPr>
          <p:nvPr/>
        </p:nvCxnSpPr>
        <p:spPr>
          <a:xfrm rot="16200000" flipV="1">
            <a:off x="3751126" y="1722374"/>
            <a:ext cx="238239" cy="392575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[E] 50">
            <a:extLst>
              <a:ext uri="{FF2B5EF4-FFF2-40B4-BE49-F238E27FC236}">
                <a16:creationId xmlns:a16="http://schemas.microsoft.com/office/drawing/2014/main" id="{29E71134-47B8-10E3-8503-7B845E3A775A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19810" y="2191058"/>
            <a:ext cx="238239" cy="298838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[E] 52">
            <a:extLst>
              <a:ext uri="{FF2B5EF4-FFF2-40B4-BE49-F238E27FC236}">
                <a16:creationId xmlns:a16="http://schemas.microsoft.com/office/drawing/2014/main" id="{B0FFAED1-EBC9-73A7-5645-035CB2AD40F8}"/>
              </a:ext>
            </a:extLst>
          </p:cNvPr>
          <p:cNvCxnSpPr>
            <a:cxnSpLocks/>
          </p:cNvCxnSpPr>
          <p:nvPr/>
        </p:nvCxnSpPr>
        <p:spPr>
          <a:xfrm rot="16200000" flipV="1">
            <a:off x="4687295" y="2658543"/>
            <a:ext cx="238239" cy="205341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4F897E3-BD1E-BD6E-07E7-F4E6AB4034EB}"/>
              </a:ext>
            </a:extLst>
          </p:cNvPr>
          <p:cNvCxnSpPr>
            <a:cxnSpLocks/>
            <a:stCxn id="19" idx="0"/>
            <a:endCxn id="7" idx="2"/>
          </p:cNvCxnSpPr>
          <p:nvPr/>
        </p:nvCxnSpPr>
        <p:spPr>
          <a:xfrm flipH="1" flipV="1">
            <a:off x="1790737" y="3566129"/>
            <a:ext cx="183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104FFB03-1501-FB3C-082D-BC7627A5538A}"/>
              </a:ext>
            </a:extLst>
          </p:cNvPr>
          <p:cNvCxnSpPr>
            <a:cxnSpLocks/>
            <a:stCxn id="18" idx="0"/>
            <a:endCxn id="6" idx="2"/>
          </p:cNvCxnSpPr>
          <p:nvPr/>
        </p:nvCxnSpPr>
        <p:spPr>
          <a:xfrm flipH="1" flipV="1">
            <a:off x="850893" y="3566129"/>
            <a:ext cx="184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3DB2FA9-CE0C-B0DB-0C83-41DE633E0C43}"/>
              </a:ext>
            </a:extLst>
          </p:cNvPr>
          <p:cNvCxnSpPr>
            <a:cxnSpLocks/>
            <a:stCxn id="20" idx="0"/>
            <a:endCxn id="8" idx="2"/>
          </p:cNvCxnSpPr>
          <p:nvPr/>
        </p:nvCxnSpPr>
        <p:spPr>
          <a:xfrm flipV="1">
            <a:off x="2727090" y="3566129"/>
            <a:ext cx="1015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727661A3-5524-4499-ECB8-7F4360341744}"/>
              </a:ext>
            </a:extLst>
          </p:cNvPr>
          <p:cNvCxnSpPr>
            <a:cxnSpLocks/>
            <a:stCxn id="33" idx="0"/>
            <a:endCxn id="9" idx="2"/>
          </p:cNvCxnSpPr>
          <p:nvPr/>
        </p:nvCxnSpPr>
        <p:spPr>
          <a:xfrm flipH="1" flipV="1">
            <a:off x="3663075" y="3566129"/>
            <a:ext cx="184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구부러진 연결선[U] 94">
            <a:extLst>
              <a:ext uri="{FF2B5EF4-FFF2-40B4-BE49-F238E27FC236}">
                <a16:creationId xmlns:a16="http://schemas.microsoft.com/office/drawing/2014/main" id="{F00D0F3A-A7DE-3B2C-C4D6-6D293977569F}"/>
              </a:ext>
            </a:extLst>
          </p:cNvPr>
          <p:cNvCxnSpPr>
            <a:stCxn id="33" idx="1"/>
            <a:endCxn id="39" idx="1"/>
          </p:cNvCxnSpPr>
          <p:nvPr/>
        </p:nvCxnSpPr>
        <p:spPr>
          <a:xfrm rot="10800000" flipH="1">
            <a:off x="3443548" y="2016444"/>
            <a:ext cx="136931" cy="2090184"/>
          </a:xfrm>
          <a:prstGeom prst="curvedConnector3">
            <a:avLst>
              <a:gd name="adj1" fmla="val -16694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구부러진 연결선[U] 95">
            <a:extLst>
              <a:ext uri="{FF2B5EF4-FFF2-40B4-BE49-F238E27FC236}">
                <a16:creationId xmlns:a16="http://schemas.microsoft.com/office/drawing/2014/main" id="{74BA40D2-5F65-ED2F-F6D8-F9CD8380C40C}"/>
              </a:ext>
            </a:extLst>
          </p:cNvPr>
          <p:cNvCxnSpPr>
            <a:cxnSpLocks/>
            <a:stCxn id="20" idx="1"/>
            <a:endCxn id="38" idx="1"/>
          </p:cNvCxnSpPr>
          <p:nvPr/>
        </p:nvCxnSpPr>
        <p:spPr>
          <a:xfrm rot="10800000" flipH="1">
            <a:off x="2507380" y="2007300"/>
            <a:ext cx="143322" cy="2099328"/>
          </a:xfrm>
          <a:prstGeom prst="curvedConnector3">
            <a:avLst>
              <a:gd name="adj1" fmla="val -15950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구부러진 연결선[U] 96">
            <a:extLst>
              <a:ext uri="{FF2B5EF4-FFF2-40B4-BE49-F238E27FC236}">
                <a16:creationId xmlns:a16="http://schemas.microsoft.com/office/drawing/2014/main" id="{02E72DF3-7EB8-9EA8-D5FC-9C316D161B7C}"/>
              </a:ext>
            </a:extLst>
          </p:cNvPr>
          <p:cNvCxnSpPr>
            <a:cxnSpLocks/>
            <a:stCxn id="19" idx="1"/>
            <a:endCxn id="37" idx="1"/>
          </p:cNvCxnSpPr>
          <p:nvPr/>
        </p:nvCxnSpPr>
        <p:spPr>
          <a:xfrm rot="10800000" flipH="1">
            <a:off x="1571209" y="2007300"/>
            <a:ext cx="144209" cy="2099328"/>
          </a:xfrm>
          <a:prstGeom prst="curvedConnector3">
            <a:avLst>
              <a:gd name="adj1" fmla="val -15852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구부러진 연결선[U] 97">
            <a:extLst>
              <a:ext uri="{FF2B5EF4-FFF2-40B4-BE49-F238E27FC236}">
                <a16:creationId xmlns:a16="http://schemas.microsoft.com/office/drawing/2014/main" id="{E1A7F5DE-50B7-1F94-94B8-6E41BD81B4B3}"/>
              </a:ext>
            </a:extLst>
          </p:cNvPr>
          <p:cNvCxnSpPr>
            <a:cxnSpLocks/>
            <a:stCxn id="18" idx="1"/>
            <a:endCxn id="36" idx="1"/>
          </p:cNvCxnSpPr>
          <p:nvPr/>
        </p:nvCxnSpPr>
        <p:spPr>
          <a:xfrm rot="10800000" flipH="1">
            <a:off x="631366" y="2010348"/>
            <a:ext cx="129197" cy="2096280"/>
          </a:xfrm>
          <a:prstGeom prst="curvedConnector3">
            <a:avLst>
              <a:gd name="adj1" fmla="val -17693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object 25">
                <a:extLst>
                  <a:ext uri="{FF2B5EF4-FFF2-40B4-BE49-F238E27FC236}">
                    <a16:creationId xmlns:a16="http://schemas.microsoft.com/office/drawing/2014/main" id="{E1A0CE3F-515C-D889-CEB1-C1AB28BAF790}"/>
                  </a:ext>
                </a:extLst>
              </p:cNvPr>
              <p:cNvSpPr txBox="1"/>
              <p:nvPr/>
            </p:nvSpPr>
            <p:spPr>
              <a:xfrm>
                <a:off x="8159897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5" name="object 25">
                <a:extLst>
                  <a:ext uri="{FF2B5EF4-FFF2-40B4-BE49-F238E27FC236}">
                    <a16:creationId xmlns:a16="http://schemas.microsoft.com/office/drawing/2014/main" id="{E1A0CE3F-515C-D889-CEB1-C1AB28BAF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9897" y="4947804"/>
                <a:ext cx="410209" cy="60452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object 27">
                <a:extLst>
                  <a:ext uri="{FF2B5EF4-FFF2-40B4-BE49-F238E27FC236}">
                    <a16:creationId xmlns:a16="http://schemas.microsoft.com/office/drawing/2014/main" id="{C36F853B-50E4-016A-5F09-3CD3FE59AE45}"/>
                  </a:ext>
                </a:extLst>
              </p:cNvPr>
              <p:cNvSpPr txBox="1"/>
              <p:nvPr/>
            </p:nvSpPr>
            <p:spPr>
              <a:xfrm>
                <a:off x="7917362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7" name="object 27">
                <a:extLst>
                  <a:ext uri="{FF2B5EF4-FFF2-40B4-BE49-F238E27FC236}">
                    <a16:creationId xmlns:a16="http://schemas.microsoft.com/office/drawing/2014/main" id="{C36F853B-50E4-016A-5F09-3CD3FE59A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362" y="2637801"/>
                <a:ext cx="410209" cy="60452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object 24">
            <a:extLst>
              <a:ext uri="{FF2B5EF4-FFF2-40B4-BE49-F238E27FC236}">
                <a16:creationId xmlns:a16="http://schemas.microsoft.com/office/drawing/2014/main" id="{535BA271-8D38-174A-4CEC-9E4B0B758742}"/>
              </a:ext>
            </a:extLst>
          </p:cNvPr>
          <p:cNvSpPr txBox="1"/>
          <p:nvPr/>
        </p:nvSpPr>
        <p:spPr>
          <a:xfrm>
            <a:off x="7771882" y="5707555"/>
            <a:ext cx="727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[START]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5" name="object 24">
            <a:extLst>
              <a:ext uri="{FF2B5EF4-FFF2-40B4-BE49-F238E27FC236}">
                <a16:creationId xmlns:a16="http://schemas.microsoft.com/office/drawing/2014/main" id="{A1E66476-5886-308E-C8FF-85AA93F4BE7C}"/>
              </a:ext>
            </a:extLst>
          </p:cNvPr>
          <p:cNvSpPr txBox="1"/>
          <p:nvPr/>
        </p:nvSpPr>
        <p:spPr>
          <a:xfrm>
            <a:off x="7734860" y="2104819"/>
            <a:ext cx="802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estamos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7" name="object 32">
            <a:extLst>
              <a:ext uri="{FF2B5EF4-FFF2-40B4-BE49-F238E27FC236}">
                <a16:creationId xmlns:a16="http://schemas.microsoft.com/office/drawing/2014/main" id="{B3F4CB6B-42E4-0512-E919-A811B237281F}"/>
              </a:ext>
            </a:extLst>
          </p:cNvPr>
          <p:cNvSpPr txBox="1"/>
          <p:nvPr/>
        </p:nvSpPr>
        <p:spPr>
          <a:xfrm>
            <a:off x="7734575" y="2104819"/>
            <a:ext cx="4093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1085" algn="l"/>
                <a:tab pos="2458720" algn="l"/>
                <a:tab pos="3464560" algn="l"/>
              </a:tabLst>
            </a:pPr>
            <a:r>
              <a:rPr sz="1800" spc="-10" dirty="0">
                <a:latin typeface="Calibri"/>
                <a:cs typeface="Calibri"/>
              </a:rPr>
              <a:t>estamos</a:t>
            </a:r>
            <a:r>
              <a:rPr sz="1800" dirty="0">
                <a:latin typeface="Calibri"/>
                <a:cs typeface="Calibri"/>
              </a:rPr>
              <a:t>	</a:t>
            </a:r>
            <a:endParaRPr sz="2700" baseline="1543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object 35">
                <a:extLst>
                  <a:ext uri="{FF2B5EF4-FFF2-40B4-BE49-F238E27FC236}">
                    <a16:creationId xmlns:a16="http://schemas.microsoft.com/office/drawing/2014/main" id="{310B94E7-A666-00E4-6922-05DC41A77422}"/>
                  </a:ext>
                </a:extLst>
              </p:cNvPr>
              <p:cNvSpPr txBox="1"/>
              <p:nvPr/>
            </p:nvSpPr>
            <p:spPr>
              <a:xfrm>
                <a:off x="790275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38" name="object 35">
                <a:extLst>
                  <a:ext uri="{FF2B5EF4-FFF2-40B4-BE49-F238E27FC236}">
                    <a16:creationId xmlns:a16="http://schemas.microsoft.com/office/drawing/2014/main" id="{310B94E7-A666-00E4-6922-05DC41A77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2756" y="3804368"/>
                <a:ext cx="439420" cy="604520"/>
              </a:xfrm>
              <a:prstGeom prst="rect">
                <a:avLst/>
              </a:prstGeom>
              <a:blipFill>
                <a:blip r:embed="rId27"/>
                <a:stretch>
                  <a:fillRect r="-1081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67602EEE-B615-94E0-7890-E93005653E5C}"/>
              </a:ext>
            </a:extLst>
          </p:cNvPr>
          <p:cNvCxnSpPr>
            <a:cxnSpLocks/>
            <a:stCxn id="138" idx="0"/>
            <a:endCxn id="127" idx="2"/>
          </p:cNvCxnSpPr>
          <p:nvPr/>
        </p:nvCxnSpPr>
        <p:spPr>
          <a:xfrm flipV="1">
            <a:off x="8122466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0BBD0E4F-71D0-CA3C-7E1C-6617BC777155}"/>
              </a:ext>
            </a:extLst>
          </p:cNvPr>
          <p:cNvCxnSpPr>
            <a:cxnSpLocks/>
          </p:cNvCxnSpPr>
          <p:nvPr/>
        </p:nvCxnSpPr>
        <p:spPr>
          <a:xfrm flipH="1" flipV="1">
            <a:off x="8248808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FC58C922-AF57-8CAE-20BA-FF30F86D5B25}"/>
              </a:ext>
            </a:extLst>
          </p:cNvPr>
          <p:cNvSpPr/>
          <p:nvPr/>
        </p:nvSpPr>
        <p:spPr>
          <a:xfrm>
            <a:off x="7897159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object 25">
                <a:extLst>
                  <a:ext uri="{FF2B5EF4-FFF2-40B4-BE49-F238E27FC236}">
                    <a16:creationId xmlns:a16="http://schemas.microsoft.com/office/drawing/2014/main" id="{D7B51790-CFAB-3D23-02E5-EE5FE6DC517E}"/>
                  </a:ext>
                </a:extLst>
              </p:cNvPr>
              <p:cNvSpPr txBox="1"/>
              <p:nvPr/>
            </p:nvSpPr>
            <p:spPr>
              <a:xfrm>
                <a:off x="7694814" y="4947804"/>
                <a:ext cx="410209" cy="604520"/>
              </a:xfrm>
              <a:prstGeom prst="rect">
                <a:avLst/>
              </a:prstGeom>
              <a:solidFill>
                <a:srgbClr val="EBDBF3"/>
              </a:solidFill>
              <a:ln w="12700">
                <a:solidFill>
                  <a:srgbClr val="BC44C4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2" name="object 25">
                <a:extLst>
                  <a:ext uri="{FF2B5EF4-FFF2-40B4-BE49-F238E27FC236}">
                    <a16:creationId xmlns:a16="http://schemas.microsoft.com/office/drawing/2014/main" id="{D7B51790-CFAB-3D23-02E5-EE5FE6DC5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814" y="4947804"/>
                <a:ext cx="410209" cy="6045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 w="12700">
                <a:solidFill>
                  <a:srgbClr val="BC44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C8AC890B-03DC-C9F5-18C3-75BA9AA03AD8}"/>
              </a:ext>
            </a:extLst>
          </p:cNvPr>
          <p:cNvCxnSpPr>
            <a:cxnSpLocks/>
          </p:cNvCxnSpPr>
          <p:nvPr/>
        </p:nvCxnSpPr>
        <p:spPr>
          <a:xfrm flipH="1" flipV="1">
            <a:off x="7999408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[E] 171">
            <a:extLst>
              <a:ext uri="{FF2B5EF4-FFF2-40B4-BE49-F238E27FC236}">
                <a16:creationId xmlns:a16="http://schemas.microsoft.com/office/drawing/2014/main" id="{22A3171E-2F4A-36AB-9E22-977D0548E99D}"/>
              </a:ext>
            </a:extLst>
          </p:cNvPr>
          <p:cNvCxnSpPr>
            <a:cxnSpLocks/>
            <a:stCxn id="174" idx="3"/>
          </p:cNvCxnSpPr>
          <p:nvPr/>
        </p:nvCxnSpPr>
        <p:spPr>
          <a:xfrm>
            <a:off x="7492151" y="2619126"/>
            <a:ext cx="305559" cy="232867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69BCC993-E7D4-A31E-D06C-9A3E5DCA4488}"/>
              </a:ext>
            </a:extLst>
          </p:cNvPr>
          <p:cNvSpPr/>
          <p:nvPr/>
        </p:nvSpPr>
        <p:spPr>
          <a:xfrm>
            <a:off x="7192454" y="2469277"/>
            <a:ext cx="299697" cy="29969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000" dirty="0">
                <a:solidFill>
                  <a:sysClr val="windowText" lastClr="000000"/>
                </a:solidFill>
              </a:rPr>
              <a:t>+</a:t>
            </a:r>
            <a:endParaRPr kumimoji="1" lang="ko-KR" altLang="en-US" sz="2000" dirty="0">
              <a:solidFill>
                <a:sysClr val="windowText" lastClr="000000"/>
              </a:solidFill>
            </a:endParaRPr>
          </a:p>
        </p:txBody>
      </p:sp>
      <p:cxnSp>
        <p:nvCxnSpPr>
          <p:cNvPr id="179" name="꺾인 연결선[E] 178">
            <a:extLst>
              <a:ext uri="{FF2B5EF4-FFF2-40B4-BE49-F238E27FC236}">
                <a16:creationId xmlns:a16="http://schemas.microsoft.com/office/drawing/2014/main" id="{0FA97810-4B5A-77D4-78CC-42BCBFC4B961}"/>
              </a:ext>
            </a:extLst>
          </p:cNvPr>
          <p:cNvCxnSpPr>
            <a:cxnSpLocks/>
            <a:stCxn id="39" idx="0"/>
            <a:endCxn id="174" idx="0"/>
          </p:cNvCxnSpPr>
          <p:nvPr/>
        </p:nvCxnSpPr>
        <p:spPr>
          <a:xfrm rot="16200000" flipH="1">
            <a:off x="5234974" y="361949"/>
            <a:ext cx="536177" cy="3678479"/>
          </a:xfrm>
          <a:prstGeom prst="bentConnector3">
            <a:avLst>
              <a:gd name="adj1" fmla="val -4263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[E] 182">
            <a:extLst>
              <a:ext uri="{FF2B5EF4-FFF2-40B4-BE49-F238E27FC236}">
                <a16:creationId xmlns:a16="http://schemas.microsoft.com/office/drawing/2014/main" id="{A024598D-CE87-056A-E734-36F9FDB5D2F5}"/>
              </a:ext>
            </a:extLst>
          </p:cNvPr>
          <p:cNvCxnSpPr>
            <a:cxnSpLocks/>
            <a:stCxn id="38" idx="0"/>
            <a:endCxn id="174" idx="0"/>
          </p:cNvCxnSpPr>
          <p:nvPr/>
        </p:nvCxnSpPr>
        <p:spPr>
          <a:xfrm rot="16200000" flipH="1">
            <a:off x="4765513" y="-107512"/>
            <a:ext cx="545321" cy="4608257"/>
          </a:xfrm>
          <a:prstGeom prst="bentConnector3">
            <a:avLst>
              <a:gd name="adj1" fmla="val -4192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꺾인 연결선[E] 184">
            <a:extLst>
              <a:ext uri="{FF2B5EF4-FFF2-40B4-BE49-F238E27FC236}">
                <a16:creationId xmlns:a16="http://schemas.microsoft.com/office/drawing/2014/main" id="{916B3896-8AE5-714D-F2BB-5F5F5A1232E2}"/>
              </a:ext>
            </a:extLst>
          </p:cNvPr>
          <p:cNvCxnSpPr>
            <a:cxnSpLocks/>
            <a:stCxn id="37" idx="0"/>
            <a:endCxn id="174" idx="0"/>
          </p:cNvCxnSpPr>
          <p:nvPr/>
        </p:nvCxnSpPr>
        <p:spPr>
          <a:xfrm rot="16200000" flipH="1">
            <a:off x="4297872" y="-575154"/>
            <a:ext cx="545321" cy="5543540"/>
          </a:xfrm>
          <a:prstGeom prst="bentConnector3">
            <a:avLst>
              <a:gd name="adj1" fmla="val -4192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꺾인 연결선[E] 185">
            <a:extLst>
              <a:ext uri="{FF2B5EF4-FFF2-40B4-BE49-F238E27FC236}">
                <a16:creationId xmlns:a16="http://schemas.microsoft.com/office/drawing/2014/main" id="{48978098-4723-D143-66C5-B58389DCC99A}"/>
              </a:ext>
            </a:extLst>
          </p:cNvPr>
          <p:cNvCxnSpPr>
            <a:cxnSpLocks/>
            <a:stCxn id="36" idx="0"/>
            <a:endCxn id="174" idx="0"/>
          </p:cNvCxnSpPr>
          <p:nvPr/>
        </p:nvCxnSpPr>
        <p:spPr>
          <a:xfrm rot="16200000" flipH="1">
            <a:off x="3821968" y="-1051057"/>
            <a:ext cx="542273" cy="6498395"/>
          </a:xfrm>
          <a:prstGeom prst="bentConnector3">
            <a:avLst>
              <a:gd name="adj1" fmla="val -4215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41">
                <a:extLst>
                  <a:ext uri="{FF2B5EF4-FFF2-40B4-BE49-F238E27FC236}">
                    <a16:creationId xmlns:a16="http://schemas.microsoft.com/office/drawing/2014/main" id="{010B535E-9142-1835-3A48-439B6F4D5C7A}"/>
                  </a:ext>
                </a:extLst>
              </p:cNvPr>
              <p:cNvSpPr txBox="1"/>
              <p:nvPr/>
            </p:nvSpPr>
            <p:spPr>
              <a:xfrm>
                <a:off x="8710447" y="1671680"/>
                <a:ext cx="3323563" cy="505267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Compute</a:t>
                </a:r>
                <a:r>
                  <a:rPr lang="en" sz="1600" spc="-85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(scalar)</a:t>
                </a:r>
                <a:r>
                  <a:rPr lang="en" sz="1600" spc="-8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alignment</a:t>
                </a:r>
                <a:r>
                  <a:rPr lang="en" sz="1600" b="1" spc="-9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b="1" spc="-10" dirty="0">
                    <a:latin typeface="Arial" panose="020B0604020202020204" pitchFamily="34" charset="0"/>
                    <a:cs typeface="Arial" panose="020B0604020202020204" pitchFamily="34" charset="0"/>
                  </a:rPr>
                  <a:t>scores</a:t>
                </a:r>
              </a:p>
              <a:p>
                <a:pPr marL="12700"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𝑡𝑖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att</m:t>
                          </m:r>
                        </m:sub>
                      </m:sSub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𝐬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1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7" name="object 41">
                <a:extLst>
                  <a:ext uri="{FF2B5EF4-FFF2-40B4-BE49-F238E27FC236}">
                    <a16:creationId xmlns:a16="http://schemas.microsoft.com/office/drawing/2014/main" id="{010B535E-9142-1835-3A48-439B6F4D5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447" y="1671680"/>
                <a:ext cx="3323563" cy="505267"/>
              </a:xfrm>
              <a:prstGeom prst="rect">
                <a:avLst/>
              </a:prstGeom>
              <a:blipFill>
                <a:blip r:embed="rId29"/>
                <a:stretch>
                  <a:fillRect l="-3042" t="-9756" r="-1901" b="-12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41">
                <a:extLst>
                  <a:ext uri="{FF2B5EF4-FFF2-40B4-BE49-F238E27FC236}">
                    <a16:creationId xmlns:a16="http://schemas.microsoft.com/office/drawing/2014/main" id="{1822CDA3-8871-067D-D1FC-8406487FCE8F}"/>
                  </a:ext>
                </a:extLst>
              </p:cNvPr>
              <p:cNvSpPr txBox="1"/>
              <p:nvPr/>
            </p:nvSpPr>
            <p:spPr>
              <a:xfrm>
                <a:off x="8710447" y="2365363"/>
                <a:ext cx="3323563" cy="959109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Normalize alignment scores to get </a:t>
                </a:r>
                <a:r>
                  <a:rPr lang="en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attention weights</a:t>
                </a:r>
              </a:p>
              <a:p>
                <a:pPr marL="12700"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0≤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𝑡𝑖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≤1, 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𝑡𝑖</m:t>
                              </m:r>
                            </m:sub>
                          </m:sSub>
                        </m:e>
                      </m:nary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</m:t>
                      </m:r>
                    </m:oMath>
                  </m:oMathPara>
                </a14:m>
                <a:endParaRPr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8" name="object 41">
                <a:extLst>
                  <a:ext uri="{FF2B5EF4-FFF2-40B4-BE49-F238E27FC236}">
                    <a16:creationId xmlns:a16="http://schemas.microsoft.com/office/drawing/2014/main" id="{1822CDA3-8871-067D-D1FC-8406487FC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447" y="2365363"/>
                <a:ext cx="3323563" cy="959109"/>
              </a:xfrm>
              <a:prstGeom prst="rect">
                <a:avLst/>
              </a:prstGeom>
              <a:blipFill>
                <a:blip r:embed="rId30"/>
                <a:stretch>
                  <a:fillRect l="-3042" t="-46053" b="-1407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41">
                <a:extLst>
                  <a:ext uri="{FF2B5EF4-FFF2-40B4-BE49-F238E27FC236}">
                    <a16:creationId xmlns:a16="http://schemas.microsoft.com/office/drawing/2014/main" id="{1B320581-4635-E74A-E9A0-D85D278C7BFA}"/>
                  </a:ext>
                </a:extLst>
              </p:cNvPr>
              <p:cNvSpPr txBox="1"/>
              <p:nvPr/>
            </p:nvSpPr>
            <p:spPr>
              <a:xfrm>
                <a:off x="8710447" y="3516246"/>
                <a:ext cx="3323563" cy="959109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Compute context vector as </a:t>
                </a:r>
                <a:r>
                  <a:rPr lang="en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 combination of hidden states</a:t>
                </a:r>
              </a:p>
              <a:p>
                <a:pPr marL="12700"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𝐜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1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0" name="object 41">
                <a:extLst>
                  <a:ext uri="{FF2B5EF4-FFF2-40B4-BE49-F238E27FC236}">
                    <a16:creationId xmlns:a16="http://schemas.microsoft.com/office/drawing/2014/main" id="{1B320581-4635-E74A-E9A0-D85D278C7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447" y="3516246"/>
                <a:ext cx="3323563" cy="959109"/>
              </a:xfrm>
              <a:prstGeom prst="rect">
                <a:avLst/>
              </a:prstGeom>
              <a:blipFill>
                <a:blip r:embed="rId31"/>
                <a:stretch>
                  <a:fillRect l="-3042" t="-45455" b="-1376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41">
                <a:extLst>
                  <a:ext uri="{FF2B5EF4-FFF2-40B4-BE49-F238E27FC236}">
                    <a16:creationId xmlns:a16="http://schemas.microsoft.com/office/drawing/2014/main" id="{3EE5CE56-6092-3EAE-C68B-E79B2E9DBD18}"/>
                  </a:ext>
                </a:extLst>
              </p:cNvPr>
              <p:cNvSpPr txBox="1"/>
              <p:nvPr/>
            </p:nvSpPr>
            <p:spPr>
              <a:xfrm>
                <a:off x="8710447" y="4667129"/>
                <a:ext cx="3323563" cy="505267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spcBef>
                    <a:spcPts val="100"/>
                  </a:spcBef>
                </a:pPr>
                <a:r>
                  <a:rPr lang="e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Use context vector in decoder </a:t>
                </a:r>
                <a:endParaRPr lang="en-US" altLang="ko-KR" sz="16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12700"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1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1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1"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2" name="object 41">
                <a:extLst>
                  <a:ext uri="{FF2B5EF4-FFF2-40B4-BE49-F238E27FC236}">
                    <a16:creationId xmlns:a16="http://schemas.microsoft.com/office/drawing/2014/main" id="{3EE5CE56-6092-3EAE-C68B-E79B2E9DB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447" y="4667129"/>
                <a:ext cx="3323563" cy="505267"/>
              </a:xfrm>
              <a:prstGeom prst="rect">
                <a:avLst/>
              </a:prstGeom>
              <a:blipFill>
                <a:blip r:embed="rId32"/>
                <a:stretch>
                  <a:fillRect l="-3042" t="-12195" b="-195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object 105">
            <a:extLst>
              <a:ext uri="{FF2B5EF4-FFF2-40B4-BE49-F238E27FC236}">
                <a16:creationId xmlns:a16="http://schemas.microsoft.com/office/drawing/2014/main" id="{EA742B5F-DEFA-89DC-745E-A459CBDE7DCC}"/>
              </a:ext>
            </a:extLst>
          </p:cNvPr>
          <p:cNvSpPr txBox="1"/>
          <p:nvPr/>
        </p:nvSpPr>
        <p:spPr>
          <a:xfrm>
            <a:off x="8811022" y="5412834"/>
            <a:ext cx="313505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sz="1600" spc="-2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1600" spc="-2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sz="1600" spc="-2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i="1" spc="-1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differentiable</a:t>
            </a:r>
            <a:r>
              <a:rPr sz="1600" spc="-1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r>
              <a:rPr sz="1600" spc="-2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600" spc="-2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sz="1600" spc="-2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 </a:t>
            </a:r>
            <a:r>
              <a:rPr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</a:t>
            </a:r>
            <a:r>
              <a:rPr sz="1600" spc="-8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</a:t>
            </a:r>
            <a:r>
              <a:rPr sz="1600" spc="-8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weights</a:t>
            </a:r>
            <a:r>
              <a:rPr sz="1600" spc="-7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backprop</a:t>
            </a:r>
            <a:r>
              <a:rPr sz="1600" spc="-9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</a:t>
            </a:r>
            <a:r>
              <a:rPr sz="1600" spc="-9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everything</a:t>
            </a:r>
            <a:r>
              <a:rPr lang="en-US" sz="1600" spc="-1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7BF1C1CE-7412-9B4C-F1FD-37E53598594C}"/>
              </a:ext>
            </a:extLst>
          </p:cNvPr>
          <p:cNvCxnSpPr>
            <a:cxnSpLocks/>
            <a:stCxn id="21" idx="3"/>
            <a:endCxn id="138" idx="1"/>
          </p:cNvCxnSpPr>
          <p:nvPr/>
        </p:nvCxnSpPr>
        <p:spPr>
          <a:xfrm>
            <a:off x="6046556" y="4106628"/>
            <a:ext cx="1856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2450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220A-0278-1124-5512-FC22EB7E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ko-KR" dirty="0"/>
              <a:t>Sequence-to-Sequence with RNNs and Attention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F7F2A0-6B63-C6B6-64F6-4DE0300F4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/>
              <a:t>Recall machine translation with seq2seq modeling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77165-0F96-D1F8-FAFE-7231369357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62</a:t>
            </a:fld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/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1">
            <a:extLst>
              <a:ext uri="{FF2B5EF4-FFF2-40B4-BE49-F238E27FC236}">
                <a16:creationId xmlns:a16="http://schemas.microsoft.com/office/drawing/2014/main" id="{34891093-F2DF-A630-D817-24625B567060}"/>
              </a:ext>
            </a:extLst>
          </p:cNvPr>
          <p:cNvSpPr txBox="1"/>
          <p:nvPr/>
        </p:nvSpPr>
        <p:spPr>
          <a:xfrm>
            <a:off x="703934" y="5707555"/>
            <a:ext cx="299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we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E9FC08D-FDB3-9931-86F4-4080A735E30D}"/>
              </a:ext>
            </a:extLst>
          </p:cNvPr>
          <p:cNvSpPr txBox="1"/>
          <p:nvPr/>
        </p:nvSpPr>
        <p:spPr>
          <a:xfrm>
            <a:off x="1627977" y="5707555"/>
            <a:ext cx="32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A922632A-3A02-8005-DFDD-D5CF328447B5}"/>
              </a:ext>
            </a:extLst>
          </p:cNvPr>
          <p:cNvSpPr txBox="1"/>
          <p:nvPr/>
        </p:nvSpPr>
        <p:spPr>
          <a:xfrm>
            <a:off x="2424699" y="5707555"/>
            <a:ext cx="604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eating</a:t>
            </a:r>
            <a:endParaRPr sz="1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/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/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/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/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/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/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bject 29">
            <a:extLst>
              <a:ext uri="{FF2B5EF4-FFF2-40B4-BE49-F238E27FC236}">
                <a16:creationId xmlns:a16="http://schemas.microsoft.com/office/drawing/2014/main" id="{384DF9A3-DED2-CD79-0AB4-4DDD79EEF4BA}"/>
              </a:ext>
            </a:extLst>
          </p:cNvPr>
          <p:cNvSpPr txBox="1"/>
          <p:nvPr/>
        </p:nvSpPr>
        <p:spPr>
          <a:xfrm>
            <a:off x="3379567" y="5707555"/>
            <a:ext cx="566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bread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/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blipFill>
                <a:blip r:embed="rId9"/>
                <a:stretch>
                  <a:fillRect r="-3226"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/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/>
              <p:nvPr/>
            </p:nvSpPr>
            <p:spPr>
              <a:xfrm>
                <a:off x="3921891" y="2756900"/>
                <a:ext cx="377218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dirty="0"/>
                  <a:t>From final hidden state predict: </a:t>
                </a:r>
              </a:p>
              <a:p>
                <a:r>
                  <a:rPr kumimoji="1" lang="en-US" altLang="ko-KR" sz="2000" b="1" dirty="0"/>
                  <a:t>Initial decoder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ar-AE" altLang="ko-KR" sz="20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kumimoji="1" lang="ar-AE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ko-KR" sz="20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9C2354-30B7-FC26-94C8-69B44A212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891" y="2756900"/>
                <a:ext cx="3772186" cy="707886"/>
              </a:xfrm>
              <a:prstGeom prst="rect">
                <a:avLst/>
              </a:prstGeom>
              <a:blipFill>
                <a:blip r:embed="rId11"/>
                <a:stretch>
                  <a:fillRect l="-1678" t="-3509" r="-1007" b="-140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C2AFB77-5884-F5F3-3079-69A740D1D2EF}"/>
              </a:ext>
            </a:extLst>
          </p:cNvPr>
          <p:cNvCxnSpPr>
            <a:stCxn id="32" idx="0"/>
            <a:endCxn id="33" idx="2"/>
          </p:cNvCxnSpPr>
          <p:nvPr/>
        </p:nvCxnSpPr>
        <p:spPr>
          <a:xfrm flipV="1">
            <a:off x="3663259" y="4408888"/>
            <a:ext cx="0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7CA5A02-1BDC-6F20-0E2E-528240DDF5D8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2726863" y="4408888"/>
            <a:ext cx="227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F6BDE7A9-1895-45EE-2DFF-4B028E31371D}"/>
              </a:ext>
            </a:extLst>
          </p:cNvPr>
          <p:cNvCxnSpPr>
            <a:cxnSpLocks/>
            <a:stCxn id="16" idx="0"/>
            <a:endCxn id="19" idx="2"/>
          </p:cNvCxnSpPr>
          <p:nvPr/>
        </p:nvCxnSpPr>
        <p:spPr>
          <a:xfrm flipV="1">
            <a:off x="1790694" y="4408888"/>
            <a:ext cx="226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C6C9792-105A-3880-7A9F-6E1C540D46EA}"/>
              </a:ext>
            </a:extLst>
          </p:cNvPr>
          <p:cNvCxnSpPr>
            <a:cxnSpLocks/>
            <a:stCxn id="12" idx="0"/>
            <a:endCxn id="18" idx="2"/>
          </p:cNvCxnSpPr>
          <p:nvPr/>
        </p:nvCxnSpPr>
        <p:spPr>
          <a:xfrm flipH="1" flipV="1">
            <a:off x="851077" y="4408888"/>
            <a:ext cx="3448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C694EA8F-B171-77FE-FE4C-4C49A49074FF}"/>
              </a:ext>
            </a:extLst>
          </p:cNvPr>
          <p:cNvCxnSpPr>
            <a:cxnSpLocks/>
          </p:cNvCxnSpPr>
          <p:nvPr/>
        </p:nvCxnSpPr>
        <p:spPr>
          <a:xfrm>
            <a:off x="2010630" y="4106628"/>
            <a:ext cx="4967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250998C-718F-56E5-DEAA-61255ACC50C6}"/>
              </a:ext>
            </a:extLst>
          </p:cNvPr>
          <p:cNvCxnSpPr>
            <a:cxnSpLocks/>
          </p:cNvCxnSpPr>
          <p:nvPr/>
        </p:nvCxnSpPr>
        <p:spPr>
          <a:xfrm>
            <a:off x="1070787" y="4106628"/>
            <a:ext cx="500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8D23C66-F48D-6F02-A75C-9FE311F5C6EF}"/>
              </a:ext>
            </a:extLst>
          </p:cNvPr>
          <p:cNvCxnSpPr>
            <a:cxnSpLocks/>
          </p:cNvCxnSpPr>
          <p:nvPr/>
        </p:nvCxnSpPr>
        <p:spPr>
          <a:xfrm>
            <a:off x="2946800" y="4106628"/>
            <a:ext cx="49674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2C82DE96-5214-F525-DB04-DD808DD52C69}"/>
              </a:ext>
            </a:extLst>
          </p:cNvPr>
          <p:cNvCxnSpPr>
            <a:cxnSpLocks/>
          </p:cNvCxnSpPr>
          <p:nvPr/>
        </p:nvCxnSpPr>
        <p:spPr>
          <a:xfrm>
            <a:off x="3882969" y="4106628"/>
            <a:ext cx="17241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2A4765A8-FD36-7CD6-90B5-37F5EEA284EA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Bahdanau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et. al., Neural machine translation by jointly learning to align and translate, ICLR 2015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79BB0C-5214-B412-527C-1EA0F04277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32">
                <a:extLst>
                  <a:ext uri="{FF2B5EF4-FFF2-40B4-BE49-F238E27FC236}">
                    <a16:creationId xmlns:a16="http://schemas.microsoft.com/office/drawing/2014/main" id="{BE5D986B-CC9F-E609-BE68-07FAECB44018}"/>
                  </a:ext>
                </a:extLst>
              </p:cNvPr>
              <p:cNvSpPr txBox="1"/>
              <p:nvPr/>
            </p:nvSpPr>
            <p:spPr>
              <a:xfrm>
                <a:off x="597845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6" name="object 32">
                <a:extLst>
                  <a:ext uri="{FF2B5EF4-FFF2-40B4-BE49-F238E27FC236}">
                    <a16:creationId xmlns:a16="http://schemas.microsoft.com/office/drawing/2014/main" id="{BE5D986B-CC9F-E609-BE68-07FAECB44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845" y="3183224"/>
                <a:ext cx="506095" cy="3829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33">
                <a:extLst>
                  <a:ext uri="{FF2B5EF4-FFF2-40B4-BE49-F238E27FC236}">
                    <a16:creationId xmlns:a16="http://schemas.microsoft.com/office/drawing/2014/main" id="{2300C49C-754B-FCFE-0321-72EDB371A4F1}"/>
                  </a:ext>
                </a:extLst>
              </p:cNvPr>
              <p:cNvSpPr txBox="1"/>
              <p:nvPr/>
            </p:nvSpPr>
            <p:spPr>
              <a:xfrm>
                <a:off x="1537689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" sz="20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object 33">
                <a:extLst>
                  <a:ext uri="{FF2B5EF4-FFF2-40B4-BE49-F238E27FC236}">
                    <a16:creationId xmlns:a16="http://schemas.microsoft.com/office/drawing/2014/main" id="{2300C49C-754B-FCFE-0321-72EDB371A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689" y="3183224"/>
                <a:ext cx="506095" cy="38290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4">
                <a:extLst>
                  <a:ext uri="{FF2B5EF4-FFF2-40B4-BE49-F238E27FC236}">
                    <a16:creationId xmlns:a16="http://schemas.microsoft.com/office/drawing/2014/main" id="{D546BF00-A1D4-3B94-993B-7ED3BD69066F}"/>
                  </a:ext>
                </a:extLst>
              </p:cNvPr>
              <p:cNvSpPr txBox="1"/>
              <p:nvPr/>
            </p:nvSpPr>
            <p:spPr>
              <a:xfrm>
                <a:off x="2475057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8" name="object 34">
                <a:extLst>
                  <a:ext uri="{FF2B5EF4-FFF2-40B4-BE49-F238E27FC236}">
                    <a16:creationId xmlns:a16="http://schemas.microsoft.com/office/drawing/2014/main" id="{D546BF00-A1D4-3B94-993B-7ED3BD690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057" y="3183224"/>
                <a:ext cx="506095" cy="38290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5">
                <a:extLst>
                  <a:ext uri="{FF2B5EF4-FFF2-40B4-BE49-F238E27FC236}">
                    <a16:creationId xmlns:a16="http://schemas.microsoft.com/office/drawing/2014/main" id="{EA19D142-AADC-6389-165D-FDAAFF23D5CE}"/>
                  </a:ext>
                </a:extLst>
              </p:cNvPr>
              <p:cNvSpPr txBox="1"/>
              <p:nvPr/>
            </p:nvSpPr>
            <p:spPr>
              <a:xfrm>
                <a:off x="3410027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9" name="object 35">
                <a:extLst>
                  <a:ext uri="{FF2B5EF4-FFF2-40B4-BE49-F238E27FC236}">
                    <a16:creationId xmlns:a16="http://schemas.microsoft.com/office/drawing/2014/main" id="{EA19D142-AADC-6389-165D-FDAAFF23D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027" y="3183224"/>
                <a:ext cx="506095" cy="38290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40">
            <a:extLst>
              <a:ext uri="{FF2B5EF4-FFF2-40B4-BE49-F238E27FC236}">
                <a16:creationId xmlns:a16="http://schemas.microsoft.com/office/drawing/2014/main" id="{610F6D4A-C5FC-25E5-4525-342277EECF0D}"/>
              </a:ext>
            </a:extLst>
          </p:cNvPr>
          <p:cNvSpPr txBox="1"/>
          <p:nvPr/>
        </p:nvSpPr>
        <p:spPr>
          <a:xfrm>
            <a:off x="599683" y="2745587"/>
            <a:ext cx="3318510" cy="3111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325"/>
              </a:lnSpc>
            </a:pPr>
            <a:r>
              <a:rPr sz="2000" spc="-10" dirty="0">
                <a:latin typeface="Calibri"/>
                <a:cs typeface="Calibri"/>
              </a:rPr>
              <a:t>softmax</a:t>
            </a:r>
            <a:endParaRPr sz="20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1">
                <a:extLst>
                  <a:ext uri="{FF2B5EF4-FFF2-40B4-BE49-F238E27FC236}">
                    <a16:creationId xmlns:a16="http://schemas.microsoft.com/office/drawing/2014/main" id="{7DB93918-0B54-B723-1EA9-176A2AB1A199}"/>
                  </a:ext>
                </a:extLst>
              </p:cNvPr>
              <p:cNvSpPr txBox="1"/>
              <p:nvPr/>
            </p:nvSpPr>
            <p:spPr>
              <a:xfrm>
                <a:off x="597845" y="2236221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11" name="object 41">
                <a:extLst>
                  <a:ext uri="{FF2B5EF4-FFF2-40B4-BE49-F238E27FC236}">
                    <a16:creationId xmlns:a16="http://schemas.microsoft.com/office/drawing/2014/main" id="{7DB93918-0B54-B723-1EA9-176A2AB1A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845" y="2236221"/>
                <a:ext cx="506095" cy="38290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42">
                <a:extLst>
                  <a:ext uri="{FF2B5EF4-FFF2-40B4-BE49-F238E27FC236}">
                    <a16:creationId xmlns:a16="http://schemas.microsoft.com/office/drawing/2014/main" id="{4CB862C9-4DBD-5226-43A4-AC509B912A99}"/>
                  </a:ext>
                </a:extLst>
              </p:cNvPr>
              <p:cNvSpPr txBox="1"/>
              <p:nvPr/>
            </p:nvSpPr>
            <p:spPr>
              <a:xfrm>
                <a:off x="1537688" y="2232971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22" name="object 42">
                <a:extLst>
                  <a:ext uri="{FF2B5EF4-FFF2-40B4-BE49-F238E27FC236}">
                    <a16:creationId xmlns:a16="http://schemas.microsoft.com/office/drawing/2014/main" id="{4CB862C9-4DBD-5226-43A4-AC509B912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688" y="2232971"/>
                <a:ext cx="506095" cy="38290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43">
                <a:extLst>
                  <a:ext uri="{FF2B5EF4-FFF2-40B4-BE49-F238E27FC236}">
                    <a16:creationId xmlns:a16="http://schemas.microsoft.com/office/drawing/2014/main" id="{3D7B31A2-4ED0-B798-9080-B1DD72099728}"/>
                  </a:ext>
                </a:extLst>
              </p:cNvPr>
              <p:cNvSpPr txBox="1"/>
              <p:nvPr/>
            </p:nvSpPr>
            <p:spPr>
              <a:xfrm>
                <a:off x="2473858" y="2229263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23" name="object 43">
                <a:extLst>
                  <a:ext uri="{FF2B5EF4-FFF2-40B4-BE49-F238E27FC236}">
                    <a16:creationId xmlns:a16="http://schemas.microsoft.com/office/drawing/2014/main" id="{3D7B31A2-4ED0-B798-9080-B1DD72099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858" y="2229263"/>
                <a:ext cx="506095" cy="38290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44">
                <a:extLst>
                  <a:ext uri="{FF2B5EF4-FFF2-40B4-BE49-F238E27FC236}">
                    <a16:creationId xmlns:a16="http://schemas.microsoft.com/office/drawing/2014/main" id="{DBEBD738-09A4-0B00-456F-10C52FAF83B8}"/>
                  </a:ext>
                </a:extLst>
              </p:cNvPr>
              <p:cNvSpPr txBox="1"/>
              <p:nvPr/>
            </p:nvSpPr>
            <p:spPr>
              <a:xfrm>
                <a:off x="3410027" y="222468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24" name="object 44">
                <a:extLst>
                  <a:ext uri="{FF2B5EF4-FFF2-40B4-BE49-F238E27FC236}">
                    <a16:creationId xmlns:a16="http://schemas.microsoft.com/office/drawing/2014/main" id="{DBEBD738-09A4-0B00-456F-10C52FAF8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027" y="2224684"/>
                <a:ext cx="506095" cy="38290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그룹 43">
            <a:extLst>
              <a:ext uri="{FF2B5EF4-FFF2-40B4-BE49-F238E27FC236}">
                <a16:creationId xmlns:a16="http://schemas.microsoft.com/office/drawing/2014/main" id="{C9261D9E-A43F-9552-E67F-0258CBDB458B}"/>
              </a:ext>
            </a:extLst>
          </p:cNvPr>
          <p:cNvGrpSpPr/>
          <p:nvPr/>
        </p:nvGrpSpPr>
        <p:grpSpPr>
          <a:xfrm>
            <a:off x="811634" y="3053140"/>
            <a:ext cx="2909205" cy="133488"/>
            <a:chOff x="811634" y="2966148"/>
            <a:chExt cx="2909205" cy="220480"/>
          </a:xfrm>
        </p:grpSpPr>
        <p:pic>
          <p:nvPicPr>
            <p:cNvPr id="25" name="object 45">
              <a:extLst>
                <a:ext uri="{FF2B5EF4-FFF2-40B4-BE49-F238E27FC236}">
                  <a16:creationId xmlns:a16="http://schemas.microsoft.com/office/drawing/2014/main" id="{8D423313-89EF-5A30-A08D-108B128C518D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11634" y="2977033"/>
              <a:ext cx="76197" cy="207963"/>
            </a:xfrm>
            <a:prstGeom prst="rect">
              <a:avLst/>
            </a:prstGeom>
          </p:spPr>
        </p:pic>
        <p:pic>
          <p:nvPicPr>
            <p:cNvPr id="26" name="object 46">
              <a:extLst>
                <a:ext uri="{FF2B5EF4-FFF2-40B4-BE49-F238E27FC236}">
                  <a16:creationId xmlns:a16="http://schemas.microsoft.com/office/drawing/2014/main" id="{5EB314AE-D75F-B572-270E-2C4FE0F29A6F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47805" y="2966148"/>
              <a:ext cx="76197" cy="207963"/>
            </a:xfrm>
            <a:prstGeom prst="rect">
              <a:avLst/>
            </a:prstGeom>
          </p:spPr>
        </p:pic>
        <p:pic>
          <p:nvPicPr>
            <p:cNvPr id="27" name="object 47">
              <a:extLst>
                <a:ext uri="{FF2B5EF4-FFF2-40B4-BE49-F238E27FC236}">
                  <a16:creationId xmlns:a16="http://schemas.microsoft.com/office/drawing/2014/main" id="{A29B546A-B3E6-3C3B-1C6E-129BEEFB9B63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644642" y="2977033"/>
              <a:ext cx="76197" cy="207963"/>
            </a:xfrm>
            <a:prstGeom prst="rect">
              <a:avLst/>
            </a:prstGeom>
          </p:spPr>
        </p:pic>
        <p:pic>
          <p:nvPicPr>
            <p:cNvPr id="28" name="object 48">
              <a:extLst>
                <a:ext uri="{FF2B5EF4-FFF2-40B4-BE49-F238E27FC236}">
                  <a16:creationId xmlns:a16="http://schemas.microsoft.com/office/drawing/2014/main" id="{236DFE35-4DD8-A09F-93EA-FA3EB1A4E4CF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691566" y="2978665"/>
              <a:ext cx="76197" cy="207963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09213DD-5CAC-B997-185A-F23CFF357751}"/>
              </a:ext>
            </a:extLst>
          </p:cNvPr>
          <p:cNvGrpSpPr/>
          <p:nvPr/>
        </p:nvGrpSpPr>
        <p:grpSpPr>
          <a:xfrm>
            <a:off x="801119" y="2602618"/>
            <a:ext cx="2919720" cy="153719"/>
            <a:chOff x="801119" y="2449715"/>
            <a:chExt cx="2919720" cy="228979"/>
          </a:xfrm>
        </p:grpSpPr>
        <p:pic>
          <p:nvPicPr>
            <p:cNvPr id="29" name="object 49">
              <a:extLst>
                <a:ext uri="{FF2B5EF4-FFF2-40B4-BE49-F238E27FC236}">
                  <a16:creationId xmlns:a16="http://schemas.microsoft.com/office/drawing/2014/main" id="{57EA151E-9C60-2560-1E00-9D72F96E0812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644642" y="2449715"/>
              <a:ext cx="76197" cy="207963"/>
            </a:xfrm>
            <a:prstGeom prst="rect">
              <a:avLst/>
            </a:prstGeom>
          </p:spPr>
        </p:pic>
        <p:pic>
          <p:nvPicPr>
            <p:cNvPr id="30" name="object 50">
              <a:extLst>
                <a:ext uri="{FF2B5EF4-FFF2-40B4-BE49-F238E27FC236}">
                  <a16:creationId xmlns:a16="http://schemas.microsoft.com/office/drawing/2014/main" id="{99C4A41B-169C-75C5-5FEA-AC715E425790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694918" y="2470731"/>
              <a:ext cx="76197" cy="207963"/>
            </a:xfrm>
            <a:prstGeom prst="rect">
              <a:avLst/>
            </a:prstGeom>
          </p:spPr>
        </p:pic>
        <p:pic>
          <p:nvPicPr>
            <p:cNvPr id="34" name="object 51">
              <a:extLst>
                <a:ext uri="{FF2B5EF4-FFF2-40B4-BE49-F238E27FC236}">
                  <a16:creationId xmlns:a16="http://schemas.microsoft.com/office/drawing/2014/main" id="{0652DEF0-6769-3979-8E92-B6825B7D42E9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01119" y="2463338"/>
              <a:ext cx="76197" cy="207963"/>
            </a:xfrm>
            <a:prstGeom prst="rect">
              <a:avLst/>
            </a:prstGeom>
          </p:spPr>
        </p:pic>
        <p:pic>
          <p:nvPicPr>
            <p:cNvPr id="35" name="object 52">
              <a:extLst>
                <a:ext uri="{FF2B5EF4-FFF2-40B4-BE49-F238E27FC236}">
                  <a16:creationId xmlns:a16="http://schemas.microsoft.com/office/drawing/2014/main" id="{9D10C85C-E1CA-E15B-AF82-A9B59CE8CB72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60518" y="2467547"/>
              <a:ext cx="76197" cy="207963"/>
            </a:xfrm>
            <a:prstGeom prst="rect">
              <a:avLst/>
            </a:prstGeom>
          </p:spPr>
        </p:pic>
      </p:grpSp>
      <p:pic>
        <p:nvPicPr>
          <p:cNvPr id="36" name="object 77">
            <a:extLst>
              <a:ext uri="{FF2B5EF4-FFF2-40B4-BE49-F238E27FC236}">
                <a16:creationId xmlns:a16="http://schemas.microsoft.com/office/drawing/2014/main" id="{1A247FF8-428C-78D2-D300-EF186EA44739}"/>
              </a:ext>
            </a:extLst>
          </p:cNvPr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60564" y="1927004"/>
            <a:ext cx="166687" cy="166687"/>
          </a:xfrm>
          <a:prstGeom prst="rect">
            <a:avLst/>
          </a:prstGeom>
        </p:spPr>
      </p:pic>
      <p:pic>
        <p:nvPicPr>
          <p:cNvPr id="37" name="object 81">
            <a:extLst>
              <a:ext uri="{FF2B5EF4-FFF2-40B4-BE49-F238E27FC236}">
                <a16:creationId xmlns:a16="http://schemas.microsoft.com/office/drawing/2014/main" id="{F6625C02-20D7-6596-44C6-BBB3422425AE}"/>
              </a:ext>
            </a:extLst>
          </p:cNvPr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715419" y="1923956"/>
            <a:ext cx="166687" cy="166687"/>
          </a:xfrm>
          <a:prstGeom prst="rect">
            <a:avLst/>
          </a:prstGeom>
        </p:spPr>
      </p:pic>
      <p:pic>
        <p:nvPicPr>
          <p:cNvPr id="38" name="object 82">
            <a:extLst>
              <a:ext uri="{FF2B5EF4-FFF2-40B4-BE49-F238E27FC236}">
                <a16:creationId xmlns:a16="http://schemas.microsoft.com/office/drawing/2014/main" id="{A0790641-2EC3-1BD9-0C4C-B371D7B067FC}"/>
              </a:ext>
            </a:extLst>
          </p:cNvPr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650702" y="1923956"/>
            <a:ext cx="166687" cy="166687"/>
          </a:xfrm>
          <a:prstGeom prst="rect">
            <a:avLst/>
          </a:prstGeom>
        </p:spPr>
      </p:pic>
      <p:pic>
        <p:nvPicPr>
          <p:cNvPr id="39" name="object 83">
            <a:extLst>
              <a:ext uri="{FF2B5EF4-FFF2-40B4-BE49-F238E27FC236}">
                <a16:creationId xmlns:a16="http://schemas.microsoft.com/office/drawing/2014/main" id="{AC691229-CF1D-57C6-3757-22AC36F3989C}"/>
              </a:ext>
            </a:extLst>
          </p:cNvPr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580480" y="1933100"/>
            <a:ext cx="166687" cy="166687"/>
          </a:xfrm>
          <a:prstGeom prst="rect">
            <a:avLst/>
          </a:prstGeom>
        </p:spPr>
      </p:pic>
      <p:pic>
        <p:nvPicPr>
          <p:cNvPr id="40" name="object 84">
            <a:extLst>
              <a:ext uri="{FF2B5EF4-FFF2-40B4-BE49-F238E27FC236}">
                <a16:creationId xmlns:a16="http://schemas.microsoft.com/office/drawing/2014/main" id="{752BB49F-7DD1-C804-9157-634FA72188DE}"/>
              </a:ext>
            </a:extLst>
          </p:cNvPr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626186" y="2105893"/>
            <a:ext cx="76189" cy="108517"/>
          </a:xfrm>
          <a:prstGeom prst="rect">
            <a:avLst/>
          </a:prstGeom>
        </p:spPr>
      </p:pic>
      <p:pic>
        <p:nvPicPr>
          <p:cNvPr id="41" name="object 85">
            <a:extLst>
              <a:ext uri="{FF2B5EF4-FFF2-40B4-BE49-F238E27FC236}">
                <a16:creationId xmlns:a16="http://schemas.microsoft.com/office/drawing/2014/main" id="{C4010B55-3192-C7A6-FC81-4D1053013A0A}"/>
              </a:ext>
            </a:extLst>
          </p:cNvPr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690771" y="2113516"/>
            <a:ext cx="76189" cy="108517"/>
          </a:xfrm>
          <a:prstGeom prst="rect">
            <a:avLst/>
          </a:prstGeom>
        </p:spPr>
      </p:pic>
      <p:pic>
        <p:nvPicPr>
          <p:cNvPr id="42" name="object 86">
            <a:extLst>
              <a:ext uri="{FF2B5EF4-FFF2-40B4-BE49-F238E27FC236}">
                <a16:creationId xmlns:a16="http://schemas.microsoft.com/office/drawing/2014/main" id="{056F1F62-5371-0ABA-E46B-FA99E9A890E7}"/>
              </a:ext>
            </a:extLst>
          </p:cNvPr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759031" y="2113516"/>
            <a:ext cx="76189" cy="108517"/>
          </a:xfrm>
          <a:prstGeom prst="rect">
            <a:avLst/>
          </a:prstGeom>
        </p:spPr>
      </p:pic>
      <p:pic>
        <p:nvPicPr>
          <p:cNvPr id="43" name="object 87">
            <a:extLst>
              <a:ext uri="{FF2B5EF4-FFF2-40B4-BE49-F238E27FC236}">
                <a16:creationId xmlns:a16="http://schemas.microsoft.com/office/drawing/2014/main" id="{15BECAC3-8C05-CD3F-2ED0-0B8BBD2571F2}"/>
              </a:ext>
            </a:extLst>
          </p:cNvPr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17188" y="2113516"/>
            <a:ext cx="76189" cy="108517"/>
          </a:xfrm>
          <a:prstGeom prst="rect">
            <a:avLst/>
          </a:prstGeom>
        </p:spPr>
      </p:pic>
      <p:cxnSp>
        <p:nvCxnSpPr>
          <p:cNvPr id="46" name="꺾인 연결선[E] 45">
            <a:extLst>
              <a:ext uri="{FF2B5EF4-FFF2-40B4-BE49-F238E27FC236}">
                <a16:creationId xmlns:a16="http://schemas.microsoft.com/office/drawing/2014/main" id="{5BFC03FB-4B87-E717-A0F8-E532C5F7A4A5}"/>
              </a:ext>
            </a:extLst>
          </p:cNvPr>
          <p:cNvCxnSpPr>
            <a:cxnSpLocks/>
          </p:cNvCxnSpPr>
          <p:nvPr/>
        </p:nvCxnSpPr>
        <p:spPr>
          <a:xfrm rot="16200000" flipV="1">
            <a:off x="3281204" y="1252452"/>
            <a:ext cx="238239" cy="486559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[E] 48">
            <a:extLst>
              <a:ext uri="{FF2B5EF4-FFF2-40B4-BE49-F238E27FC236}">
                <a16:creationId xmlns:a16="http://schemas.microsoft.com/office/drawing/2014/main" id="{30AA89FA-3546-0D2F-A846-AB5F5F1476B0}"/>
              </a:ext>
            </a:extLst>
          </p:cNvPr>
          <p:cNvCxnSpPr>
            <a:cxnSpLocks/>
          </p:cNvCxnSpPr>
          <p:nvPr/>
        </p:nvCxnSpPr>
        <p:spPr>
          <a:xfrm rot="16200000" flipV="1">
            <a:off x="3751126" y="1722374"/>
            <a:ext cx="238239" cy="392575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[E] 50">
            <a:extLst>
              <a:ext uri="{FF2B5EF4-FFF2-40B4-BE49-F238E27FC236}">
                <a16:creationId xmlns:a16="http://schemas.microsoft.com/office/drawing/2014/main" id="{29E71134-47B8-10E3-8503-7B845E3A775A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19810" y="2191058"/>
            <a:ext cx="238239" cy="298838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[E] 52">
            <a:extLst>
              <a:ext uri="{FF2B5EF4-FFF2-40B4-BE49-F238E27FC236}">
                <a16:creationId xmlns:a16="http://schemas.microsoft.com/office/drawing/2014/main" id="{B0FFAED1-EBC9-73A7-5645-035CB2AD40F8}"/>
              </a:ext>
            </a:extLst>
          </p:cNvPr>
          <p:cNvCxnSpPr>
            <a:cxnSpLocks/>
          </p:cNvCxnSpPr>
          <p:nvPr/>
        </p:nvCxnSpPr>
        <p:spPr>
          <a:xfrm rot="16200000" flipV="1">
            <a:off x="4687295" y="2658543"/>
            <a:ext cx="238239" cy="205341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4F897E3-BD1E-BD6E-07E7-F4E6AB4034EB}"/>
              </a:ext>
            </a:extLst>
          </p:cNvPr>
          <p:cNvCxnSpPr>
            <a:cxnSpLocks/>
            <a:stCxn id="19" idx="0"/>
            <a:endCxn id="7" idx="2"/>
          </p:cNvCxnSpPr>
          <p:nvPr/>
        </p:nvCxnSpPr>
        <p:spPr>
          <a:xfrm flipH="1" flipV="1">
            <a:off x="1790737" y="3566129"/>
            <a:ext cx="183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104FFB03-1501-FB3C-082D-BC7627A5538A}"/>
              </a:ext>
            </a:extLst>
          </p:cNvPr>
          <p:cNvCxnSpPr>
            <a:cxnSpLocks/>
            <a:stCxn id="18" idx="0"/>
            <a:endCxn id="6" idx="2"/>
          </p:cNvCxnSpPr>
          <p:nvPr/>
        </p:nvCxnSpPr>
        <p:spPr>
          <a:xfrm flipH="1" flipV="1">
            <a:off x="850893" y="3566129"/>
            <a:ext cx="184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3DB2FA9-CE0C-B0DB-0C83-41DE633E0C43}"/>
              </a:ext>
            </a:extLst>
          </p:cNvPr>
          <p:cNvCxnSpPr>
            <a:cxnSpLocks/>
            <a:stCxn id="20" idx="0"/>
            <a:endCxn id="8" idx="2"/>
          </p:cNvCxnSpPr>
          <p:nvPr/>
        </p:nvCxnSpPr>
        <p:spPr>
          <a:xfrm flipV="1">
            <a:off x="2727090" y="3566129"/>
            <a:ext cx="1015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727661A3-5524-4499-ECB8-7F4360341744}"/>
              </a:ext>
            </a:extLst>
          </p:cNvPr>
          <p:cNvCxnSpPr>
            <a:cxnSpLocks/>
            <a:stCxn id="33" idx="0"/>
            <a:endCxn id="9" idx="2"/>
          </p:cNvCxnSpPr>
          <p:nvPr/>
        </p:nvCxnSpPr>
        <p:spPr>
          <a:xfrm flipH="1" flipV="1">
            <a:off x="3663075" y="3566129"/>
            <a:ext cx="184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구부러진 연결선[U] 94">
            <a:extLst>
              <a:ext uri="{FF2B5EF4-FFF2-40B4-BE49-F238E27FC236}">
                <a16:creationId xmlns:a16="http://schemas.microsoft.com/office/drawing/2014/main" id="{F00D0F3A-A7DE-3B2C-C4D6-6D293977569F}"/>
              </a:ext>
            </a:extLst>
          </p:cNvPr>
          <p:cNvCxnSpPr>
            <a:stCxn id="33" idx="1"/>
            <a:endCxn id="39" idx="1"/>
          </p:cNvCxnSpPr>
          <p:nvPr/>
        </p:nvCxnSpPr>
        <p:spPr>
          <a:xfrm rot="10800000" flipH="1">
            <a:off x="3443548" y="2016444"/>
            <a:ext cx="136931" cy="2090184"/>
          </a:xfrm>
          <a:prstGeom prst="curvedConnector3">
            <a:avLst>
              <a:gd name="adj1" fmla="val -16694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구부러진 연결선[U] 95">
            <a:extLst>
              <a:ext uri="{FF2B5EF4-FFF2-40B4-BE49-F238E27FC236}">
                <a16:creationId xmlns:a16="http://schemas.microsoft.com/office/drawing/2014/main" id="{74BA40D2-5F65-ED2F-F6D8-F9CD8380C40C}"/>
              </a:ext>
            </a:extLst>
          </p:cNvPr>
          <p:cNvCxnSpPr>
            <a:cxnSpLocks/>
            <a:stCxn id="20" idx="1"/>
            <a:endCxn id="38" idx="1"/>
          </p:cNvCxnSpPr>
          <p:nvPr/>
        </p:nvCxnSpPr>
        <p:spPr>
          <a:xfrm rot="10800000" flipH="1">
            <a:off x="2507380" y="2007300"/>
            <a:ext cx="143322" cy="2099328"/>
          </a:xfrm>
          <a:prstGeom prst="curvedConnector3">
            <a:avLst>
              <a:gd name="adj1" fmla="val -15950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구부러진 연결선[U] 96">
            <a:extLst>
              <a:ext uri="{FF2B5EF4-FFF2-40B4-BE49-F238E27FC236}">
                <a16:creationId xmlns:a16="http://schemas.microsoft.com/office/drawing/2014/main" id="{02E72DF3-7EB8-9EA8-D5FC-9C316D161B7C}"/>
              </a:ext>
            </a:extLst>
          </p:cNvPr>
          <p:cNvCxnSpPr>
            <a:cxnSpLocks/>
            <a:stCxn id="19" idx="1"/>
            <a:endCxn id="37" idx="1"/>
          </p:cNvCxnSpPr>
          <p:nvPr/>
        </p:nvCxnSpPr>
        <p:spPr>
          <a:xfrm rot="10800000" flipH="1">
            <a:off x="1571209" y="2007300"/>
            <a:ext cx="144209" cy="2099328"/>
          </a:xfrm>
          <a:prstGeom prst="curvedConnector3">
            <a:avLst>
              <a:gd name="adj1" fmla="val -15852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구부러진 연결선[U] 97">
            <a:extLst>
              <a:ext uri="{FF2B5EF4-FFF2-40B4-BE49-F238E27FC236}">
                <a16:creationId xmlns:a16="http://schemas.microsoft.com/office/drawing/2014/main" id="{E1A7F5DE-50B7-1F94-94B8-6E41BD81B4B3}"/>
              </a:ext>
            </a:extLst>
          </p:cNvPr>
          <p:cNvCxnSpPr>
            <a:cxnSpLocks/>
            <a:stCxn id="18" idx="1"/>
            <a:endCxn id="36" idx="1"/>
          </p:cNvCxnSpPr>
          <p:nvPr/>
        </p:nvCxnSpPr>
        <p:spPr>
          <a:xfrm rot="10800000" flipH="1">
            <a:off x="631366" y="2010348"/>
            <a:ext cx="129197" cy="2096280"/>
          </a:xfrm>
          <a:prstGeom prst="curvedConnector3">
            <a:avLst>
              <a:gd name="adj1" fmla="val -17693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object 25">
                <a:extLst>
                  <a:ext uri="{FF2B5EF4-FFF2-40B4-BE49-F238E27FC236}">
                    <a16:creationId xmlns:a16="http://schemas.microsoft.com/office/drawing/2014/main" id="{E1A0CE3F-515C-D889-CEB1-C1AB28BAF790}"/>
                  </a:ext>
                </a:extLst>
              </p:cNvPr>
              <p:cNvSpPr txBox="1"/>
              <p:nvPr/>
            </p:nvSpPr>
            <p:spPr>
              <a:xfrm>
                <a:off x="8159897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5" name="object 25">
                <a:extLst>
                  <a:ext uri="{FF2B5EF4-FFF2-40B4-BE49-F238E27FC236}">
                    <a16:creationId xmlns:a16="http://schemas.microsoft.com/office/drawing/2014/main" id="{E1A0CE3F-515C-D889-CEB1-C1AB28BAF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9897" y="4947804"/>
                <a:ext cx="410209" cy="60452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object 27">
                <a:extLst>
                  <a:ext uri="{FF2B5EF4-FFF2-40B4-BE49-F238E27FC236}">
                    <a16:creationId xmlns:a16="http://schemas.microsoft.com/office/drawing/2014/main" id="{C36F853B-50E4-016A-5F09-3CD3FE59AE45}"/>
                  </a:ext>
                </a:extLst>
              </p:cNvPr>
              <p:cNvSpPr txBox="1"/>
              <p:nvPr/>
            </p:nvSpPr>
            <p:spPr>
              <a:xfrm>
                <a:off x="7917362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7" name="object 27">
                <a:extLst>
                  <a:ext uri="{FF2B5EF4-FFF2-40B4-BE49-F238E27FC236}">
                    <a16:creationId xmlns:a16="http://schemas.microsoft.com/office/drawing/2014/main" id="{C36F853B-50E4-016A-5F09-3CD3FE59A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362" y="2637801"/>
                <a:ext cx="410209" cy="60452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object 24">
            <a:extLst>
              <a:ext uri="{FF2B5EF4-FFF2-40B4-BE49-F238E27FC236}">
                <a16:creationId xmlns:a16="http://schemas.microsoft.com/office/drawing/2014/main" id="{535BA271-8D38-174A-4CEC-9E4B0B758742}"/>
              </a:ext>
            </a:extLst>
          </p:cNvPr>
          <p:cNvSpPr txBox="1"/>
          <p:nvPr/>
        </p:nvSpPr>
        <p:spPr>
          <a:xfrm>
            <a:off x="7771882" y="5707555"/>
            <a:ext cx="727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[START]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5" name="object 24">
            <a:extLst>
              <a:ext uri="{FF2B5EF4-FFF2-40B4-BE49-F238E27FC236}">
                <a16:creationId xmlns:a16="http://schemas.microsoft.com/office/drawing/2014/main" id="{A1E66476-5886-308E-C8FF-85AA93F4BE7C}"/>
              </a:ext>
            </a:extLst>
          </p:cNvPr>
          <p:cNvSpPr txBox="1"/>
          <p:nvPr/>
        </p:nvSpPr>
        <p:spPr>
          <a:xfrm>
            <a:off x="7734860" y="2104819"/>
            <a:ext cx="802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estamos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7" name="object 32">
            <a:extLst>
              <a:ext uri="{FF2B5EF4-FFF2-40B4-BE49-F238E27FC236}">
                <a16:creationId xmlns:a16="http://schemas.microsoft.com/office/drawing/2014/main" id="{B3F4CB6B-42E4-0512-E919-A811B237281F}"/>
              </a:ext>
            </a:extLst>
          </p:cNvPr>
          <p:cNvSpPr txBox="1"/>
          <p:nvPr/>
        </p:nvSpPr>
        <p:spPr>
          <a:xfrm>
            <a:off x="7734575" y="2104819"/>
            <a:ext cx="4093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1085" algn="l"/>
                <a:tab pos="2458720" algn="l"/>
                <a:tab pos="3464560" algn="l"/>
              </a:tabLst>
            </a:pPr>
            <a:r>
              <a:rPr sz="1800" spc="-10" dirty="0">
                <a:latin typeface="Calibri"/>
                <a:cs typeface="Calibri"/>
              </a:rPr>
              <a:t>estamos</a:t>
            </a:r>
            <a:r>
              <a:rPr sz="1800" dirty="0">
                <a:latin typeface="Calibri"/>
                <a:cs typeface="Calibri"/>
              </a:rPr>
              <a:t>	</a:t>
            </a:r>
            <a:endParaRPr sz="2700" baseline="1543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object 35">
                <a:extLst>
                  <a:ext uri="{FF2B5EF4-FFF2-40B4-BE49-F238E27FC236}">
                    <a16:creationId xmlns:a16="http://schemas.microsoft.com/office/drawing/2014/main" id="{310B94E7-A666-00E4-6922-05DC41A77422}"/>
                  </a:ext>
                </a:extLst>
              </p:cNvPr>
              <p:cNvSpPr txBox="1"/>
              <p:nvPr/>
            </p:nvSpPr>
            <p:spPr>
              <a:xfrm>
                <a:off x="790275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38" name="object 35">
                <a:extLst>
                  <a:ext uri="{FF2B5EF4-FFF2-40B4-BE49-F238E27FC236}">
                    <a16:creationId xmlns:a16="http://schemas.microsoft.com/office/drawing/2014/main" id="{310B94E7-A666-00E4-6922-05DC41A77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2756" y="3804368"/>
                <a:ext cx="439420" cy="604520"/>
              </a:xfrm>
              <a:prstGeom prst="rect">
                <a:avLst/>
              </a:prstGeom>
              <a:blipFill>
                <a:blip r:embed="rId27"/>
                <a:stretch>
                  <a:fillRect r="-1081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67602EEE-B615-94E0-7890-E93005653E5C}"/>
              </a:ext>
            </a:extLst>
          </p:cNvPr>
          <p:cNvCxnSpPr>
            <a:cxnSpLocks/>
            <a:stCxn id="138" idx="0"/>
            <a:endCxn id="127" idx="2"/>
          </p:cNvCxnSpPr>
          <p:nvPr/>
        </p:nvCxnSpPr>
        <p:spPr>
          <a:xfrm flipV="1">
            <a:off x="8122466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0BBD0E4F-71D0-CA3C-7E1C-6617BC777155}"/>
              </a:ext>
            </a:extLst>
          </p:cNvPr>
          <p:cNvCxnSpPr>
            <a:cxnSpLocks/>
          </p:cNvCxnSpPr>
          <p:nvPr/>
        </p:nvCxnSpPr>
        <p:spPr>
          <a:xfrm flipH="1" flipV="1">
            <a:off x="8248808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FC58C922-AF57-8CAE-20BA-FF30F86D5B25}"/>
              </a:ext>
            </a:extLst>
          </p:cNvPr>
          <p:cNvSpPr/>
          <p:nvPr/>
        </p:nvSpPr>
        <p:spPr>
          <a:xfrm>
            <a:off x="7897159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object 25">
                <a:extLst>
                  <a:ext uri="{FF2B5EF4-FFF2-40B4-BE49-F238E27FC236}">
                    <a16:creationId xmlns:a16="http://schemas.microsoft.com/office/drawing/2014/main" id="{D7B51790-CFAB-3D23-02E5-EE5FE6DC517E}"/>
                  </a:ext>
                </a:extLst>
              </p:cNvPr>
              <p:cNvSpPr txBox="1"/>
              <p:nvPr/>
            </p:nvSpPr>
            <p:spPr>
              <a:xfrm>
                <a:off x="7694814" y="4947804"/>
                <a:ext cx="410209" cy="604520"/>
              </a:xfrm>
              <a:prstGeom prst="rect">
                <a:avLst/>
              </a:prstGeom>
              <a:solidFill>
                <a:srgbClr val="EBDBF3"/>
              </a:solidFill>
              <a:ln w="12700">
                <a:solidFill>
                  <a:srgbClr val="BC44C4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2" name="object 25">
                <a:extLst>
                  <a:ext uri="{FF2B5EF4-FFF2-40B4-BE49-F238E27FC236}">
                    <a16:creationId xmlns:a16="http://schemas.microsoft.com/office/drawing/2014/main" id="{D7B51790-CFAB-3D23-02E5-EE5FE6DC5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814" y="4947804"/>
                <a:ext cx="410209" cy="6045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 w="12700">
                <a:solidFill>
                  <a:srgbClr val="BC44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C8AC890B-03DC-C9F5-18C3-75BA9AA03AD8}"/>
              </a:ext>
            </a:extLst>
          </p:cNvPr>
          <p:cNvCxnSpPr>
            <a:cxnSpLocks/>
          </p:cNvCxnSpPr>
          <p:nvPr/>
        </p:nvCxnSpPr>
        <p:spPr>
          <a:xfrm flipH="1" flipV="1">
            <a:off x="7999408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[E] 171">
            <a:extLst>
              <a:ext uri="{FF2B5EF4-FFF2-40B4-BE49-F238E27FC236}">
                <a16:creationId xmlns:a16="http://schemas.microsoft.com/office/drawing/2014/main" id="{22A3171E-2F4A-36AB-9E22-977D0548E99D}"/>
              </a:ext>
            </a:extLst>
          </p:cNvPr>
          <p:cNvCxnSpPr>
            <a:cxnSpLocks/>
            <a:stCxn id="174" idx="3"/>
          </p:cNvCxnSpPr>
          <p:nvPr/>
        </p:nvCxnSpPr>
        <p:spPr>
          <a:xfrm>
            <a:off x="7492151" y="2619126"/>
            <a:ext cx="305559" cy="232867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69BCC993-E7D4-A31E-D06C-9A3E5DCA4488}"/>
              </a:ext>
            </a:extLst>
          </p:cNvPr>
          <p:cNvSpPr/>
          <p:nvPr/>
        </p:nvSpPr>
        <p:spPr>
          <a:xfrm>
            <a:off x="7192454" y="2469277"/>
            <a:ext cx="299697" cy="29969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000" dirty="0">
                <a:solidFill>
                  <a:sysClr val="windowText" lastClr="000000"/>
                </a:solidFill>
              </a:rPr>
              <a:t>+</a:t>
            </a:r>
            <a:endParaRPr kumimoji="1" lang="ko-KR" altLang="en-US" sz="2000" dirty="0">
              <a:solidFill>
                <a:sysClr val="windowText" lastClr="000000"/>
              </a:solidFill>
            </a:endParaRPr>
          </a:p>
        </p:txBody>
      </p:sp>
      <p:cxnSp>
        <p:nvCxnSpPr>
          <p:cNvPr id="179" name="꺾인 연결선[E] 178">
            <a:extLst>
              <a:ext uri="{FF2B5EF4-FFF2-40B4-BE49-F238E27FC236}">
                <a16:creationId xmlns:a16="http://schemas.microsoft.com/office/drawing/2014/main" id="{0FA97810-4B5A-77D4-78CC-42BCBFC4B961}"/>
              </a:ext>
            </a:extLst>
          </p:cNvPr>
          <p:cNvCxnSpPr>
            <a:cxnSpLocks/>
            <a:stCxn id="39" idx="0"/>
            <a:endCxn id="174" idx="0"/>
          </p:cNvCxnSpPr>
          <p:nvPr/>
        </p:nvCxnSpPr>
        <p:spPr>
          <a:xfrm rot="16200000" flipH="1">
            <a:off x="5234974" y="361949"/>
            <a:ext cx="536177" cy="3678479"/>
          </a:xfrm>
          <a:prstGeom prst="bentConnector3">
            <a:avLst>
              <a:gd name="adj1" fmla="val -4263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[E] 182">
            <a:extLst>
              <a:ext uri="{FF2B5EF4-FFF2-40B4-BE49-F238E27FC236}">
                <a16:creationId xmlns:a16="http://schemas.microsoft.com/office/drawing/2014/main" id="{A024598D-CE87-056A-E734-36F9FDB5D2F5}"/>
              </a:ext>
            </a:extLst>
          </p:cNvPr>
          <p:cNvCxnSpPr>
            <a:cxnSpLocks/>
            <a:stCxn id="38" idx="0"/>
            <a:endCxn id="174" idx="0"/>
          </p:cNvCxnSpPr>
          <p:nvPr/>
        </p:nvCxnSpPr>
        <p:spPr>
          <a:xfrm rot="16200000" flipH="1">
            <a:off x="4765513" y="-107512"/>
            <a:ext cx="545321" cy="4608257"/>
          </a:xfrm>
          <a:prstGeom prst="bentConnector3">
            <a:avLst>
              <a:gd name="adj1" fmla="val -4192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꺾인 연결선[E] 184">
            <a:extLst>
              <a:ext uri="{FF2B5EF4-FFF2-40B4-BE49-F238E27FC236}">
                <a16:creationId xmlns:a16="http://schemas.microsoft.com/office/drawing/2014/main" id="{916B3896-8AE5-714D-F2BB-5F5F5A1232E2}"/>
              </a:ext>
            </a:extLst>
          </p:cNvPr>
          <p:cNvCxnSpPr>
            <a:cxnSpLocks/>
            <a:stCxn id="37" idx="0"/>
            <a:endCxn id="174" idx="0"/>
          </p:cNvCxnSpPr>
          <p:nvPr/>
        </p:nvCxnSpPr>
        <p:spPr>
          <a:xfrm rot="16200000" flipH="1">
            <a:off x="4297872" y="-575154"/>
            <a:ext cx="545321" cy="5543540"/>
          </a:xfrm>
          <a:prstGeom prst="bentConnector3">
            <a:avLst>
              <a:gd name="adj1" fmla="val -4192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꺾인 연결선[E] 185">
            <a:extLst>
              <a:ext uri="{FF2B5EF4-FFF2-40B4-BE49-F238E27FC236}">
                <a16:creationId xmlns:a16="http://schemas.microsoft.com/office/drawing/2014/main" id="{48978098-4723-D143-66C5-B58389DCC99A}"/>
              </a:ext>
            </a:extLst>
          </p:cNvPr>
          <p:cNvCxnSpPr>
            <a:cxnSpLocks/>
            <a:stCxn id="36" idx="0"/>
            <a:endCxn id="174" idx="0"/>
          </p:cNvCxnSpPr>
          <p:nvPr/>
        </p:nvCxnSpPr>
        <p:spPr>
          <a:xfrm rot="16200000" flipH="1">
            <a:off x="3821968" y="-1051057"/>
            <a:ext cx="542273" cy="6498395"/>
          </a:xfrm>
          <a:prstGeom prst="bentConnector3">
            <a:avLst>
              <a:gd name="adj1" fmla="val -4215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41">
                <a:extLst>
                  <a:ext uri="{FF2B5EF4-FFF2-40B4-BE49-F238E27FC236}">
                    <a16:creationId xmlns:a16="http://schemas.microsoft.com/office/drawing/2014/main" id="{010B535E-9142-1835-3A48-439B6F4D5C7A}"/>
                  </a:ext>
                </a:extLst>
              </p:cNvPr>
              <p:cNvSpPr txBox="1"/>
              <p:nvPr/>
            </p:nvSpPr>
            <p:spPr>
              <a:xfrm>
                <a:off x="8710447" y="1671680"/>
                <a:ext cx="3323563" cy="505267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Compute</a:t>
                </a:r>
                <a:r>
                  <a:rPr lang="en" sz="1600" spc="-85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(scalar)</a:t>
                </a:r>
                <a:r>
                  <a:rPr lang="en" sz="1600" spc="-8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alignment</a:t>
                </a:r>
                <a:r>
                  <a:rPr lang="en" sz="1600" b="1" spc="-9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b="1" spc="-10" dirty="0">
                    <a:latin typeface="Arial" panose="020B0604020202020204" pitchFamily="34" charset="0"/>
                    <a:cs typeface="Arial" panose="020B0604020202020204" pitchFamily="34" charset="0"/>
                  </a:rPr>
                  <a:t>scores</a:t>
                </a:r>
              </a:p>
              <a:p>
                <a:pPr marL="12700"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𝑡𝑖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att</m:t>
                          </m:r>
                        </m:sub>
                      </m:sSub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𝐬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1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7" name="object 41">
                <a:extLst>
                  <a:ext uri="{FF2B5EF4-FFF2-40B4-BE49-F238E27FC236}">
                    <a16:creationId xmlns:a16="http://schemas.microsoft.com/office/drawing/2014/main" id="{010B535E-9142-1835-3A48-439B6F4D5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447" y="1671680"/>
                <a:ext cx="3323563" cy="505267"/>
              </a:xfrm>
              <a:prstGeom prst="rect">
                <a:avLst/>
              </a:prstGeom>
              <a:blipFill>
                <a:blip r:embed="rId29"/>
                <a:stretch>
                  <a:fillRect l="-3042" t="-9756" r="-1901" b="-12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41">
                <a:extLst>
                  <a:ext uri="{FF2B5EF4-FFF2-40B4-BE49-F238E27FC236}">
                    <a16:creationId xmlns:a16="http://schemas.microsoft.com/office/drawing/2014/main" id="{1822CDA3-8871-067D-D1FC-8406487FCE8F}"/>
                  </a:ext>
                </a:extLst>
              </p:cNvPr>
              <p:cNvSpPr txBox="1"/>
              <p:nvPr/>
            </p:nvSpPr>
            <p:spPr>
              <a:xfrm>
                <a:off x="8710447" y="2365363"/>
                <a:ext cx="3323563" cy="959109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Normalize alignment scores to get </a:t>
                </a:r>
                <a:r>
                  <a:rPr lang="en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attention weights</a:t>
                </a:r>
              </a:p>
              <a:p>
                <a:pPr marL="12700"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0≤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𝑡𝑖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≤1, 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𝑡𝑖</m:t>
                              </m:r>
                            </m:sub>
                          </m:sSub>
                        </m:e>
                      </m:nary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</m:t>
                      </m:r>
                    </m:oMath>
                  </m:oMathPara>
                </a14:m>
                <a:endParaRPr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8" name="object 41">
                <a:extLst>
                  <a:ext uri="{FF2B5EF4-FFF2-40B4-BE49-F238E27FC236}">
                    <a16:creationId xmlns:a16="http://schemas.microsoft.com/office/drawing/2014/main" id="{1822CDA3-8871-067D-D1FC-8406487FC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447" y="2365363"/>
                <a:ext cx="3323563" cy="959109"/>
              </a:xfrm>
              <a:prstGeom prst="rect">
                <a:avLst/>
              </a:prstGeom>
              <a:blipFill>
                <a:blip r:embed="rId30"/>
                <a:stretch>
                  <a:fillRect l="-3042" t="-46053" b="-1407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41">
                <a:extLst>
                  <a:ext uri="{FF2B5EF4-FFF2-40B4-BE49-F238E27FC236}">
                    <a16:creationId xmlns:a16="http://schemas.microsoft.com/office/drawing/2014/main" id="{1B320581-4635-E74A-E9A0-D85D278C7BFA}"/>
                  </a:ext>
                </a:extLst>
              </p:cNvPr>
              <p:cNvSpPr txBox="1"/>
              <p:nvPr/>
            </p:nvSpPr>
            <p:spPr>
              <a:xfrm>
                <a:off x="8710447" y="3516246"/>
                <a:ext cx="3323563" cy="959109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Compute context vector as </a:t>
                </a:r>
                <a:r>
                  <a:rPr lang="en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 combination of hidden states</a:t>
                </a:r>
              </a:p>
              <a:p>
                <a:pPr marL="12700"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𝐜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1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0" name="object 41">
                <a:extLst>
                  <a:ext uri="{FF2B5EF4-FFF2-40B4-BE49-F238E27FC236}">
                    <a16:creationId xmlns:a16="http://schemas.microsoft.com/office/drawing/2014/main" id="{1B320581-4635-E74A-E9A0-D85D278C7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447" y="3516246"/>
                <a:ext cx="3323563" cy="959109"/>
              </a:xfrm>
              <a:prstGeom prst="rect">
                <a:avLst/>
              </a:prstGeom>
              <a:blipFill>
                <a:blip r:embed="rId31"/>
                <a:stretch>
                  <a:fillRect l="-3042" t="-45455" b="-1376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41">
                <a:extLst>
                  <a:ext uri="{FF2B5EF4-FFF2-40B4-BE49-F238E27FC236}">
                    <a16:creationId xmlns:a16="http://schemas.microsoft.com/office/drawing/2014/main" id="{3EE5CE56-6092-3EAE-C68B-E79B2E9DBD18}"/>
                  </a:ext>
                </a:extLst>
              </p:cNvPr>
              <p:cNvSpPr txBox="1"/>
              <p:nvPr/>
            </p:nvSpPr>
            <p:spPr>
              <a:xfrm>
                <a:off x="8710447" y="4667129"/>
                <a:ext cx="3323563" cy="505267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spcBef>
                    <a:spcPts val="100"/>
                  </a:spcBef>
                </a:pPr>
                <a:r>
                  <a:rPr lang="e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Use context vector in decoder </a:t>
                </a:r>
                <a:endParaRPr lang="en-US" altLang="ko-KR" sz="16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12700"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1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1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1"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2" name="object 41">
                <a:extLst>
                  <a:ext uri="{FF2B5EF4-FFF2-40B4-BE49-F238E27FC236}">
                    <a16:creationId xmlns:a16="http://schemas.microsoft.com/office/drawing/2014/main" id="{3EE5CE56-6092-3EAE-C68B-E79B2E9DB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447" y="4667129"/>
                <a:ext cx="3323563" cy="505267"/>
              </a:xfrm>
              <a:prstGeom prst="rect">
                <a:avLst/>
              </a:prstGeom>
              <a:blipFill>
                <a:blip r:embed="rId32"/>
                <a:stretch>
                  <a:fillRect l="-3042" t="-12195" b="-195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bject 93">
                <a:extLst>
                  <a:ext uri="{FF2B5EF4-FFF2-40B4-BE49-F238E27FC236}">
                    <a16:creationId xmlns:a16="http://schemas.microsoft.com/office/drawing/2014/main" id="{4D44D2CC-4865-6097-D442-97786920AFB9}"/>
                  </a:ext>
                </a:extLst>
              </p:cNvPr>
              <p:cNvSpPr txBox="1"/>
              <p:nvPr/>
            </p:nvSpPr>
            <p:spPr>
              <a:xfrm>
                <a:off x="4073469" y="4682410"/>
                <a:ext cx="3457497" cy="125675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 marR="3048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" sz="1600" b="1" spc="-20" dirty="0">
                    <a:latin typeface="Arial" panose="020B0604020202020204" pitchFamily="34" charset="0"/>
                    <a:cs typeface="Arial" panose="020B0604020202020204" pitchFamily="34" charset="0"/>
                  </a:rPr>
                  <a:t>Intuition</a:t>
                </a:r>
                <a:r>
                  <a:rPr lang="en" sz="1600" spc="-2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" sz="1600" spc="-7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Context</a:t>
                </a:r>
                <a:r>
                  <a:rPr lang="en" sz="1600" spc="-65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spc="-10" dirty="0">
                    <a:latin typeface="Arial" panose="020B0604020202020204" pitchFamily="34" charset="0"/>
                    <a:cs typeface="Arial" panose="020B0604020202020204" pitchFamily="34" charset="0"/>
                  </a:rPr>
                  <a:t>vector </a:t>
                </a:r>
                <a:r>
                  <a:rPr lang="en" sz="1600" u="sng" spc="-10" dirty="0">
                    <a:uFill>
                      <a:solidFill>
                        <a:srgbClr val="000000"/>
                      </a:solidFill>
                    </a:uFill>
                    <a:latin typeface="Arial" panose="020B0604020202020204" pitchFamily="34" charset="0"/>
                    <a:cs typeface="Arial" panose="020B0604020202020204" pitchFamily="34" charset="0"/>
                  </a:rPr>
                  <a:t>attends</a:t>
                </a:r>
                <a:r>
                  <a:rPr lang="en" sz="1600" u="none" spc="-4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u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to</a:t>
                </a:r>
                <a:r>
                  <a:rPr lang="en" sz="1600" u="none" spc="-5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u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en" sz="1600" u="none" spc="-4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u="none" spc="-10" dirty="0">
                    <a:latin typeface="Arial" panose="020B0604020202020204" pitchFamily="34" charset="0"/>
                    <a:cs typeface="Arial" panose="020B0604020202020204" pitchFamily="34" charset="0"/>
                  </a:rPr>
                  <a:t>relevant </a:t>
                </a:r>
                <a:r>
                  <a:rPr lang="en" sz="1600" u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part</a:t>
                </a:r>
                <a:r>
                  <a:rPr lang="en" sz="1600" u="none" spc="-3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u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en" sz="1600" u="none" spc="-3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u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en" sz="1600" u="none" spc="-3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u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input</a:t>
                </a:r>
                <a:r>
                  <a:rPr lang="en" sz="1600" u="none" spc="-3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u="none" spc="-10" dirty="0">
                    <a:latin typeface="Arial" panose="020B0604020202020204" pitchFamily="34" charset="0"/>
                    <a:cs typeface="Arial" panose="020B0604020202020204" pitchFamily="34" charset="0"/>
                  </a:rPr>
                  <a:t>sequence (alignment).</a:t>
                </a:r>
              </a:p>
              <a:p>
                <a:pPr marL="38100" marR="3048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" sz="1600" spc="-1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Eg.</a:t>
                </a:r>
                <a:r>
                  <a:rPr lang="en" sz="1600" spc="-1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" sz="1600" i="1" u="none" spc="-20" dirty="0">
                    <a:latin typeface="Arial" panose="020B0604020202020204" pitchFamily="34" charset="0"/>
                    <a:cs typeface="Arial" panose="020B0604020202020204" pitchFamily="34" charset="0"/>
                  </a:rPr>
                  <a:t>“estamos”</a:t>
                </a:r>
                <a:r>
                  <a:rPr lang="en" sz="1600" i="1" u="none" spc="-15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b="1" i="1" u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" sz="1600" b="1" i="1" u="none" spc="-1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i="1" u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“we</a:t>
                </a:r>
                <a:r>
                  <a:rPr lang="en" sz="1600" i="1" u="none" spc="-20" dirty="0">
                    <a:latin typeface="Arial" panose="020B0604020202020204" pitchFamily="34" charset="0"/>
                    <a:cs typeface="Arial" panose="020B0604020202020204" pitchFamily="34" charset="0"/>
                  </a:rPr>
                  <a:t> are” </a:t>
                </a:r>
                <a:r>
                  <a:rPr lang="e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so</a:t>
                </a:r>
                <a:r>
                  <a:rPr lang="en" sz="1600" spc="-6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maybe</a:t>
                </a:r>
                <a:r>
                  <a:rPr lang="en" sz="1600" spc="-45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38100" marR="30480"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ar-AE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ar-AE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12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=0.45</m:t>
                      </m:r>
                      <m:r>
                        <m:rPr>
                          <m:nor/>
                        </m:rPr>
                        <a:rPr lang="en-US" altLang="ko-KR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13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14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=0.05.</m:t>
                      </m:r>
                    </m:oMath>
                  </m:oMathPara>
                </a14:m>
                <a:endParaRPr lang="ar-AE" sz="1600" spc="-45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5" name="object 93">
                <a:extLst>
                  <a:ext uri="{FF2B5EF4-FFF2-40B4-BE49-F238E27FC236}">
                    <a16:creationId xmlns:a16="http://schemas.microsoft.com/office/drawing/2014/main" id="{4D44D2CC-4865-6097-D442-97786920A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469" y="4682410"/>
                <a:ext cx="3457497" cy="1256754"/>
              </a:xfrm>
              <a:prstGeom prst="rect">
                <a:avLst/>
              </a:prstGeom>
              <a:blipFill>
                <a:blip r:embed="rId33"/>
                <a:stretch>
                  <a:fillRect l="-2564" t="-4000" r="-1465" b="-9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6AC3EF13-2E1C-B861-8D5E-9BDDF2C58980}"/>
              </a:ext>
            </a:extLst>
          </p:cNvPr>
          <p:cNvCxnSpPr>
            <a:cxnSpLocks/>
          </p:cNvCxnSpPr>
          <p:nvPr/>
        </p:nvCxnSpPr>
        <p:spPr>
          <a:xfrm>
            <a:off x="6046556" y="4106628"/>
            <a:ext cx="1856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bject 105">
            <a:extLst>
              <a:ext uri="{FF2B5EF4-FFF2-40B4-BE49-F238E27FC236}">
                <a16:creationId xmlns:a16="http://schemas.microsoft.com/office/drawing/2014/main" id="{06A2771F-7FDE-6632-133E-F0594099B61C}"/>
              </a:ext>
            </a:extLst>
          </p:cNvPr>
          <p:cNvSpPr txBox="1"/>
          <p:nvPr/>
        </p:nvSpPr>
        <p:spPr>
          <a:xfrm>
            <a:off x="8811022" y="5412834"/>
            <a:ext cx="313505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sz="1600" spc="-2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1600" spc="-2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sz="1600" spc="-2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i="1" spc="-1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differentiable</a:t>
            </a:r>
            <a:r>
              <a:rPr sz="1600" spc="-1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r>
              <a:rPr sz="1600" spc="-2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600" spc="-2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sz="1600" spc="-2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 </a:t>
            </a:r>
            <a:r>
              <a:rPr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</a:t>
            </a:r>
            <a:r>
              <a:rPr sz="1600" spc="-8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</a:t>
            </a:r>
            <a:r>
              <a:rPr sz="1600" spc="-8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weights</a:t>
            </a:r>
            <a:r>
              <a:rPr sz="1600" spc="-7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backprop</a:t>
            </a:r>
            <a:r>
              <a:rPr sz="1600" spc="-9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</a:t>
            </a:r>
            <a:r>
              <a:rPr sz="1600" spc="-9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everything</a:t>
            </a:r>
            <a:r>
              <a:rPr lang="en-US" sz="1600" spc="-1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872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220A-0278-1124-5512-FC22EB7E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ko-KR" dirty="0"/>
              <a:t>Sequence-to-Sequence with RNNs and Attention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F7F2A0-6B63-C6B6-64F6-4DE0300F4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Recall machine translation with seq2seq modeling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77165-0F96-D1F8-FAFE-7231369357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63</a:t>
            </a:fld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/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1">
            <a:extLst>
              <a:ext uri="{FF2B5EF4-FFF2-40B4-BE49-F238E27FC236}">
                <a16:creationId xmlns:a16="http://schemas.microsoft.com/office/drawing/2014/main" id="{34891093-F2DF-A630-D817-24625B567060}"/>
              </a:ext>
            </a:extLst>
          </p:cNvPr>
          <p:cNvSpPr txBox="1"/>
          <p:nvPr/>
        </p:nvSpPr>
        <p:spPr>
          <a:xfrm>
            <a:off x="703934" y="5707555"/>
            <a:ext cx="299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we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E9FC08D-FDB3-9931-86F4-4080A735E30D}"/>
              </a:ext>
            </a:extLst>
          </p:cNvPr>
          <p:cNvSpPr txBox="1"/>
          <p:nvPr/>
        </p:nvSpPr>
        <p:spPr>
          <a:xfrm>
            <a:off x="1627977" y="5707555"/>
            <a:ext cx="32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A922632A-3A02-8005-DFDD-D5CF328447B5}"/>
              </a:ext>
            </a:extLst>
          </p:cNvPr>
          <p:cNvSpPr txBox="1"/>
          <p:nvPr/>
        </p:nvSpPr>
        <p:spPr>
          <a:xfrm>
            <a:off x="2424699" y="5707555"/>
            <a:ext cx="604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eating</a:t>
            </a:r>
            <a:endParaRPr sz="1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/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/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/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/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/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/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bject 29">
            <a:extLst>
              <a:ext uri="{FF2B5EF4-FFF2-40B4-BE49-F238E27FC236}">
                <a16:creationId xmlns:a16="http://schemas.microsoft.com/office/drawing/2014/main" id="{384DF9A3-DED2-CD79-0AB4-4DDD79EEF4BA}"/>
              </a:ext>
            </a:extLst>
          </p:cNvPr>
          <p:cNvSpPr txBox="1"/>
          <p:nvPr/>
        </p:nvSpPr>
        <p:spPr>
          <a:xfrm>
            <a:off x="3379567" y="5707555"/>
            <a:ext cx="566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bread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/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blipFill>
                <a:blip r:embed="rId9"/>
                <a:stretch>
                  <a:fillRect r="-3226"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/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C2AFB77-5884-F5F3-3079-69A740D1D2EF}"/>
              </a:ext>
            </a:extLst>
          </p:cNvPr>
          <p:cNvCxnSpPr>
            <a:stCxn id="32" idx="0"/>
            <a:endCxn id="33" idx="2"/>
          </p:cNvCxnSpPr>
          <p:nvPr/>
        </p:nvCxnSpPr>
        <p:spPr>
          <a:xfrm flipV="1">
            <a:off x="3663259" y="4408888"/>
            <a:ext cx="0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7CA5A02-1BDC-6F20-0E2E-528240DDF5D8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2726863" y="4408888"/>
            <a:ext cx="227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F6BDE7A9-1895-45EE-2DFF-4B028E31371D}"/>
              </a:ext>
            </a:extLst>
          </p:cNvPr>
          <p:cNvCxnSpPr>
            <a:cxnSpLocks/>
            <a:stCxn id="16" idx="0"/>
            <a:endCxn id="19" idx="2"/>
          </p:cNvCxnSpPr>
          <p:nvPr/>
        </p:nvCxnSpPr>
        <p:spPr>
          <a:xfrm flipV="1">
            <a:off x="1790694" y="4408888"/>
            <a:ext cx="226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C6C9792-105A-3880-7A9F-6E1C540D46EA}"/>
              </a:ext>
            </a:extLst>
          </p:cNvPr>
          <p:cNvCxnSpPr>
            <a:cxnSpLocks/>
            <a:stCxn id="12" idx="0"/>
            <a:endCxn id="18" idx="2"/>
          </p:cNvCxnSpPr>
          <p:nvPr/>
        </p:nvCxnSpPr>
        <p:spPr>
          <a:xfrm flipH="1" flipV="1">
            <a:off x="851077" y="4408888"/>
            <a:ext cx="3448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C694EA8F-B171-77FE-FE4C-4C49A49074FF}"/>
              </a:ext>
            </a:extLst>
          </p:cNvPr>
          <p:cNvCxnSpPr>
            <a:cxnSpLocks/>
          </p:cNvCxnSpPr>
          <p:nvPr/>
        </p:nvCxnSpPr>
        <p:spPr>
          <a:xfrm>
            <a:off x="2010630" y="4106628"/>
            <a:ext cx="4967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250998C-718F-56E5-DEAA-61255ACC50C6}"/>
              </a:ext>
            </a:extLst>
          </p:cNvPr>
          <p:cNvCxnSpPr>
            <a:cxnSpLocks/>
          </p:cNvCxnSpPr>
          <p:nvPr/>
        </p:nvCxnSpPr>
        <p:spPr>
          <a:xfrm>
            <a:off x="1070787" y="4106628"/>
            <a:ext cx="500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8D23C66-F48D-6F02-A75C-9FE311F5C6EF}"/>
              </a:ext>
            </a:extLst>
          </p:cNvPr>
          <p:cNvCxnSpPr>
            <a:cxnSpLocks/>
          </p:cNvCxnSpPr>
          <p:nvPr/>
        </p:nvCxnSpPr>
        <p:spPr>
          <a:xfrm>
            <a:off x="2946800" y="4106628"/>
            <a:ext cx="49674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2C82DE96-5214-F525-DB04-DD808DD52C69}"/>
              </a:ext>
            </a:extLst>
          </p:cNvPr>
          <p:cNvCxnSpPr>
            <a:cxnSpLocks/>
          </p:cNvCxnSpPr>
          <p:nvPr/>
        </p:nvCxnSpPr>
        <p:spPr>
          <a:xfrm>
            <a:off x="3882969" y="4106628"/>
            <a:ext cx="17241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2A4765A8-FD36-7CD6-90B5-37F5EEA284EA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Bahdanau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et. al., Neural machine translation by jointly learning to align and translate, ICLR 2015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79BB0C-5214-B412-527C-1EA0F04277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32">
                <a:extLst>
                  <a:ext uri="{FF2B5EF4-FFF2-40B4-BE49-F238E27FC236}">
                    <a16:creationId xmlns:a16="http://schemas.microsoft.com/office/drawing/2014/main" id="{BE5D986B-CC9F-E609-BE68-07FAECB44018}"/>
                  </a:ext>
                </a:extLst>
              </p:cNvPr>
              <p:cNvSpPr txBox="1"/>
              <p:nvPr/>
            </p:nvSpPr>
            <p:spPr>
              <a:xfrm>
                <a:off x="597845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6" name="object 32">
                <a:extLst>
                  <a:ext uri="{FF2B5EF4-FFF2-40B4-BE49-F238E27FC236}">
                    <a16:creationId xmlns:a16="http://schemas.microsoft.com/office/drawing/2014/main" id="{BE5D986B-CC9F-E609-BE68-07FAECB44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845" y="3183224"/>
                <a:ext cx="506095" cy="38290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33">
                <a:extLst>
                  <a:ext uri="{FF2B5EF4-FFF2-40B4-BE49-F238E27FC236}">
                    <a16:creationId xmlns:a16="http://schemas.microsoft.com/office/drawing/2014/main" id="{2300C49C-754B-FCFE-0321-72EDB371A4F1}"/>
                  </a:ext>
                </a:extLst>
              </p:cNvPr>
              <p:cNvSpPr txBox="1"/>
              <p:nvPr/>
            </p:nvSpPr>
            <p:spPr>
              <a:xfrm>
                <a:off x="1537689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" sz="20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object 33">
                <a:extLst>
                  <a:ext uri="{FF2B5EF4-FFF2-40B4-BE49-F238E27FC236}">
                    <a16:creationId xmlns:a16="http://schemas.microsoft.com/office/drawing/2014/main" id="{2300C49C-754B-FCFE-0321-72EDB371A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689" y="3183224"/>
                <a:ext cx="506095" cy="3829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4">
                <a:extLst>
                  <a:ext uri="{FF2B5EF4-FFF2-40B4-BE49-F238E27FC236}">
                    <a16:creationId xmlns:a16="http://schemas.microsoft.com/office/drawing/2014/main" id="{D546BF00-A1D4-3B94-993B-7ED3BD69066F}"/>
                  </a:ext>
                </a:extLst>
              </p:cNvPr>
              <p:cNvSpPr txBox="1"/>
              <p:nvPr/>
            </p:nvSpPr>
            <p:spPr>
              <a:xfrm>
                <a:off x="2475057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8" name="object 34">
                <a:extLst>
                  <a:ext uri="{FF2B5EF4-FFF2-40B4-BE49-F238E27FC236}">
                    <a16:creationId xmlns:a16="http://schemas.microsoft.com/office/drawing/2014/main" id="{D546BF00-A1D4-3B94-993B-7ED3BD690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057" y="3183224"/>
                <a:ext cx="506095" cy="38290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5">
                <a:extLst>
                  <a:ext uri="{FF2B5EF4-FFF2-40B4-BE49-F238E27FC236}">
                    <a16:creationId xmlns:a16="http://schemas.microsoft.com/office/drawing/2014/main" id="{EA19D142-AADC-6389-165D-FDAAFF23D5CE}"/>
                  </a:ext>
                </a:extLst>
              </p:cNvPr>
              <p:cNvSpPr txBox="1"/>
              <p:nvPr/>
            </p:nvSpPr>
            <p:spPr>
              <a:xfrm>
                <a:off x="3410027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9" name="object 35">
                <a:extLst>
                  <a:ext uri="{FF2B5EF4-FFF2-40B4-BE49-F238E27FC236}">
                    <a16:creationId xmlns:a16="http://schemas.microsoft.com/office/drawing/2014/main" id="{EA19D142-AADC-6389-165D-FDAAFF23D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027" y="3183224"/>
                <a:ext cx="506095" cy="38290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40">
            <a:extLst>
              <a:ext uri="{FF2B5EF4-FFF2-40B4-BE49-F238E27FC236}">
                <a16:creationId xmlns:a16="http://schemas.microsoft.com/office/drawing/2014/main" id="{610F6D4A-C5FC-25E5-4525-342277EECF0D}"/>
              </a:ext>
            </a:extLst>
          </p:cNvPr>
          <p:cNvSpPr txBox="1"/>
          <p:nvPr/>
        </p:nvSpPr>
        <p:spPr>
          <a:xfrm>
            <a:off x="599683" y="2745587"/>
            <a:ext cx="3318510" cy="3111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325"/>
              </a:lnSpc>
            </a:pPr>
            <a:r>
              <a:rPr sz="2000" spc="-10" dirty="0">
                <a:latin typeface="Calibri"/>
                <a:cs typeface="Calibri"/>
              </a:rPr>
              <a:t>softmax</a:t>
            </a:r>
            <a:endParaRPr sz="20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1">
                <a:extLst>
                  <a:ext uri="{FF2B5EF4-FFF2-40B4-BE49-F238E27FC236}">
                    <a16:creationId xmlns:a16="http://schemas.microsoft.com/office/drawing/2014/main" id="{7DB93918-0B54-B723-1EA9-176A2AB1A199}"/>
                  </a:ext>
                </a:extLst>
              </p:cNvPr>
              <p:cNvSpPr txBox="1"/>
              <p:nvPr/>
            </p:nvSpPr>
            <p:spPr>
              <a:xfrm>
                <a:off x="597845" y="2236221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11" name="object 41">
                <a:extLst>
                  <a:ext uri="{FF2B5EF4-FFF2-40B4-BE49-F238E27FC236}">
                    <a16:creationId xmlns:a16="http://schemas.microsoft.com/office/drawing/2014/main" id="{7DB93918-0B54-B723-1EA9-176A2AB1A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845" y="2236221"/>
                <a:ext cx="506095" cy="38290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42">
                <a:extLst>
                  <a:ext uri="{FF2B5EF4-FFF2-40B4-BE49-F238E27FC236}">
                    <a16:creationId xmlns:a16="http://schemas.microsoft.com/office/drawing/2014/main" id="{4CB862C9-4DBD-5226-43A4-AC509B912A99}"/>
                  </a:ext>
                </a:extLst>
              </p:cNvPr>
              <p:cNvSpPr txBox="1"/>
              <p:nvPr/>
            </p:nvSpPr>
            <p:spPr>
              <a:xfrm>
                <a:off x="1537688" y="2232971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22" name="object 42">
                <a:extLst>
                  <a:ext uri="{FF2B5EF4-FFF2-40B4-BE49-F238E27FC236}">
                    <a16:creationId xmlns:a16="http://schemas.microsoft.com/office/drawing/2014/main" id="{4CB862C9-4DBD-5226-43A4-AC509B912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688" y="2232971"/>
                <a:ext cx="506095" cy="38290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43">
                <a:extLst>
                  <a:ext uri="{FF2B5EF4-FFF2-40B4-BE49-F238E27FC236}">
                    <a16:creationId xmlns:a16="http://schemas.microsoft.com/office/drawing/2014/main" id="{3D7B31A2-4ED0-B798-9080-B1DD72099728}"/>
                  </a:ext>
                </a:extLst>
              </p:cNvPr>
              <p:cNvSpPr txBox="1"/>
              <p:nvPr/>
            </p:nvSpPr>
            <p:spPr>
              <a:xfrm>
                <a:off x="2473858" y="2229263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23" name="object 43">
                <a:extLst>
                  <a:ext uri="{FF2B5EF4-FFF2-40B4-BE49-F238E27FC236}">
                    <a16:creationId xmlns:a16="http://schemas.microsoft.com/office/drawing/2014/main" id="{3D7B31A2-4ED0-B798-9080-B1DD72099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858" y="2229263"/>
                <a:ext cx="506095" cy="38290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44">
                <a:extLst>
                  <a:ext uri="{FF2B5EF4-FFF2-40B4-BE49-F238E27FC236}">
                    <a16:creationId xmlns:a16="http://schemas.microsoft.com/office/drawing/2014/main" id="{DBEBD738-09A4-0B00-456F-10C52FAF83B8}"/>
                  </a:ext>
                </a:extLst>
              </p:cNvPr>
              <p:cNvSpPr txBox="1"/>
              <p:nvPr/>
            </p:nvSpPr>
            <p:spPr>
              <a:xfrm>
                <a:off x="3410027" y="222468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24" name="object 44">
                <a:extLst>
                  <a:ext uri="{FF2B5EF4-FFF2-40B4-BE49-F238E27FC236}">
                    <a16:creationId xmlns:a16="http://schemas.microsoft.com/office/drawing/2014/main" id="{DBEBD738-09A4-0B00-456F-10C52FAF8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027" y="2224684"/>
                <a:ext cx="506095" cy="38290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그룹 43">
            <a:extLst>
              <a:ext uri="{FF2B5EF4-FFF2-40B4-BE49-F238E27FC236}">
                <a16:creationId xmlns:a16="http://schemas.microsoft.com/office/drawing/2014/main" id="{C9261D9E-A43F-9552-E67F-0258CBDB458B}"/>
              </a:ext>
            </a:extLst>
          </p:cNvPr>
          <p:cNvGrpSpPr/>
          <p:nvPr/>
        </p:nvGrpSpPr>
        <p:grpSpPr>
          <a:xfrm>
            <a:off x="811634" y="3053140"/>
            <a:ext cx="2909205" cy="133488"/>
            <a:chOff x="811634" y="2966148"/>
            <a:chExt cx="2909205" cy="220480"/>
          </a:xfrm>
        </p:grpSpPr>
        <p:pic>
          <p:nvPicPr>
            <p:cNvPr id="25" name="object 45">
              <a:extLst>
                <a:ext uri="{FF2B5EF4-FFF2-40B4-BE49-F238E27FC236}">
                  <a16:creationId xmlns:a16="http://schemas.microsoft.com/office/drawing/2014/main" id="{8D423313-89EF-5A30-A08D-108B128C518D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11634" y="2977033"/>
              <a:ext cx="76197" cy="207963"/>
            </a:xfrm>
            <a:prstGeom prst="rect">
              <a:avLst/>
            </a:prstGeom>
          </p:spPr>
        </p:pic>
        <p:pic>
          <p:nvPicPr>
            <p:cNvPr id="26" name="object 46">
              <a:extLst>
                <a:ext uri="{FF2B5EF4-FFF2-40B4-BE49-F238E27FC236}">
                  <a16:creationId xmlns:a16="http://schemas.microsoft.com/office/drawing/2014/main" id="{5EB314AE-D75F-B572-270E-2C4FE0F29A6F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47805" y="2966148"/>
              <a:ext cx="76197" cy="207963"/>
            </a:xfrm>
            <a:prstGeom prst="rect">
              <a:avLst/>
            </a:prstGeom>
          </p:spPr>
        </p:pic>
        <p:pic>
          <p:nvPicPr>
            <p:cNvPr id="27" name="object 47">
              <a:extLst>
                <a:ext uri="{FF2B5EF4-FFF2-40B4-BE49-F238E27FC236}">
                  <a16:creationId xmlns:a16="http://schemas.microsoft.com/office/drawing/2014/main" id="{A29B546A-B3E6-3C3B-1C6E-129BEEFB9B63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644642" y="2977033"/>
              <a:ext cx="76197" cy="207963"/>
            </a:xfrm>
            <a:prstGeom prst="rect">
              <a:avLst/>
            </a:prstGeom>
          </p:spPr>
        </p:pic>
        <p:pic>
          <p:nvPicPr>
            <p:cNvPr id="28" name="object 48">
              <a:extLst>
                <a:ext uri="{FF2B5EF4-FFF2-40B4-BE49-F238E27FC236}">
                  <a16:creationId xmlns:a16="http://schemas.microsoft.com/office/drawing/2014/main" id="{236DFE35-4DD8-A09F-93EA-FA3EB1A4E4CF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691566" y="2978665"/>
              <a:ext cx="76197" cy="207963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09213DD-5CAC-B997-185A-F23CFF357751}"/>
              </a:ext>
            </a:extLst>
          </p:cNvPr>
          <p:cNvGrpSpPr/>
          <p:nvPr/>
        </p:nvGrpSpPr>
        <p:grpSpPr>
          <a:xfrm>
            <a:off x="801119" y="2602618"/>
            <a:ext cx="2919720" cy="153719"/>
            <a:chOff x="801119" y="2449715"/>
            <a:chExt cx="2919720" cy="228979"/>
          </a:xfrm>
        </p:grpSpPr>
        <p:pic>
          <p:nvPicPr>
            <p:cNvPr id="29" name="object 49">
              <a:extLst>
                <a:ext uri="{FF2B5EF4-FFF2-40B4-BE49-F238E27FC236}">
                  <a16:creationId xmlns:a16="http://schemas.microsoft.com/office/drawing/2014/main" id="{57EA151E-9C60-2560-1E00-9D72F96E0812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644642" y="2449715"/>
              <a:ext cx="76197" cy="207963"/>
            </a:xfrm>
            <a:prstGeom prst="rect">
              <a:avLst/>
            </a:prstGeom>
          </p:spPr>
        </p:pic>
        <p:pic>
          <p:nvPicPr>
            <p:cNvPr id="30" name="object 50">
              <a:extLst>
                <a:ext uri="{FF2B5EF4-FFF2-40B4-BE49-F238E27FC236}">
                  <a16:creationId xmlns:a16="http://schemas.microsoft.com/office/drawing/2014/main" id="{99C4A41B-169C-75C5-5FEA-AC715E425790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694918" y="2470731"/>
              <a:ext cx="76197" cy="207963"/>
            </a:xfrm>
            <a:prstGeom prst="rect">
              <a:avLst/>
            </a:prstGeom>
          </p:spPr>
        </p:pic>
        <p:pic>
          <p:nvPicPr>
            <p:cNvPr id="34" name="object 51">
              <a:extLst>
                <a:ext uri="{FF2B5EF4-FFF2-40B4-BE49-F238E27FC236}">
                  <a16:creationId xmlns:a16="http://schemas.microsoft.com/office/drawing/2014/main" id="{0652DEF0-6769-3979-8E92-B6825B7D42E9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01119" y="2463338"/>
              <a:ext cx="76197" cy="207963"/>
            </a:xfrm>
            <a:prstGeom prst="rect">
              <a:avLst/>
            </a:prstGeom>
          </p:spPr>
        </p:pic>
        <p:pic>
          <p:nvPicPr>
            <p:cNvPr id="35" name="object 52">
              <a:extLst>
                <a:ext uri="{FF2B5EF4-FFF2-40B4-BE49-F238E27FC236}">
                  <a16:creationId xmlns:a16="http://schemas.microsoft.com/office/drawing/2014/main" id="{9D10C85C-E1CA-E15B-AF82-A9B59CE8CB72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60518" y="2467547"/>
              <a:ext cx="76197" cy="207963"/>
            </a:xfrm>
            <a:prstGeom prst="rect">
              <a:avLst/>
            </a:prstGeom>
          </p:spPr>
        </p:pic>
      </p:grpSp>
      <p:pic>
        <p:nvPicPr>
          <p:cNvPr id="36" name="object 77">
            <a:extLst>
              <a:ext uri="{FF2B5EF4-FFF2-40B4-BE49-F238E27FC236}">
                <a16:creationId xmlns:a16="http://schemas.microsoft.com/office/drawing/2014/main" id="{1A247FF8-428C-78D2-D300-EF186EA44739}"/>
              </a:ext>
            </a:extLst>
          </p:cNvPr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60564" y="1927004"/>
            <a:ext cx="166687" cy="166687"/>
          </a:xfrm>
          <a:prstGeom prst="rect">
            <a:avLst/>
          </a:prstGeom>
        </p:spPr>
      </p:pic>
      <p:pic>
        <p:nvPicPr>
          <p:cNvPr id="37" name="object 81">
            <a:extLst>
              <a:ext uri="{FF2B5EF4-FFF2-40B4-BE49-F238E27FC236}">
                <a16:creationId xmlns:a16="http://schemas.microsoft.com/office/drawing/2014/main" id="{F6625C02-20D7-6596-44C6-BBB3422425AE}"/>
              </a:ext>
            </a:extLst>
          </p:cNvPr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715419" y="1923956"/>
            <a:ext cx="166687" cy="166687"/>
          </a:xfrm>
          <a:prstGeom prst="rect">
            <a:avLst/>
          </a:prstGeom>
        </p:spPr>
      </p:pic>
      <p:pic>
        <p:nvPicPr>
          <p:cNvPr id="38" name="object 82">
            <a:extLst>
              <a:ext uri="{FF2B5EF4-FFF2-40B4-BE49-F238E27FC236}">
                <a16:creationId xmlns:a16="http://schemas.microsoft.com/office/drawing/2014/main" id="{A0790641-2EC3-1BD9-0C4C-B371D7B067FC}"/>
              </a:ext>
            </a:extLst>
          </p:cNvPr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650702" y="1923956"/>
            <a:ext cx="166687" cy="166687"/>
          </a:xfrm>
          <a:prstGeom prst="rect">
            <a:avLst/>
          </a:prstGeom>
        </p:spPr>
      </p:pic>
      <p:pic>
        <p:nvPicPr>
          <p:cNvPr id="39" name="object 83">
            <a:extLst>
              <a:ext uri="{FF2B5EF4-FFF2-40B4-BE49-F238E27FC236}">
                <a16:creationId xmlns:a16="http://schemas.microsoft.com/office/drawing/2014/main" id="{AC691229-CF1D-57C6-3757-22AC36F3989C}"/>
              </a:ext>
            </a:extLst>
          </p:cNvPr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580480" y="1933100"/>
            <a:ext cx="166687" cy="166687"/>
          </a:xfrm>
          <a:prstGeom prst="rect">
            <a:avLst/>
          </a:prstGeom>
        </p:spPr>
      </p:pic>
      <p:pic>
        <p:nvPicPr>
          <p:cNvPr id="40" name="object 84">
            <a:extLst>
              <a:ext uri="{FF2B5EF4-FFF2-40B4-BE49-F238E27FC236}">
                <a16:creationId xmlns:a16="http://schemas.microsoft.com/office/drawing/2014/main" id="{752BB49F-7DD1-C804-9157-634FA72188DE}"/>
              </a:ext>
            </a:extLst>
          </p:cNvPr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626186" y="2105893"/>
            <a:ext cx="76189" cy="108517"/>
          </a:xfrm>
          <a:prstGeom prst="rect">
            <a:avLst/>
          </a:prstGeom>
        </p:spPr>
      </p:pic>
      <p:pic>
        <p:nvPicPr>
          <p:cNvPr id="41" name="object 85">
            <a:extLst>
              <a:ext uri="{FF2B5EF4-FFF2-40B4-BE49-F238E27FC236}">
                <a16:creationId xmlns:a16="http://schemas.microsoft.com/office/drawing/2014/main" id="{C4010B55-3192-C7A6-FC81-4D1053013A0A}"/>
              </a:ext>
            </a:extLst>
          </p:cNvPr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690771" y="2113516"/>
            <a:ext cx="76189" cy="108517"/>
          </a:xfrm>
          <a:prstGeom prst="rect">
            <a:avLst/>
          </a:prstGeom>
        </p:spPr>
      </p:pic>
      <p:pic>
        <p:nvPicPr>
          <p:cNvPr id="42" name="object 86">
            <a:extLst>
              <a:ext uri="{FF2B5EF4-FFF2-40B4-BE49-F238E27FC236}">
                <a16:creationId xmlns:a16="http://schemas.microsoft.com/office/drawing/2014/main" id="{056F1F62-5371-0ABA-E46B-FA99E9A890E7}"/>
              </a:ext>
            </a:extLst>
          </p:cNvPr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59031" y="2113516"/>
            <a:ext cx="76189" cy="108517"/>
          </a:xfrm>
          <a:prstGeom prst="rect">
            <a:avLst/>
          </a:prstGeom>
        </p:spPr>
      </p:pic>
      <p:pic>
        <p:nvPicPr>
          <p:cNvPr id="43" name="object 87">
            <a:extLst>
              <a:ext uri="{FF2B5EF4-FFF2-40B4-BE49-F238E27FC236}">
                <a16:creationId xmlns:a16="http://schemas.microsoft.com/office/drawing/2014/main" id="{15BECAC3-8C05-CD3F-2ED0-0B8BBD2571F2}"/>
              </a:ext>
            </a:extLst>
          </p:cNvPr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17188" y="2113516"/>
            <a:ext cx="76189" cy="108517"/>
          </a:xfrm>
          <a:prstGeom prst="rect">
            <a:avLst/>
          </a:prstGeom>
        </p:spPr>
      </p:pic>
      <p:cxnSp>
        <p:nvCxnSpPr>
          <p:cNvPr id="46" name="꺾인 연결선[E] 45">
            <a:extLst>
              <a:ext uri="{FF2B5EF4-FFF2-40B4-BE49-F238E27FC236}">
                <a16:creationId xmlns:a16="http://schemas.microsoft.com/office/drawing/2014/main" id="{5BFC03FB-4B87-E717-A0F8-E532C5F7A4A5}"/>
              </a:ext>
            </a:extLst>
          </p:cNvPr>
          <p:cNvCxnSpPr>
            <a:cxnSpLocks/>
            <a:stCxn id="67" idx="0"/>
          </p:cNvCxnSpPr>
          <p:nvPr/>
        </p:nvCxnSpPr>
        <p:spPr>
          <a:xfrm rot="16200000" flipV="1">
            <a:off x="3926212" y="613948"/>
            <a:ext cx="238239" cy="614260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[E] 48">
            <a:extLst>
              <a:ext uri="{FF2B5EF4-FFF2-40B4-BE49-F238E27FC236}">
                <a16:creationId xmlns:a16="http://schemas.microsoft.com/office/drawing/2014/main" id="{30AA89FA-3546-0D2F-A846-AB5F5F1476B0}"/>
              </a:ext>
            </a:extLst>
          </p:cNvPr>
          <p:cNvCxnSpPr>
            <a:cxnSpLocks/>
            <a:stCxn id="67" idx="0"/>
          </p:cNvCxnSpPr>
          <p:nvPr/>
        </p:nvCxnSpPr>
        <p:spPr>
          <a:xfrm rot="16200000" flipV="1">
            <a:off x="4396134" y="1083870"/>
            <a:ext cx="238239" cy="520275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[E] 50">
            <a:extLst>
              <a:ext uri="{FF2B5EF4-FFF2-40B4-BE49-F238E27FC236}">
                <a16:creationId xmlns:a16="http://schemas.microsoft.com/office/drawing/2014/main" id="{29E71134-47B8-10E3-8503-7B845E3A775A}"/>
              </a:ext>
            </a:extLst>
          </p:cNvPr>
          <p:cNvCxnSpPr>
            <a:cxnSpLocks/>
            <a:stCxn id="67" idx="0"/>
          </p:cNvCxnSpPr>
          <p:nvPr/>
        </p:nvCxnSpPr>
        <p:spPr>
          <a:xfrm rot="16200000" flipV="1">
            <a:off x="4864818" y="1552554"/>
            <a:ext cx="238239" cy="426539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[E] 52">
            <a:extLst>
              <a:ext uri="{FF2B5EF4-FFF2-40B4-BE49-F238E27FC236}">
                <a16:creationId xmlns:a16="http://schemas.microsoft.com/office/drawing/2014/main" id="{B0FFAED1-EBC9-73A7-5645-035CB2AD40F8}"/>
              </a:ext>
            </a:extLst>
          </p:cNvPr>
          <p:cNvCxnSpPr>
            <a:cxnSpLocks/>
            <a:stCxn id="67" idx="0"/>
          </p:cNvCxnSpPr>
          <p:nvPr/>
        </p:nvCxnSpPr>
        <p:spPr>
          <a:xfrm rot="16200000" flipV="1">
            <a:off x="5332303" y="2020039"/>
            <a:ext cx="238239" cy="333042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4F897E3-BD1E-BD6E-07E7-F4E6AB4034EB}"/>
              </a:ext>
            </a:extLst>
          </p:cNvPr>
          <p:cNvCxnSpPr>
            <a:cxnSpLocks/>
            <a:stCxn id="19" idx="0"/>
            <a:endCxn id="7" idx="2"/>
          </p:cNvCxnSpPr>
          <p:nvPr/>
        </p:nvCxnSpPr>
        <p:spPr>
          <a:xfrm flipH="1" flipV="1">
            <a:off x="1790737" y="3566129"/>
            <a:ext cx="183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104FFB03-1501-FB3C-082D-BC7627A5538A}"/>
              </a:ext>
            </a:extLst>
          </p:cNvPr>
          <p:cNvCxnSpPr>
            <a:cxnSpLocks/>
            <a:stCxn id="18" idx="0"/>
            <a:endCxn id="6" idx="2"/>
          </p:cNvCxnSpPr>
          <p:nvPr/>
        </p:nvCxnSpPr>
        <p:spPr>
          <a:xfrm flipH="1" flipV="1">
            <a:off x="850893" y="3566129"/>
            <a:ext cx="184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3DB2FA9-CE0C-B0DB-0C83-41DE633E0C43}"/>
              </a:ext>
            </a:extLst>
          </p:cNvPr>
          <p:cNvCxnSpPr>
            <a:cxnSpLocks/>
            <a:stCxn id="20" idx="0"/>
            <a:endCxn id="8" idx="2"/>
          </p:cNvCxnSpPr>
          <p:nvPr/>
        </p:nvCxnSpPr>
        <p:spPr>
          <a:xfrm flipV="1">
            <a:off x="2727090" y="3566129"/>
            <a:ext cx="1015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727661A3-5524-4499-ECB8-7F4360341744}"/>
              </a:ext>
            </a:extLst>
          </p:cNvPr>
          <p:cNvCxnSpPr>
            <a:cxnSpLocks/>
            <a:stCxn id="33" idx="0"/>
            <a:endCxn id="9" idx="2"/>
          </p:cNvCxnSpPr>
          <p:nvPr/>
        </p:nvCxnSpPr>
        <p:spPr>
          <a:xfrm flipH="1" flipV="1">
            <a:off x="3663075" y="3566129"/>
            <a:ext cx="184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구부러진 연결선[U] 94">
            <a:extLst>
              <a:ext uri="{FF2B5EF4-FFF2-40B4-BE49-F238E27FC236}">
                <a16:creationId xmlns:a16="http://schemas.microsoft.com/office/drawing/2014/main" id="{F00D0F3A-A7DE-3B2C-C4D6-6D293977569F}"/>
              </a:ext>
            </a:extLst>
          </p:cNvPr>
          <p:cNvCxnSpPr>
            <a:stCxn id="33" idx="1"/>
            <a:endCxn id="39" idx="1"/>
          </p:cNvCxnSpPr>
          <p:nvPr/>
        </p:nvCxnSpPr>
        <p:spPr>
          <a:xfrm rot="10800000" flipH="1">
            <a:off x="3443548" y="2016444"/>
            <a:ext cx="136931" cy="2090184"/>
          </a:xfrm>
          <a:prstGeom prst="curvedConnector3">
            <a:avLst>
              <a:gd name="adj1" fmla="val -16694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구부러진 연결선[U] 95">
            <a:extLst>
              <a:ext uri="{FF2B5EF4-FFF2-40B4-BE49-F238E27FC236}">
                <a16:creationId xmlns:a16="http://schemas.microsoft.com/office/drawing/2014/main" id="{74BA40D2-5F65-ED2F-F6D8-F9CD8380C40C}"/>
              </a:ext>
            </a:extLst>
          </p:cNvPr>
          <p:cNvCxnSpPr>
            <a:cxnSpLocks/>
            <a:stCxn id="20" idx="1"/>
            <a:endCxn id="38" idx="1"/>
          </p:cNvCxnSpPr>
          <p:nvPr/>
        </p:nvCxnSpPr>
        <p:spPr>
          <a:xfrm rot="10800000" flipH="1">
            <a:off x="2507380" y="2007300"/>
            <a:ext cx="143322" cy="2099328"/>
          </a:xfrm>
          <a:prstGeom prst="curvedConnector3">
            <a:avLst>
              <a:gd name="adj1" fmla="val -15950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구부러진 연결선[U] 96">
            <a:extLst>
              <a:ext uri="{FF2B5EF4-FFF2-40B4-BE49-F238E27FC236}">
                <a16:creationId xmlns:a16="http://schemas.microsoft.com/office/drawing/2014/main" id="{02E72DF3-7EB8-9EA8-D5FC-9C316D161B7C}"/>
              </a:ext>
            </a:extLst>
          </p:cNvPr>
          <p:cNvCxnSpPr>
            <a:cxnSpLocks/>
            <a:stCxn id="19" idx="1"/>
            <a:endCxn id="37" idx="1"/>
          </p:cNvCxnSpPr>
          <p:nvPr/>
        </p:nvCxnSpPr>
        <p:spPr>
          <a:xfrm rot="10800000" flipH="1">
            <a:off x="1571209" y="2007300"/>
            <a:ext cx="144209" cy="2099328"/>
          </a:xfrm>
          <a:prstGeom prst="curvedConnector3">
            <a:avLst>
              <a:gd name="adj1" fmla="val -15852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구부러진 연결선[U] 97">
            <a:extLst>
              <a:ext uri="{FF2B5EF4-FFF2-40B4-BE49-F238E27FC236}">
                <a16:creationId xmlns:a16="http://schemas.microsoft.com/office/drawing/2014/main" id="{E1A7F5DE-50B7-1F94-94B8-6E41BD81B4B3}"/>
              </a:ext>
            </a:extLst>
          </p:cNvPr>
          <p:cNvCxnSpPr>
            <a:cxnSpLocks/>
            <a:stCxn id="18" idx="1"/>
            <a:endCxn id="36" idx="1"/>
          </p:cNvCxnSpPr>
          <p:nvPr/>
        </p:nvCxnSpPr>
        <p:spPr>
          <a:xfrm rot="10800000" flipH="1">
            <a:off x="631366" y="2010348"/>
            <a:ext cx="129197" cy="2096280"/>
          </a:xfrm>
          <a:prstGeom prst="curvedConnector3">
            <a:avLst>
              <a:gd name="adj1" fmla="val -17693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object 25">
                <a:extLst>
                  <a:ext uri="{FF2B5EF4-FFF2-40B4-BE49-F238E27FC236}">
                    <a16:creationId xmlns:a16="http://schemas.microsoft.com/office/drawing/2014/main" id="{E1A0CE3F-515C-D889-CEB1-C1AB28BAF790}"/>
                  </a:ext>
                </a:extLst>
              </p:cNvPr>
              <p:cNvSpPr txBox="1"/>
              <p:nvPr/>
            </p:nvSpPr>
            <p:spPr>
              <a:xfrm>
                <a:off x="8159897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5" name="object 25">
                <a:extLst>
                  <a:ext uri="{FF2B5EF4-FFF2-40B4-BE49-F238E27FC236}">
                    <a16:creationId xmlns:a16="http://schemas.microsoft.com/office/drawing/2014/main" id="{E1A0CE3F-515C-D889-CEB1-C1AB28BAF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9897" y="4947804"/>
                <a:ext cx="410209" cy="6045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object 27">
                <a:extLst>
                  <a:ext uri="{FF2B5EF4-FFF2-40B4-BE49-F238E27FC236}">
                    <a16:creationId xmlns:a16="http://schemas.microsoft.com/office/drawing/2014/main" id="{C36F853B-50E4-016A-5F09-3CD3FE59AE45}"/>
                  </a:ext>
                </a:extLst>
              </p:cNvPr>
              <p:cNvSpPr txBox="1"/>
              <p:nvPr/>
            </p:nvSpPr>
            <p:spPr>
              <a:xfrm>
                <a:off x="7917362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7" name="object 27">
                <a:extLst>
                  <a:ext uri="{FF2B5EF4-FFF2-40B4-BE49-F238E27FC236}">
                    <a16:creationId xmlns:a16="http://schemas.microsoft.com/office/drawing/2014/main" id="{C36F853B-50E4-016A-5F09-3CD3FE59A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362" y="2637801"/>
                <a:ext cx="410209" cy="60452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object 24">
            <a:extLst>
              <a:ext uri="{FF2B5EF4-FFF2-40B4-BE49-F238E27FC236}">
                <a16:creationId xmlns:a16="http://schemas.microsoft.com/office/drawing/2014/main" id="{535BA271-8D38-174A-4CEC-9E4B0B758742}"/>
              </a:ext>
            </a:extLst>
          </p:cNvPr>
          <p:cNvSpPr txBox="1"/>
          <p:nvPr/>
        </p:nvSpPr>
        <p:spPr>
          <a:xfrm>
            <a:off x="7771882" y="5707555"/>
            <a:ext cx="727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[START]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4" name="object 36">
            <a:extLst>
              <a:ext uri="{FF2B5EF4-FFF2-40B4-BE49-F238E27FC236}">
                <a16:creationId xmlns:a16="http://schemas.microsoft.com/office/drawing/2014/main" id="{8AFA1C73-B6F9-C1D4-9497-110994A39F98}"/>
              </a:ext>
            </a:extLst>
          </p:cNvPr>
          <p:cNvSpPr txBox="1"/>
          <p:nvPr/>
        </p:nvSpPr>
        <p:spPr>
          <a:xfrm>
            <a:off x="8858810" y="5707555"/>
            <a:ext cx="802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estamos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5" name="object 24">
            <a:extLst>
              <a:ext uri="{FF2B5EF4-FFF2-40B4-BE49-F238E27FC236}">
                <a16:creationId xmlns:a16="http://schemas.microsoft.com/office/drawing/2014/main" id="{A1E66476-5886-308E-C8FF-85AA93F4BE7C}"/>
              </a:ext>
            </a:extLst>
          </p:cNvPr>
          <p:cNvSpPr txBox="1"/>
          <p:nvPr/>
        </p:nvSpPr>
        <p:spPr>
          <a:xfrm>
            <a:off x="7734860" y="2104819"/>
            <a:ext cx="802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estamos</a:t>
            </a:r>
            <a:endParaRPr sz="1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object 35">
                <a:extLst>
                  <a:ext uri="{FF2B5EF4-FFF2-40B4-BE49-F238E27FC236}">
                    <a16:creationId xmlns:a16="http://schemas.microsoft.com/office/drawing/2014/main" id="{310B94E7-A666-00E4-6922-05DC41A77422}"/>
                  </a:ext>
                </a:extLst>
              </p:cNvPr>
              <p:cNvSpPr txBox="1"/>
              <p:nvPr/>
            </p:nvSpPr>
            <p:spPr>
              <a:xfrm>
                <a:off x="790275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38" name="object 35">
                <a:extLst>
                  <a:ext uri="{FF2B5EF4-FFF2-40B4-BE49-F238E27FC236}">
                    <a16:creationId xmlns:a16="http://schemas.microsoft.com/office/drawing/2014/main" id="{310B94E7-A666-00E4-6922-05DC41A77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2756" y="3804368"/>
                <a:ext cx="439420" cy="604520"/>
              </a:xfrm>
              <a:prstGeom prst="rect">
                <a:avLst/>
              </a:prstGeom>
              <a:blipFill>
                <a:blip r:embed="rId26"/>
                <a:stretch>
                  <a:fillRect r="-1081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67602EEE-B615-94E0-7890-E93005653E5C}"/>
              </a:ext>
            </a:extLst>
          </p:cNvPr>
          <p:cNvCxnSpPr>
            <a:cxnSpLocks/>
            <a:stCxn id="138" idx="0"/>
            <a:endCxn id="127" idx="2"/>
          </p:cNvCxnSpPr>
          <p:nvPr/>
        </p:nvCxnSpPr>
        <p:spPr>
          <a:xfrm flipV="1">
            <a:off x="8122466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0BBD0E4F-71D0-CA3C-7E1C-6617BC777155}"/>
              </a:ext>
            </a:extLst>
          </p:cNvPr>
          <p:cNvCxnSpPr>
            <a:cxnSpLocks/>
          </p:cNvCxnSpPr>
          <p:nvPr/>
        </p:nvCxnSpPr>
        <p:spPr>
          <a:xfrm flipH="1" flipV="1">
            <a:off x="8248808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FC58C922-AF57-8CAE-20BA-FF30F86D5B25}"/>
              </a:ext>
            </a:extLst>
          </p:cNvPr>
          <p:cNvSpPr/>
          <p:nvPr/>
        </p:nvSpPr>
        <p:spPr>
          <a:xfrm>
            <a:off x="7897159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D93EAB5C-A0EF-C980-11B1-0F4FA3311DD4}"/>
              </a:ext>
            </a:extLst>
          </p:cNvPr>
          <p:cNvSpPr/>
          <p:nvPr/>
        </p:nvSpPr>
        <p:spPr>
          <a:xfrm>
            <a:off x="9040159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object 25">
                <a:extLst>
                  <a:ext uri="{FF2B5EF4-FFF2-40B4-BE49-F238E27FC236}">
                    <a16:creationId xmlns:a16="http://schemas.microsoft.com/office/drawing/2014/main" id="{D7B51790-CFAB-3D23-02E5-EE5FE6DC517E}"/>
                  </a:ext>
                </a:extLst>
              </p:cNvPr>
              <p:cNvSpPr txBox="1"/>
              <p:nvPr/>
            </p:nvSpPr>
            <p:spPr>
              <a:xfrm>
                <a:off x="7694814" y="4947804"/>
                <a:ext cx="410209" cy="604520"/>
              </a:xfrm>
              <a:prstGeom prst="rect">
                <a:avLst/>
              </a:prstGeom>
              <a:solidFill>
                <a:srgbClr val="EBDBF3"/>
              </a:solidFill>
              <a:ln w="12700">
                <a:solidFill>
                  <a:srgbClr val="BC44C4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2" name="object 25">
                <a:extLst>
                  <a:ext uri="{FF2B5EF4-FFF2-40B4-BE49-F238E27FC236}">
                    <a16:creationId xmlns:a16="http://schemas.microsoft.com/office/drawing/2014/main" id="{D7B51790-CFAB-3D23-02E5-EE5FE6DC5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814" y="4947804"/>
                <a:ext cx="410209" cy="60452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 w="12700">
                <a:solidFill>
                  <a:srgbClr val="BC44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object 26">
                <a:extLst>
                  <a:ext uri="{FF2B5EF4-FFF2-40B4-BE49-F238E27FC236}">
                    <a16:creationId xmlns:a16="http://schemas.microsoft.com/office/drawing/2014/main" id="{AB147C14-E6EC-B220-C8A1-4E6DFF13FC00}"/>
                  </a:ext>
                </a:extLst>
              </p:cNvPr>
              <p:cNvSpPr txBox="1"/>
              <p:nvPr/>
            </p:nvSpPr>
            <p:spPr>
              <a:xfrm>
                <a:off x="8837814" y="4947804"/>
                <a:ext cx="410209" cy="604520"/>
              </a:xfrm>
              <a:prstGeom prst="rect">
                <a:avLst/>
              </a:prstGeom>
              <a:solidFill>
                <a:srgbClr val="EBDBF3"/>
              </a:solidFill>
              <a:ln w="12700">
                <a:solidFill>
                  <a:srgbClr val="BC44C4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04775">
                  <a:spcBef>
                    <a:spcPts val="1080"/>
                  </a:spcBef>
                  <a:defRPr kumimoji="1" sz="200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smtClean="0"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altLang="ko-KR" dirty="0"/>
              </a:p>
            </p:txBody>
          </p:sp>
        </mc:Choice>
        <mc:Fallback xmlns="">
          <p:sp>
            <p:nvSpPr>
              <p:cNvPr id="163" name="object 26">
                <a:extLst>
                  <a:ext uri="{FF2B5EF4-FFF2-40B4-BE49-F238E27FC236}">
                    <a16:creationId xmlns:a16="http://schemas.microsoft.com/office/drawing/2014/main" id="{AB147C14-E6EC-B220-C8A1-4E6DFF13F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7814" y="4947804"/>
                <a:ext cx="410209" cy="604520"/>
              </a:xfrm>
              <a:prstGeom prst="rect">
                <a:avLst/>
              </a:prstGeom>
              <a:blipFill>
                <a:blip r:embed="rId28"/>
                <a:stretch>
                  <a:fillRect r="-35294"/>
                </a:stretch>
              </a:blipFill>
              <a:ln w="12700">
                <a:solidFill>
                  <a:srgbClr val="BC44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C8AC890B-03DC-C9F5-18C3-75BA9AA03AD8}"/>
              </a:ext>
            </a:extLst>
          </p:cNvPr>
          <p:cNvCxnSpPr>
            <a:cxnSpLocks/>
          </p:cNvCxnSpPr>
          <p:nvPr/>
        </p:nvCxnSpPr>
        <p:spPr>
          <a:xfrm flipH="1" flipV="1">
            <a:off x="7999408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[E] 171">
            <a:extLst>
              <a:ext uri="{FF2B5EF4-FFF2-40B4-BE49-F238E27FC236}">
                <a16:creationId xmlns:a16="http://schemas.microsoft.com/office/drawing/2014/main" id="{22A3171E-2F4A-36AB-9E22-977D0548E99D}"/>
              </a:ext>
            </a:extLst>
          </p:cNvPr>
          <p:cNvCxnSpPr>
            <a:cxnSpLocks/>
            <a:stCxn id="174" idx="3"/>
          </p:cNvCxnSpPr>
          <p:nvPr/>
        </p:nvCxnSpPr>
        <p:spPr>
          <a:xfrm>
            <a:off x="8776561" y="2619126"/>
            <a:ext cx="155848" cy="232867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69BCC993-E7D4-A31E-D06C-9A3E5DCA4488}"/>
              </a:ext>
            </a:extLst>
          </p:cNvPr>
          <p:cNvSpPr/>
          <p:nvPr/>
        </p:nvSpPr>
        <p:spPr>
          <a:xfrm>
            <a:off x="8476864" y="2469277"/>
            <a:ext cx="299697" cy="29969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000" dirty="0">
                <a:solidFill>
                  <a:sysClr val="windowText" lastClr="000000"/>
                </a:solidFill>
              </a:rPr>
              <a:t>+</a:t>
            </a:r>
            <a:endParaRPr kumimoji="1" lang="ko-KR" altLang="en-US" sz="2000" dirty="0">
              <a:solidFill>
                <a:sysClr val="windowText" lastClr="000000"/>
              </a:solidFill>
            </a:endParaRPr>
          </a:p>
        </p:txBody>
      </p:sp>
      <p:cxnSp>
        <p:nvCxnSpPr>
          <p:cNvPr id="179" name="꺾인 연결선[E] 178">
            <a:extLst>
              <a:ext uri="{FF2B5EF4-FFF2-40B4-BE49-F238E27FC236}">
                <a16:creationId xmlns:a16="http://schemas.microsoft.com/office/drawing/2014/main" id="{0FA97810-4B5A-77D4-78CC-42BCBFC4B961}"/>
              </a:ext>
            </a:extLst>
          </p:cNvPr>
          <p:cNvCxnSpPr>
            <a:cxnSpLocks/>
            <a:stCxn id="39" idx="0"/>
            <a:endCxn id="174" idx="0"/>
          </p:cNvCxnSpPr>
          <p:nvPr/>
        </p:nvCxnSpPr>
        <p:spPr>
          <a:xfrm rot="16200000" flipH="1">
            <a:off x="5877179" y="-280256"/>
            <a:ext cx="536177" cy="4962889"/>
          </a:xfrm>
          <a:prstGeom prst="bentConnector3">
            <a:avLst>
              <a:gd name="adj1" fmla="val -4263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[E] 182">
            <a:extLst>
              <a:ext uri="{FF2B5EF4-FFF2-40B4-BE49-F238E27FC236}">
                <a16:creationId xmlns:a16="http://schemas.microsoft.com/office/drawing/2014/main" id="{A024598D-CE87-056A-E734-36F9FDB5D2F5}"/>
              </a:ext>
            </a:extLst>
          </p:cNvPr>
          <p:cNvCxnSpPr>
            <a:cxnSpLocks/>
            <a:stCxn id="38" idx="0"/>
            <a:endCxn id="174" idx="0"/>
          </p:cNvCxnSpPr>
          <p:nvPr/>
        </p:nvCxnSpPr>
        <p:spPr>
          <a:xfrm rot="16200000" flipH="1">
            <a:off x="5407718" y="-749717"/>
            <a:ext cx="545321" cy="5892667"/>
          </a:xfrm>
          <a:prstGeom prst="bentConnector3">
            <a:avLst>
              <a:gd name="adj1" fmla="val -4192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꺾인 연결선[E] 184">
            <a:extLst>
              <a:ext uri="{FF2B5EF4-FFF2-40B4-BE49-F238E27FC236}">
                <a16:creationId xmlns:a16="http://schemas.microsoft.com/office/drawing/2014/main" id="{916B3896-8AE5-714D-F2BB-5F5F5A1232E2}"/>
              </a:ext>
            </a:extLst>
          </p:cNvPr>
          <p:cNvCxnSpPr>
            <a:cxnSpLocks/>
            <a:stCxn id="37" idx="0"/>
            <a:endCxn id="174" idx="0"/>
          </p:cNvCxnSpPr>
          <p:nvPr/>
        </p:nvCxnSpPr>
        <p:spPr>
          <a:xfrm rot="16200000" flipH="1">
            <a:off x="4940077" y="-1217359"/>
            <a:ext cx="545321" cy="6827950"/>
          </a:xfrm>
          <a:prstGeom prst="bentConnector3">
            <a:avLst>
              <a:gd name="adj1" fmla="val -4192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꺾인 연결선[E] 185">
            <a:extLst>
              <a:ext uri="{FF2B5EF4-FFF2-40B4-BE49-F238E27FC236}">
                <a16:creationId xmlns:a16="http://schemas.microsoft.com/office/drawing/2014/main" id="{48978098-4723-D143-66C5-B58389DCC99A}"/>
              </a:ext>
            </a:extLst>
          </p:cNvPr>
          <p:cNvCxnSpPr>
            <a:cxnSpLocks/>
            <a:stCxn id="36" idx="0"/>
            <a:endCxn id="174" idx="0"/>
          </p:cNvCxnSpPr>
          <p:nvPr/>
        </p:nvCxnSpPr>
        <p:spPr>
          <a:xfrm rot="16200000" flipH="1">
            <a:off x="4464173" y="-1693262"/>
            <a:ext cx="542273" cy="7782805"/>
          </a:xfrm>
          <a:prstGeom prst="bentConnector3">
            <a:avLst>
              <a:gd name="adj1" fmla="val -4215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bject 19">
            <a:extLst>
              <a:ext uri="{FF2B5EF4-FFF2-40B4-BE49-F238E27FC236}">
                <a16:creationId xmlns:a16="http://schemas.microsoft.com/office/drawing/2014/main" id="{6ADF33C0-8539-097B-32FD-AF6FAEEF3EEF}"/>
              </a:ext>
            </a:extLst>
          </p:cNvPr>
          <p:cNvSpPr txBox="1"/>
          <p:nvPr/>
        </p:nvSpPr>
        <p:spPr>
          <a:xfrm>
            <a:off x="6896922" y="3804368"/>
            <a:ext cx="439420" cy="17705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37795" rIns="0" bIns="0" rtlCol="0">
            <a:noAutofit/>
          </a:bodyPr>
          <a:lstStyle/>
          <a:p>
            <a:pPr marL="126364">
              <a:lnSpc>
                <a:spcPct val="100000"/>
              </a:lnSpc>
              <a:spcBef>
                <a:spcPts val="1085"/>
              </a:spcBef>
            </a:pPr>
            <a:endParaRPr sz="1950" baseline="-17094" dirty="0">
              <a:latin typeface="Calibri"/>
              <a:cs typeface="Calibri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15C5E300-C28C-FE82-B5C5-5531D7EBB2C0}"/>
              </a:ext>
            </a:extLst>
          </p:cNvPr>
          <p:cNvCxnSpPr>
            <a:cxnSpLocks/>
            <a:stCxn id="67" idx="2"/>
            <a:endCxn id="67" idx="0"/>
          </p:cNvCxnSpPr>
          <p:nvPr/>
        </p:nvCxnSpPr>
        <p:spPr>
          <a:xfrm flipV="1">
            <a:off x="7116632" y="3804368"/>
            <a:ext cx="0" cy="17705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[E] 106">
            <a:extLst>
              <a:ext uri="{FF2B5EF4-FFF2-40B4-BE49-F238E27FC236}">
                <a16:creationId xmlns:a16="http://schemas.microsoft.com/office/drawing/2014/main" id="{B2D53BE2-DE1B-6A8A-1A90-4B30028F9355}"/>
              </a:ext>
            </a:extLst>
          </p:cNvPr>
          <p:cNvCxnSpPr>
            <a:cxnSpLocks/>
            <a:stCxn id="114" idx="1"/>
            <a:endCxn id="67" idx="2"/>
          </p:cNvCxnSpPr>
          <p:nvPr/>
        </p:nvCxnSpPr>
        <p:spPr>
          <a:xfrm rot="10800000">
            <a:off x="7116633" y="3981427"/>
            <a:ext cx="789283" cy="45479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object 41">
                <a:extLst>
                  <a:ext uri="{FF2B5EF4-FFF2-40B4-BE49-F238E27FC236}">
                    <a16:creationId xmlns:a16="http://schemas.microsoft.com/office/drawing/2014/main" id="{A5416EC8-A0FA-FA98-21E8-51480F902821}"/>
                  </a:ext>
                </a:extLst>
              </p:cNvPr>
              <p:cNvSpPr txBox="1"/>
              <p:nvPr/>
            </p:nvSpPr>
            <p:spPr>
              <a:xfrm>
                <a:off x="9908628" y="1671680"/>
                <a:ext cx="2248837" cy="75148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spcBef>
                    <a:spcPts val="100"/>
                  </a:spcBef>
                </a:pPr>
                <a:r>
                  <a:rPr lang="en" sz="1600" b="1" spc="-10" dirty="0">
                    <a:latin typeface="Arial" panose="020B0604020202020204" pitchFamily="34" charset="0"/>
                    <a:cs typeface="Arial" panose="020B0604020202020204" pitchFamily="34" charset="0"/>
                  </a:rPr>
                  <a:t>Repeat</a:t>
                </a:r>
                <a:r>
                  <a:rPr lang="en" sz="1600" spc="-1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br>
                  <a:rPr lang="en" sz="1600" spc="-1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" sz="1600" spc="-10" dirty="0">
                    <a:latin typeface="Arial" panose="020B0604020202020204" pitchFamily="34" charset="0"/>
                    <a:cs typeface="Arial" panose="020B0604020202020204" pitchFamily="34" charset="0"/>
                  </a:rPr>
                  <a:t>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𝐬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" sz="1600" spc="-1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compute new context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600" b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𝐜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" sz="1600" spc="-1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1" name="object 41">
                <a:extLst>
                  <a:ext uri="{FF2B5EF4-FFF2-40B4-BE49-F238E27FC236}">
                    <a16:creationId xmlns:a16="http://schemas.microsoft.com/office/drawing/2014/main" id="{A5416EC8-A0FA-FA98-21E8-51480F902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8628" y="1671680"/>
                <a:ext cx="2248837" cy="751488"/>
              </a:xfrm>
              <a:prstGeom prst="rect">
                <a:avLst/>
              </a:prstGeom>
              <a:blipFill>
                <a:blip r:embed="rId29"/>
                <a:stretch>
                  <a:fillRect l="-5056" t="-6557" r="-562"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object 19">
            <a:extLst>
              <a:ext uri="{FF2B5EF4-FFF2-40B4-BE49-F238E27FC236}">
                <a16:creationId xmlns:a16="http://schemas.microsoft.com/office/drawing/2014/main" id="{D9A0F2F1-A67C-8E0F-2840-2A6F328B8C7D}"/>
              </a:ext>
            </a:extLst>
          </p:cNvPr>
          <p:cNvSpPr txBox="1"/>
          <p:nvPr/>
        </p:nvSpPr>
        <p:spPr>
          <a:xfrm>
            <a:off x="7905915" y="3938376"/>
            <a:ext cx="439420" cy="17705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37795" rIns="0" bIns="0" rtlCol="0">
            <a:noAutofit/>
          </a:bodyPr>
          <a:lstStyle/>
          <a:p>
            <a:pPr marL="126364">
              <a:lnSpc>
                <a:spcPct val="100000"/>
              </a:lnSpc>
              <a:spcBef>
                <a:spcPts val="1085"/>
              </a:spcBef>
            </a:pPr>
            <a:endParaRPr sz="1950" baseline="-17094" dirty="0">
              <a:latin typeface="Calibri"/>
              <a:cs typeface="Calibri"/>
            </a:endParaRP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C51E12C7-6185-DA1E-46E2-4E66C5F02D27}"/>
              </a:ext>
            </a:extLst>
          </p:cNvPr>
          <p:cNvCxnSpPr>
            <a:cxnSpLocks/>
          </p:cNvCxnSpPr>
          <p:nvPr/>
        </p:nvCxnSpPr>
        <p:spPr>
          <a:xfrm>
            <a:off x="6046556" y="4106628"/>
            <a:ext cx="1856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719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220A-0278-1124-5512-FC22EB7E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ko-KR" dirty="0"/>
              <a:t>Sequence-to-Sequence with RNNs and Attention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F7F2A0-6B63-C6B6-64F6-4DE0300F4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Recall machine translation with seq2seq modeling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77165-0F96-D1F8-FAFE-7231369357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64</a:t>
            </a:fld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/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1">
            <a:extLst>
              <a:ext uri="{FF2B5EF4-FFF2-40B4-BE49-F238E27FC236}">
                <a16:creationId xmlns:a16="http://schemas.microsoft.com/office/drawing/2014/main" id="{34891093-F2DF-A630-D817-24625B567060}"/>
              </a:ext>
            </a:extLst>
          </p:cNvPr>
          <p:cNvSpPr txBox="1"/>
          <p:nvPr/>
        </p:nvSpPr>
        <p:spPr>
          <a:xfrm>
            <a:off x="703934" y="5707555"/>
            <a:ext cx="299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we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E9FC08D-FDB3-9931-86F4-4080A735E30D}"/>
              </a:ext>
            </a:extLst>
          </p:cNvPr>
          <p:cNvSpPr txBox="1"/>
          <p:nvPr/>
        </p:nvSpPr>
        <p:spPr>
          <a:xfrm>
            <a:off x="1627977" y="5707555"/>
            <a:ext cx="32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A922632A-3A02-8005-DFDD-D5CF328447B5}"/>
              </a:ext>
            </a:extLst>
          </p:cNvPr>
          <p:cNvSpPr txBox="1"/>
          <p:nvPr/>
        </p:nvSpPr>
        <p:spPr>
          <a:xfrm>
            <a:off x="2424699" y="5707555"/>
            <a:ext cx="604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eating</a:t>
            </a:r>
            <a:endParaRPr sz="1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/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/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/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/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/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/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bject 29">
            <a:extLst>
              <a:ext uri="{FF2B5EF4-FFF2-40B4-BE49-F238E27FC236}">
                <a16:creationId xmlns:a16="http://schemas.microsoft.com/office/drawing/2014/main" id="{384DF9A3-DED2-CD79-0AB4-4DDD79EEF4BA}"/>
              </a:ext>
            </a:extLst>
          </p:cNvPr>
          <p:cNvSpPr txBox="1"/>
          <p:nvPr/>
        </p:nvSpPr>
        <p:spPr>
          <a:xfrm>
            <a:off x="3379567" y="5707555"/>
            <a:ext cx="566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bread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/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blipFill>
                <a:blip r:embed="rId9"/>
                <a:stretch>
                  <a:fillRect r="-3226"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/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C2AFB77-5884-F5F3-3079-69A740D1D2EF}"/>
              </a:ext>
            </a:extLst>
          </p:cNvPr>
          <p:cNvCxnSpPr>
            <a:stCxn id="32" idx="0"/>
            <a:endCxn id="33" idx="2"/>
          </p:cNvCxnSpPr>
          <p:nvPr/>
        </p:nvCxnSpPr>
        <p:spPr>
          <a:xfrm flipV="1">
            <a:off x="3663259" y="4408888"/>
            <a:ext cx="0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7CA5A02-1BDC-6F20-0E2E-528240DDF5D8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2726863" y="4408888"/>
            <a:ext cx="227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F6BDE7A9-1895-45EE-2DFF-4B028E31371D}"/>
              </a:ext>
            </a:extLst>
          </p:cNvPr>
          <p:cNvCxnSpPr>
            <a:cxnSpLocks/>
            <a:stCxn id="16" idx="0"/>
            <a:endCxn id="19" idx="2"/>
          </p:cNvCxnSpPr>
          <p:nvPr/>
        </p:nvCxnSpPr>
        <p:spPr>
          <a:xfrm flipV="1">
            <a:off x="1790694" y="4408888"/>
            <a:ext cx="226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C6C9792-105A-3880-7A9F-6E1C540D46EA}"/>
              </a:ext>
            </a:extLst>
          </p:cNvPr>
          <p:cNvCxnSpPr>
            <a:cxnSpLocks/>
            <a:stCxn id="12" idx="0"/>
            <a:endCxn id="18" idx="2"/>
          </p:cNvCxnSpPr>
          <p:nvPr/>
        </p:nvCxnSpPr>
        <p:spPr>
          <a:xfrm flipH="1" flipV="1">
            <a:off x="851077" y="4408888"/>
            <a:ext cx="3448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C694EA8F-B171-77FE-FE4C-4C49A49074FF}"/>
              </a:ext>
            </a:extLst>
          </p:cNvPr>
          <p:cNvCxnSpPr>
            <a:cxnSpLocks/>
          </p:cNvCxnSpPr>
          <p:nvPr/>
        </p:nvCxnSpPr>
        <p:spPr>
          <a:xfrm>
            <a:off x="2010630" y="4106628"/>
            <a:ext cx="4967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250998C-718F-56E5-DEAA-61255ACC50C6}"/>
              </a:ext>
            </a:extLst>
          </p:cNvPr>
          <p:cNvCxnSpPr>
            <a:cxnSpLocks/>
          </p:cNvCxnSpPr>
          <p:nvPr/>
        </p:nvCxnSpPr>
        <p:spPr>
          <a:xfrm>
            <a:off x="1070787" y="4106628"/>
            <a:ext cx="500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8D23C66-F48D-6F02-A75C-9FE311F5C6EF}"/>
              </a:ext>
            </a:extLst>
          </p:cNvPr>
          <p:cNvCxnSpPr>
            <a:cxnSpLocks/>
          </p:cNvCxnSpPr>
          <p:nvPr/>
        </p:nvCxnSpPr>
        <p:spPr>
          <a:xfrm>
            <a:off x="2946800" y="4106628"/>
            <a:ext cx="49674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2C82DE96-5214-F525-DB04-DD808DD52C69}"/>
              </a:ext>
            </a:extLst>
          </p:cNvPr>
          <p:cNvCxnSpPr>
            <a:cxnSpLocks/>
          </p:cNvCxnSpPr>
          <p:nvPr/>
        </p:nvCxnSpPr>
        <p:spPr>
          <a:xfrm>
            <a:off x="3882969" y="4106628"/>
            <a:ext cx="17241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2A4765A8-FD36-7CD6-90B5-37F5EEA284EA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Bahdanau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et. al., Neural machine translation by jointly learning to align and translate, ICLR 2015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79BB0C-5214-B412-527C-1EA0F04277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32">
                <a:extLst>
                  <a:ext uri="{FF2B5EF4-FFF2-40B4-BE49-F238E27FC236}">
                    <a16:creationId xmlns:a16="http://schemas.microsoft.com/office/drawing/2014/main" id="{BE5D986B-CC9F-E609-BE68-07FAECB44018}"/>
                  </a:ext>
                </a:extLst>
              </p:cNvPr>
              <p:cNvSpPr txBox="1"/>
              <p:nvPr/>
            </p:nvSpPr>
            <p:spPr>
              <a:xfrm>
                <a:off x="597845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6" name="object 32">
                <a:extLst>
                  <a:ext uri="{FF2B5EF4-FFF2-40B4-BE49-F238E27FC236}">
                    <a16:creationId xmlns:a16="http://schemas.microsoft.com/office/drawing/2014/main" id="{BE5D986B-CC9F-E609-BE68-07FAECB44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845" y="3183224"/>
                <a:ext cx="506095" cy="38290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33">
                <a:extLst>
                  <a:ext uri="{FF2B5EF4-FFF2-40B4-BE49-F238E27FC236}">
                    <a16:creationId xmlns:a16="http://schemas.microsoft.com/office/drawing/2014/main" id="{2300C49C-754B-FCFE-0321-72EDB371A4F1}"/>
                  </a:ext>
                </a:extLst>
              </p:cNvPr>
              <p:cNvSpPr txBox="1"/>
              <p:nvPr/>
            </p:nvSpPr>
            <p:spPr>
              <a:xfrm>
                <a:off x="1537689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" sz="20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object 33">
                <a:extLst>
                  <a:ext uri="{FF2B5EF4-FFF2-40B4-BE49-F238E27FC236}">
                    <a16:creationId xmlns:a16="http://schemas.microsoft.com/office/drawing/2014/main" id="{2300C49C-754B-FCFE-0321-72EDB371A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689" y="3183224"/>
                <a:ext cx="506095" cy="3829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4">
                <a:extLst>
                  <a:ext uri="{FF2B5EF4-FFF2-40B4-BE49-F238E27FC236}">
                    <a16:creationId xmlns:a16="http://schemas.microsoft.com/office/drawing/2014/main" id="{D546BF00-A1D4-3B94-993B-7ED3BD69066F}"/>
                  </a:ext>
                </a:extLst>
              </p:cNvPr>
              <p:cNvSpPr txBox="1"/>
              <p:nvPr/>
            </p:nvSpPr>
            <p:spPr>
              <a:xfrm>
                <a:off x="2475057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8" name="object 34">
                <a:extLst>
                  <a:ext uri="{FF2B5EF4-FFF2-40B4-BE49-F238E27FC236}">
                    <a16:creationId xmlns:a16="http://schemas.microsoft.com/office/drawing/2014/main" id="{D546BF00-A1D4-3B94-993B-7ED3BD690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057" y="3183224"/>
                <a:ext cx="506095" cy="38290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5">
                <a:extLst>
                  <a:ext uri="{FF2B5EF4-FFF2-40B4-BE49-F238E27FC236}">
                    <a16:creationId xmlns:a16="http://schemas.microsoft.com/office/drawing/2014/main" id="{EA19D142-AADC-6389-165D-FDAAFF23D5CE}"/>
                  </a:ext>
                </a:extLst>
              </p:cNvPr>
              <p:cNvSpPr txBox="1"/>
              <p:nvPr/>
            </p:nvSpPr>
            <p:spPr>
              <a:xfrm>
                <a:off x="3410027" y="318322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9" name="object 35">
                <a:extLst>
                  <a:ext uri="{FF2B5EF4-FFF2-40B4-BE49-F238E27FC236}">
                    <a16:creationId xmlns:a16="http://schemas.microsoft.com/office/drawing/2014/main" id="{EA19D142-AADC-6389-165D-FDAAFF23D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027" y="3183224"/>
                <a:ext cx="506095" cy="38290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40">
            <a:extLst>
              <a:ext uri="{FF2B5EF4-FFF2-40B4-BE49-F238E27FC236}">
                <a16:creationId xmlns:a16="http://schemas.microsoft.com/office/drawing/2014/main" id="{610F6D4A-C5FC-25E5-4525-342277EECF0D}"/>
              </a:ext>
            </a:extLst>
          </p:cNvPr>
          <p:cNvSpPr txBox="1"/>
          <p:nvPr/>
        </p:nvSpPr>
        <p:spPr>
          <a:xfrm>
            <a:off x="599683" y="2745587"/>
            <a:ext cx="3318510" cy="3111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325"/>
              </a:lnSpc>
            </a:pPr>
            <a:r>
              <a:rPr sz="2000" spc="-10" dirty="0">
                <a:latin typeface="Calibri"/>
                <a:cs typeface="Calibri"/>
              </a:rPr>
              <a:t>softmax</a:t>
            </a:r>
            <a:endParaRPr sz="20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1">
                <a:extLst>
                  <a:ext uri="{FF2B5EF4-FFF2-40B4-BE49-F238E27FC236}">
                    <a16:creationId xmlns:a16="http://schemas.microsoft.com/office/drawing/2014/main" id="{7DB93918-0B54-B723-1EA9-176A2AB1A199}"/>
                  </a:ext>
                </a:extLst>
              </p:cNvPr>
              <p:cNvSpPr txBox="1"/>
              <p:nvPr/>
            </p:nvSpPr>
            <p:spPr>
              <a:xfrm>
                <a:off x="597845" y="2236221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11" name="object 41">
                <a:extLst>
                  <a:ext uri="{FF2B5EF4-FFF2-40B4-BE49-F238E27FC236}">
                    <a16:creationId xmlns:a16="http://schemas.microsoft.com/office/drawing/2014/main" id="{7DB93918-0B54-B723-1EA9-176A2AB1A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845" y="2236221"/>
                <a:ext cx="506095" cy="38290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42">
                <a:extLst>
                  <a:ext uri="{FF2B5EF4-FFF2-40B4-BE49-F238E27FC236}">
                    <a16:creationId xmlns:a16="http://schemas.microsoft.com/office/drawing/2014/main" id="{4CB862C9-4DBD-5226-43A4-AC509B912A99}"/>
                  </a:ext>
                </a:extLst>
              </p:cNvPr>
              <p:cNvSpPr txBox="1"/>
              <p:nvPr/>
            </p:nvSpPr>
            <p:spPr>
              <a:xfrm>
                <a:off x="1537688" y="2232971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22" name="object 42">
                <a:extLst>
                  <a:ext uri="{FF2B5EF4-FFF2-40B4-BE49-F238E27FC236}">
                    <a16:creationId xmlns:a16="http://schemas.microsoft.com/office/drawing/2014/main" id="{4CB862C9-4DBD-5226-43A4-AC509B912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688" y="2232971"/>
                <a:ext cx="506095" cy="38290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43">
                <a:extLst>
                  <a:ext uri="{FF2B5EF4-FFF2-40B4-BE49-F238E27FC236}">
                    <a16:creationId xmlns:a16="http://schemas.microsoft.com/office/drawing/2014/main" id="{3D7B31A2-4ED0-B798-9080-B1DD72099728}"/>
                  </a:ext>
                </a:extLst>
              </p:cNvPr>
              <p:cNvSpPr txBox="1"/>
              <p:nvPr/>
            </p:nvSpPr>
            <p:spPr>
              <a:xfrm>
                <a:off x="2473858" y="2229263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23" name="object 43">
                <a:extLst>
                  <a:ext uri="{FF2B5EF4-FFF2-40B4-BE49-F238E27FC236}">
                    <a16:creationId xmlns:a16="http://schemas.microsoft.com/office/drawing/2014/main" id="{3D7B31A2-4ED0-B798-9080-B1DD72099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858" y="2229263"/>
                <a:ext cx="506095" cy="38290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44">
                <a:extLst>
                  <a:ext uri="{FF2B5EF4-FFF2-40B4-BE49-F238E27FC236}">
                    <a16:creationId xmlns:a16="http://schemas.microsoft.com/office/drawing/2014/main" id="{DBEBD738-09A4-0B00-456F-10C52FAF83B8}"/>
                  </a:ext>
                </a:extLst>
              </p:cNvPr>
              <p:cNvSpPr txBox="1"/>
              <p:nvPr/>
            </p:nvSpPr>
            <p:spPr>
              <a:xfrm>
                <a:off x="3410027" y="2224684"/>
                <a:ext cx="506095" cy="38290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txBody>
              <a:bodyPr vert="horz" wrap="square" lIns="0" tIns="0" rIns="0" bIns="0" rtlCol="0" anchor="ctr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>
                  <a:defRPr sz="2000" i="1">
                    <a:latin typeface="Cambria Math" panose="02040503050406030204" pitchFamily="18" charset="0"/>
                    <a:cs typeface="Calibri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</m:oMath>
                  </m:oMathPara>
                </a14:m>
                <a:endParaRPr lang="en" altLang="ko-KR" dirty="0"/>
              </a:p>
            </p:txBody>
          </p:sp>
        </mc:Choice>
        <mc:Fallback xmlns="">
          <p:sp>
            <p:nvSpPr>
              <p:cNvPr id="24" name="object 44">
                <a:extLst>
                  <a:ext uri="{FF2B5EF4-FFF2-40B4-BE49-F238E27FC236}">
                    <a16:creationId xmlns:a16="http://schemas.microsoft.com/office/drawing/2014/main" id="{DBEBD738-09A4-0B00-456F-10C52FAF8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027" y="2224684"/>
                <a:ext cx="506095" cy="38290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그룹 43">
            <a:extLst>
              <a:ext uri="{FF2B5EF4-FFF2-40B4-BE49-F238E27FC236}">
                <a16:creationId xmlns:a16="http://schemas.microsoft.com/office/drawing/2014/main" id="{C9261D9E-A43F-9552-E67F-0258CBDB458B}"/>
              </a:ext>
            </a:extLst>
          </p:cNvPr>
          <p:cNvGrpSpPr/>
          <p:nvPr/>
        </p:nvGrpSpPr>
        <p:grpSpPr>
          <a:xfrm>
            <a:off x="811634" y="3053140"/>
            <a:ext cx="2909205" cy="133488"/>
            <a:chOff x="811634" y="2966148"/>
            <a:chExt cx="2909205" cy="220480"/>
          </a:xfrm>
        </p:grpSpPr>
        <p:pic>
          <p:nvPicPr>
            <p:cNvPr id="25" name="object 45">
              <a:extLst>
                <a:ext uri="{FF2B5EF4-FFF2-40B4-BE49-F238E27FC236}">
                  <a16:creationId xmlns:a16="http://schemas.microsoft.com/office/drawing/2014/main" id="{8D423313-89EF-5A30-A08D-108B128C518D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11634" y="2977033"/>
              <a:ext cx="76197" cy="207963"/>
            </a:xfrm>
            <a:prstGeom prst="rect">
              <a:avLst/>
            </a:prstGeom>
          </p:spPr>
        </p:pic>
        <p:pic>
          <p:nvPicPr>
            <p:cNvPr id="26" name="object 46">
              <a:extLst>
                <a:ext uri="{FF2B5EF4-FFF2-40B4-BE49-F238E27FC236}">
                  <a16:creationId xmlns:a16="http://schemas.microsoft.com/office/drawing/2014/main" id="{5EB314AE-D75F-B572-270E-2C4FE0F29A6F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47805" y="2966148"/>
              <a:ext cx="76197" cy="207963"/>
            </a:xfrm>
            <a:prstGeom prst="rect">
              <a:avLst/>
            </a:prstGeom>
          </p:spPr>
        </p:pic>
        <p:pic>
          <p:nvPicPr>
            <p:cNvPr id="27" name="object 47">
              <a:extLst>
                <a:ext uri="{FF2B5EF4-FFF2-40B4-BE49-F238E27FC236}">
                  <a16:creationId xmlns:a16="http://schemas.microsoft.com/office/drawing/2014/main" id="{A29B546A-B3E6-3C3B-1C6E-129BEEFB9B63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644642" y="2977033"/>
              <a:ext cx="76197" cy="207963"/>
            </a:xfrm>
            <a:prstGeom prst="rect">
              <a:avLst/>
            </a:prstGeom>
          </p:spPr>
        </p:pic>
        <p:pic>
          <p:nvPicPr>
            <p:cNvPr id="28" name="object 48">
              <a:extLst>
                <a:ext uri="{FF2B5EF4-FFF2-40B4-BE49-F238E27FC236}">
                  <a16:creationId xmlns:a16="http://schemas.microsoft.com/office/drawing/2014/main" id="{236DFE35-4DD8-A09F-93EA-FA3EB1A4E4CF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691566" y="2978665"/>
              <a:ext cx="76197" cy="207963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09213DD-5CAC-B997-185A-F23CFF357751}"/>
              </a:ext>
            </a:extLst>
          </p:cNvPr>
          <p:cNvGrpSpPr/>
          <p:nvPr/>
        </p:nvGrpSpPr>
        <p:grpSpPr>
          <a:xfrm>
            <a:off x="801119" y="2602618"/>
            <a:ext cx="2919720" cy="153719"/>
            <a:chOff x="801119" y="2449715"/>
            <a:chExt cx="2919720" cy="228979"/>
          </a:xfrm>
        </p:grpSpPr>
        <p:pic>
          <p:nvPicPr>
            <p:cNvPr id="29" name="object 49">
              <a:extLst>
                <a:ext uri="{FF2B5EF4-FFF2-40B4-BE49-F238E27FC236}">
                  <a16:creationId xmlns:a16="http://schemas.microsoft.com/office/drawing/2014/main" id="{57EA151E-9C60-2560-1E00-9D72F96E0812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644642" y="2449715"/>
              <a:ext cx="76197" cy="207963"/>
            </a:xfrm>
            <a:prstGeom prst="rect">
              <a:avLst/>
            </a:prstGeom>
          </p:spPr>
        </p:pic>
        <p:pic>
          <p:nvPicPr>
            <p:cNvPr id="30" name="object 50">
              <a:extLst>
                <a:ext uri="{FF2B5EF4-FFF2-40B4-BE49-F238E27FC236}">
                  <a16:creationId xmlns:a16="http://schemas.microsoft.com/office/drawing/2014/main" id="{99C4A41B-169C-75C5-5FEA-AC715E425790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694918" y="2470731"/>
              <a:ext cx="76197" cy="207963"/>
            </a:xfrm>
            <a:prstGeom prst="rect">
              <a:avLst/>
            </a:prstGeom>
          </p:spPr>
        </p:pic>
        <p:pic>
          <p:nvPicPr>
            <p:cNvPr id="34" name="object 51">
              <a:extLst>
                <a:ext uri="{FF2B5EF4-FFF2-40B4-BE49-F238E27FC236}">
                  <a16:creationId xmlns:a16="http://schemas.microsoft.com/office/drawing/2014/main" id="{0652DEF0-6769-3979-8E92-B6825B7D42E9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01119" y="2463338"/>
              <a:ext cx="76197" cy="207963"/>
            </a:xfrm>
            <a:prstGeom prst="rect">
              <a:avLst/>
            </a:prstGeom>
          </p:spPr>
        </p:pic>
        <p:pic>
          <p:nvPicPr>
            <p:cNvPr id="35" name="object 52">
              <a:extLst>
                <a:ext uri="{FF2B5EF4-FFF2-40B4-BE49-F238E27FC236}">
                  <a16:creationId xmlns:a16="http://schemas.microsoft.com/office/drawing/2014/main" id="{9D10C85C-E1CA-E15B-AF82-A9B59CE8CB72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60518" y="2467547"/>
              <a:ext cx="76197" cy="207963"/>
            </a:xfrm>
            <a:prstGeom prst="rect">
              <a:avLst/>
            </a:prstGeom>
          </p:spPr>
        </p:pic>
      </p:grpSp>
      <p:pic>
        <p:nvPicPr>
          <p:cNvPr id="36" name="object 77">
            <a:extLst>
              <a:ext uri="{FF2B5EF4-FFF2-40B4-BE49-F238E27FC236}">
                <a16:creationId xmlns:a16="http://schemas.microsoft.com/office/drawing/2014/main" id="{1A247FF8-428C-78D2-D300-EF186EA44739}"/>
              </a:ext>
            </a:extLst>
          </p:cNvPr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60564" y="1927004"/>
            <a:ext cx="166687" cy="166687"/>
          </a:xfrm>
          <a:prstGeom prst="rect">
            <a:avLst/>
          </a:prstGeom>
        </p:spPr>
      </p:pic>
      <p:pic>
        <p:nvPicPr>
          <p:cNvPr id="37" name="object 81">
            <a:extLst>
              <a:ext uri="{FF2B5EF4-FFF2-40B4-BE49-F238E27FC236}">
                <a16:creationId xmlns:a16="http://schemas.microsoft.com/office/drawing/2014/main" id="{F6625C02-20D7-6596-44C6-BBB3422425AE}"/>
              </a:ext>
            </a:extLst>
          </p:cNvPr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715419" y="1923956"/>
            <a:ext cx="166687" cy="166687"/>
          </a:xfrm>
          <a:prstGeom prst="rect">
            <a:avLst/>
          </a:prstGeom>
        </p:spPr>
      </p:pic>
      <p:pic>
        <p:nvPicPr>
          <p:cNvPr id="38" name="object 82">
            <a:extLst>
              <a:ext uri="{FF2B5EF4-FFF2-40B4-BE49-F238E27FC236}">
                <a16:creationId xmlns:a16="http://schemas.microsoft.com/office/drawing/2014/main" id="{A0790641-2EC3-1BD9-0C4C-B371D7B067FC}"/>
              </a:ext>
            </a:extLst>
          </p:cNvPr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650702" y="1923956"/>
            <a:ext cx="166687" cy="166687"/>
          </a:xfrm>
          <a:prstGeom prst="rect">
            <a:avLst/>
          </a:prstGeom>
        </p:spPr>
      </p:pic>
      <p:pic>
        <p:nvPicPr>
          <p:cNvPr id="39" name="object 83">
            <a:extLst>
              <a:ext uri="{FF2B5EF4-FFF2-40B4-BE49-F238E27FC236}">
                <a16:creationId xmlns:a16="http://schemas.microsoft.com/office/drawing/2014/main" id="{AC691229-CF1D-57C6-3757-22AC36F3989C}"/>
              </a:ext>
            </a:extLst>
          </p:cNvPr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580480" y="1933100"/>
            <a:ext cx="166687" cy="166687"/>
          </a:xfrm>
          <a:prstGeom prst="rect">
            <a:avLst/>
          </a:prstGeom>
        </p:spPr>
      </p:pic>
      <p:pic>
        <p:nvPicPr>
          <p:cNvPr id="40" name="object 84">
            <a:extLst>
              <a:ext uri="{FF2B5EF4-FFF2-40B4-BE49-F238E27FC236}">
                <a16:creationId xmlns:a16="http://schemas.microsoft.com/office/drawing/2014/main" id="{752BB49F-7DD1-C804-9157-634FA72188DE}"/>
              </a:ext>
            </a:extLst>
          </p:cNvPr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626186" y="2105893"/>
            <a:ext cx="76189" cy="108517"/>
          </a:xfrm>
          <a:prstGeom prst="rect">
            <a:avLst/>
          </a:prstGeom>
        </p:spPr>
      </p:pic>
      <p:pic>
        <p:nvPicPr>
          <p:cNvPr id="41" name="object 85">
            <a:extLst>
              <a:ext uri="{FF2B5EF4-FFF2-40B4-BE49-F238E27FC236}">
                <a16:creationId xmlns:a16="http://schemas.microsoft.com/office/drawing/2014/main" id="{C4010B55-3192-C7A6-FC81-4D1053013A0A}"/>
              </a:ext>
            </a:extLst>
          </p:cNvPr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690771" y="2113516"/>
            <a:ext cx="76189" cy="108517"/>
          </a:xfrm>
          <a:prstGeom prst="rect">
            <a:avLst/>
          </a:prstGeom>
        </p:spPr>
      </p:pic>
      <p:pic>
        <p:nvPicPr>
          <p:cNvPr id="42" name="object 86">
            <a:extLst>
              <a:ext uri="{FF2B5EF4-FFF2-40B4-BE49-F238E27FC236}">
                <a16:creationId xmlns:a16="http://schemas.microsoft.com/office/drawing/2014/main" id="{056F1F62-5371-0ABA-E46B-FA99E9A890E7}"/>
              </a:ext>
            </a:extLst>
          </p:cNvPr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59031" y="2113516"/>
            <a:ext cx="76189" cy="108517"/>
          </a:xfrm>
          <a:prstGeom prst="rect">
            <a:avLst/>
          </a:prstGeom>
        </p:spPr>
      </p:pic>
      <p:pic>
        <p:nvPicPr>
          <p:cNvPr id="43" name="object 87">
            <a:extLst>
              <a:ext uri="{FF2B5EF4-FFF2-40B4-BE49-F238E27FC236}">
                <a16:creationId xmlns:a16="http://schemas.microsoft.com/office/drawing/2014/main" id="{15BECAC3-8C05-CD3F-2ED0-0B8BBD2571F2}"/>
              </a:ext>
            </a:extLst>
          </p:cNvPr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17188" y="2113516"/>
            <a:ext cx="76189" cy="108517"/>
          </a:xfrm>
          <a:prstGeom prst="rect">
            <a:avLst/>
          </a:prstGeom>
        </p:spPr>
      </p:pic>
      <p:cxnSp>
        <p:nvCxnSpPr>
          <p:cNvPr id="46" name="꺾인 연결선[E] 45">
            <a:extLst>
              <a:ext uri="{FF2B5EF4-FFF2-40B4-BE49-F238E27FC236}">
                <a16:creationId xmlns:a16="http://schemas.microsoft.com/office/drawing/2014/main" id="{5BFC03FB-4B87-E717-A0F8-E532C5F7A4A5}"/>
              </a:ext>
            </a:extLst>
          </p:cNvPr>
          <p:cNvCxnSpPr>
            <a:cxnSpLocks/>
            <a:stCxn id="67" idx="0"/>
          </p:cNvCxnSpPr>
          <p:nvPr/>
        </p:nvCxnSpPr>
        <p:spPr>
          <a:xfrm rot="16200000" flipV="1">
            <a:off x="3926212" y="613948"/>
            <a:ext cx="238239" cy="614260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[E] 48">
            <a:extLst>
              <a:ext uri="{FF2B5EF4-FFF2-40B4-BE49-F238E27FC236}">
                <a16:creationId xmlns:a16="http://schemas.microsoft.com/office/drawing/2014/main" id="{30AA89FA-3546-0D2F-A846-AB5F5F1476B0}"/>
              </a:ext>
            </a:extLst>
          </p:cNvPr>
          <p:cNvCxnSpPr>
            <a:cxnSpLocks/>
            <a:stCxn id="67" idx="0"/>
          </p:cNvCxnSpPr>
          <p:nvPr/>
        </p:nvCxnSpPr>
        <p:spPr>
          <a:xfrm rot="16200000" flipV="1">
            <a:off x="4396134" y="1083870"/>
            <a:ext cx="238239" cy="520275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[E] 50">
            <a:extLst>
              <a:ext uri="{FF2B5EF4-FFF2-40B4-BE49-F238E27FC236}">
                <a16:creationId xmlns:a16="http://schemas.microsoft.com/office/drawing/2014/main" id="{29E71134-47B8-10E3-8503-7B845E3A775A}"/>
              </a:ext>
            </a:extLst>
          </p:cNvPr>
          <p:cNvCxnSpPr>
            <a:cxnSpLocks/>
            <a:stCxn id="67" idx="0"/>
          </p:cNvCxnSpPr>
          <p:nvPr/>
        </p:nvCxnSpPr>
        <p:spPr>
          <a:xfrm rot="16200000" flipV="1">
            <a:off x="4864818" y="1552554"/>
            <a:ext cx="238239" cy="426539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[E] 52">
            <a:extLst>
              <a:ext uri="{FF2B5EF4-FFF2-40B4-BE49-F238E27FC236}">
                <a16:creationId xmlns:a16="http://schemas.microsoft.com/office/drawing/2014/main" id="{B0FFAED1-EBC9-73A7-5645-035CB2AD40F8}"/>
              </a:ext>
            </a:extLst>
          </p:cNvPr>
          <p:cNvCxnSpPr>
            <a:cxnSpLocks/>
            <a:stCxn id="67" idx="0"/>
          </p:cNvCxnSpPr>
          <p:nvPr/>
        </p:nvCxnSpPr>
        <p:spPr>
          <a:xfrm rot="16200000" flipV="1">
            <a:off x="5332303" y="2020039"/>
            <a:ext cx="238239" cy="333042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4F897E3-BD1E-BD6E-07E7-F4E6AB4034EB}"/>
              </a:ext>
            </a:extLst>
          </p:cNvPr>
          <p:cNvCxnSpPr>
            <a:cxnSpLocks/>
            <a:stCxn id="19" idx="0"/>
            <a:endCxn id="7" idx="2"/>
          </p:cNvCxnSpPr>
          <p:nvPr/>
        </p:nvCxnSpPr>
        <p:spPr>
          <a:xfrm flipH="1" flipV="1">
            <a:off x="1790737" y="3566129"/>
            <a:ext cx="183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104FFB03-1501-FB3C-082D-BC7627A5538A}"/>
              </a:ext>
            </a:extLst>
          </p:cNvPr>
          <p:cNvCxnSpPr>
            <a:cxnSpLocks/>
            <a:stCxn id="18" idx="0"/>
            <a:endCxn id="6" idx="2"/>
          </p:cNvCxnSpPr>
          <p:nvPr/>
        </p:nvCxnSpPr>
        <p:spPr>
          <a:xfrm flipH="1" flipV="1">
            <a:off x="850893" y="3566129"/>
            <a:ext cx="184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3DB2FA9-CE0C-B0DB-0C83-41DE633E0C43}"/>
              </a:ext>
            </a:extLst>
          </p:cNvPr>
          <p:cNvCxnSpPr>
            <a:cxnSpLocks/>
            <a:stCxn id="20" idx="0"/>
            <a:endCxn id="8" idx="2"/>
          </p:cNvCxnSpPr>
          <p:nvPr/>
        </p:nvCxnSpPr>
        <p:spPr>
          <a:xfrm flipV="1">
            <a:off x="2727090" y="3566129"/>
            <a:ext cx="1015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727661A3-5524-4499-ECB8-7F4360341744}"/>
              </a:ext>
            </a:extLst>
          </p:cNvPr>
          <p:cNvCxnSpPr>
            <a:cxnSpLocks/>
            <a:stCxn id="33" idx="0"/>
            <a:endCxn id="9" idx="2"/>
          </p:cNvCxnSpPr>
          <p:nvPr/>
        </p:nvCxnSpPr>
        <p:spPr>
          <a:xfrm flipH="1" flipV="1">
            <a:off x="3663075" y="3566129"/>
            <a:ext cx="184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구부러진 연결선[U] 94">
            <a:extLst>
              <a:ext uri="{FF2B5EF4-FFF2-40B4-BE49-F238E27FC236}">
                <a16:creationId xmlns:a16="http://schemas.microsoft.com/office/drawing/2014/main" id="{F00D0F3A-A7DE-3B2C-C4D6-6D293977569F}"/>
              </a:ext>
            </a:extLst>
          </p:cNvPr>
          <p:cNvCxnSpPr>
            <a:stCxn id="33" idx="1"/>
            <a:endCxn id="39" idx="1"/>
          </p:cNvCxnSpPr>
          <p:nvPr/>
        </p:nvCxnSpPr>
        <p:spPr>
          <a:xfrm rot="10800000" flipH="1">
            <a:off x="3443548" y="2016444"/>
            <a:ext cx="136931" cy="2090184"/>
          </a:xfrm>
          <a:prstGeom prst="curvedConnector3">
            <a:avLst>
              <a:gd name="adj1" fmla="val -16694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구부러진 연결선[U] 95">
            <a:extLst>
              <a:ext uri="{FF2B5EF4-FFF2-40B4-BE49-F238E27FC236}">
                <a16:creationId xmlns:a16="http://schemas.microsoft.com/office/drawing/2014/main" id="{74BA40D2-5F65-ED2F-F6D8-F9CD8380C40C}"/>
              </a:ext>
            </a:extLst>
          </p:cNvPr>
          <p:cNvCxnSpPr>
            <a:cxnSpLocks/>
            <a:stCxn id="20" idx="1"/>
            <a:endCxn id="38" idx="1"/>
          </p:cNvCxnSpPr>
          <p:nvPr/>
        </p:nvCxnSpPr>
        <p:spPr>
          <a:xfrm rot="10800000" flipH="1">
            <a:off x="2507380" y="2007300"/>
            <a:ext cx="143322" cy="2099328"/>
          </a:xfrm>
          <a:prstGeom prst="curvedConnector3">
            <a:avLst>
              <a:gd name="adj1" fmla="val -15950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구부러진 연결선[U] 96">
            <a:extLst>
              <a:ext uri="{FF2B5EF4-FFF2-40B4-BE49-F238E27FC236}">
                <a16:creationId xmlns:a16="http://schemas.microsoft.com/office/drawing/2014/main" id="{02E72DF3-7EB8-9EA8-D5FC-9C316D161B7C}"/>
              </a:ext>
            </a:extLst>
          </p:cNvPr>
          <p:cNvCxnSpPr>
            <a:cxnSpLocks/>
            <a:stCxn id="19" idx="1"/>
            <a:endCxn id="37" idx="1"/>
          </p:cNvCxnSpPr>
          <p:nvPr/>
        </p:nvCxnSpPr>
        <p:spPr>
          <a:xfrm rot="10800000" flipH="1">
            <a:off x="1571209" y="2007300"/>
            <a:ext cx="144209" cy="2099328"/>
          </a:xfrm>
          <a:prstGeom prst="curvedConnector3">
            <a:avLst>
              <a:gd name="adj1" fmla="val -15852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구부러진 연결선[U] 97">
            <a:extLst>
              <a:ext uri="{FF2B5EF4-FFF2-40B4-BE49-F238E27FC236}">
                <a16:creationId xmlns:a16="http://schemas.microsoft.com/office/drawing/2014/main" id="{E1A7F5DE-50B7-1F94-94B8-6E41BD81B4B3}"/>
              </a:ext>
            </a:extLst>
          </p:cNvPr>
          <p:cNvCxnSpPr>
            <a:cxnSpLocks/>
            <a:stCxn id="18" idx="1"/>
            <a:endCxn id="36" idx="1"/>
          </p:cNvCxnSpPr>
          <p:nvPr/>
        </p:nvCxnSpPr>
        <p:spPr>
          <a:xfrm rot="10800000" flipH="1">
            <a:off x="631366" y="2010348"/>
            <a:ext cx="129197" cy="2096280"/>
          </a:xfrm>
          <a:prstGeom prst="curvedConnector3">
            <a:avLst>
              <a:gd name="adj1" fmla="val -17693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object 25">
                <a:extLst>
                  <a:ext uri="{FF2B5EF4-FFF2-40B4-BE49-F238E27FC236}">
                    <a16:creationId xmlns:a16="http://schemas.microsoft.com/office/drawing/2014/main" id="{E1A0CE3F-515C-D889-CEB1-C1AB28BAF790}"/>
                  </a:ext>
                </a:extLst>
              </p:cNvPr>
              <p:cNvSpPr txBox="1"/>
              <p:nvPr/>
            </p:nvSpPr>
            <p:spPr>
              <a:xfrm>
                <a:off x="8159897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5" name="object 25">
                <a:extLst>
                  <a:ext uri="{FF2B5EF4-FFF2-40B4-BE49-F238E27FC236}">
                    <a16:creationId xmlns:a16="http://schemas.microsoft.com/office/drawing/2014/main" id="{E1A0CE3F-515C-D889-CEB1-C1AB28BAF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9897" y="4947804"/>
                <a:ext cx="410209" cy="6045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object 27">
                <a:extLst>
                  <a:ext uri="{FF2B5EF4-FFF2-40B4-BE49-F238E27FC236}">
                    <a16:creationId xmlns:a16="http://schemas.microsoft.com/office/drawing/2014/main" id="{C36F853B-50E4-016A-5F09-3CD3FE59AE45}"/>
                  </a:ext>
                </a:extLst>
              </p:cNvPr>
              <p:cNvSpPr txBox="1"/>
              <p:nvPr/>
            </p:nvSpPr>
            <p:spPr>
              <a:xfrm>
                <a:off x="7917362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7" name="object 27">
                <a:extLst>
                  <a:ext uri="{FF2B5EF4-FFF2-40B4-BE49-F238E27FC236}">
                    <a16:creationId xmlns:a16="http://schemas.microsoft.com/office/drawing/2014/main" id="{C36F853B-50E4-016A-5F09-3CD3FE59A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362" y="2637801"/>
                <a:ext cx="410209" cy="60452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object 24">
            <a:extLst>
              <a:ext uri="{FF2B5EF4-FFF2-40B4-BE49-F238E27FC236}">
                <a16:creationId xmlns:a16="http://schemas.microsoft.com/office/drawing/2014/main" id="{535BA271-8D38-174A-4CEC-9E4B0B758742}"/>
              </a:ext>
            </a:extLst>
          </p:cNvPr>
          <p:cNvSpPr txBox="1"/>
          <p:nvPr/>
        </p:nvSpPr>
        <p:spPr>
          <a:xfrm>
            <a:off x="7771882" y="5707555"/>
            <a:ext cx="727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[START]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4" name="object 36">
            <a:extLst>
              <a:ext uri="{FF2B5EF4-FFF2-40B4-BE49-F238E27FC236}">
                <a16:creationId xmlns:a16="http://schemas.microsoft.com/office/drawing/2014/main" id="{8AFA1C73-B6F9-C1D4-9497-110994A39F98}"/>
              </a:ext>
            </a:extLst>
          </p:cNvPr>
          <p:cNvSpPr txBox="1"/>
          <p:nvPr/>
        </p:nvSpPr>
        <p:spPr>
          <a:xfrm>
            <a:off x="8858810" y="5707555"/>
            <a:ext cx="802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estamos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5" name="object 24">
            <a:extLst>
              <a:ext uri="{FF2B5EF4-FFF2-40B4-BE49-F238E27FC236}">
                <a16:creationId xmlns:a16="http://schemas.microsoft.com/office/drawing/2014/main" id="{A1E66476-5886-308E-C8FF-85AA93F4BE7C}"/>
              </a:ext>
            </a:extLst>
          </p:cNvPr>
          <p:cNvSpPr txBox="1"/>
          <p:nvPr/>
        </p:nvSpPr>
        <p:spPr>
          <a:xfrm>
            <a:off x="7734860" y="2104819"/>
            <a:ext cx="802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estamos</a:t>
            </a:r>
            <a:endParaRPr sz="1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object 35">
                <a:extLst>
                  <a:ext uri="{FF2B5EF4-FFF2-40B4-BE49-F238E27FC236}">
                    <a16:creationId xmlns:a16="http://schemas.microsoft.com/office/drawing/2014/main" id="{310B94E7-A666-00E4-6922-05DC41A77422}"/>
                  </a:ext>
                </a:extLst>
              </p:cNvPr>
              <p:cNvSpPr txBox="1"/>
              <p:nvPr/>
            </p:nvSpPr>
            <p:spPr>
              <a:xfrm>
                <a:off x="790275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38" name="object 35">
                <a:extLst>
                  <a:ext uri="{FF2B5EF4-FFF2-40B4-BE49-F238E27FC236}">
                    <a16:creationId xmlns:a16="http://schemas.microsoft.com/office/drawing/2014/main" id="{310B94E7-A666-00E4-6922-05DC41A77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2756" y="3804368"/>
                <a:ext cx="439420" cy="604520"/>
              </a:xfrm>
              <a:prstGeom prst="rect">
                <a:avLst/>
              </a:prstGeom>
              <a:blipFill>
                <a:blip r:embed="rId26"/>
                <a:stretch>
                  <a:fillRect r="-1081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67602EEE-B615-94E0-7890-E93005653E5C}"/>
              </a:ext>
            </a:extLst>
          </p:cNvPr>
          <p:cNvCxnSpPr>
            <a:cxnSpLocks/>
            <a:stCxn id="138" idx="0"/>
            <a:endCxn id="127" idx="2"/>
          </p:cNvCxnSpPr>
          <p:nvPr/>
        </p:nvCxnSpPr>
        <p:spPr>
          <a:xfrm flipV="1">
            <a:off x="8122466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0BBD0E4F-71D0-CA3C-7E1C-6617BC777155}"/>
              </a:ext>
            </a:extLst>
          </p:cNvPr>
          <p:cNvCxnSpPr>
            <a:cxnSpLocks/>
          </p:cNvCxnSpPr>
          <p:nvPr/>
        </p:nvCxnSpPr>
        <p:spPr>
          <a:xfrm flipH="1" flipV="1">
            <a:off x="8248808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FC58C922-AF57-8CAE-20BA-FF30F86D5B25}"/>
              </a:ext>
            </a:extLst>
          </p:cNvPr>
          <p:cNvSpPr/>
          <p:nvPr/>
        </p:nvSpPr>
        <p:spPr>
          <a:xfrm>
            <a:off x="7897159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D93EAB5C-A0EF-C980-11B1-0F4FA3311DD4}"/>
              </a:ext>
            </a:extLst>
          </p:cNvPr>
          <p:cNvSpPr/>
          <p:nvPr/>
        </p:nvSpPr>
        <p:spPr>
          <a:xfrm>
            <a:off x="9040159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object 25">
                <a:extLst>
                  <a:ext uri="{FF2B5EF4-FFF2-40B4-BE49-F238E27FC236}">
                    <a16:creationId xmlns:a16="http://schemas.microsoft.com/office/drawing/2014/main" id="{D7B51790-CFAB-3D23-02E5-EE5FE6DC517E}"/>
                  </a:ext>
                </a:extLst>
              </p:cNvPr>
              <p:cNvSpPr txBox="1"/>
              <p:nvPr/>
            </p:nvSpPr>
            <p:spPr>
              <a:xfrm>
                <a:off x="7694814" y="4947804"/>
                <a:ext cx="410209" cy="604520"/>
              </a:xfrm>
              <a:prstGeom prst="rect">
                <a:avLst/>
              </a:prstGeom>
              <a:solidFill>
                <a:srgbClr val="EBDBF3"/>
              </a:solidFill>
              <a:ln w="12700">
                <a:solidFill>
                  <a:srgbClr val="BC44C4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2" name="object 25">
                <a:extLst>
                  <a:ext uri="{FF2B5EF4-FFF2-40B4-BE49-F238E27FC236}">
                    <a16:creationId xmlns:a16="http://schemas.microsoft.com/office/drawing/2014/main" id="{D7B51790-CFAB-3D23-02E5-EE5FE6DC5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814" y="4947804"/>
                <a:ext cx="410209" cy="60452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 w="12700">
                <a:solidFill>
                  <a:srgbClr val="BC44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object 26">
                <a:extLst>
                  <a:ext uri="{FF2B5EF4-FFF2-40B4-BE49-F238E27FC236}">
                    <a16:creationId xmlns:a16="http://schemas.microsoft.com/office/drawing/2014/main" id="{AB147C14-E6EC-B220-C8A1-4E6DFF13FC00}"/>
                  </a:ext>
                </a:extLst>
              </p:cNvPr>
              <p:cNvSpPr txBox="1"/>
              <p:nvPr/>
            </p:nvSpPr>
            <p:spPr>
              <a:xfrm>
                <a:off x="8837814" y="4947804"/>
                <a:ext cx="410209" cy="604520"/>
              </a:xfrm>
              <a:prstGeom prst="rect">
                <a:avLst/>
              </a:prstGeom>
              <a:solidFill>
                <a:srgbClr val="EBDBF3"/>
              </a:solidFill>
              <a:ln w="12700">
                <a:solidFill>
                  <a:srgbClr val="BC44C4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04775">
                  <a:spcBef>
                    <a:spcPts val="1080"/>
                  </a:spcBef>
                  <a:defRPr kumimoji="1" sz="200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smtClean="0"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altLang="ko-KR" dirty="0"/>
              </a:p>
            </p:txBody>
          </p:sp>
        </mc:Choice>
        <mc:Fallback xmlns="">
          <p:sp>
            <p:nvSpPr>
              <p:cNvPr id="163" name="object 26">
                <a:extLst>
                  <a:ext uri="{FF2B5EF4-FFF2-40B4-BE49-F238E27FC236}">
                    <a16:creationId xmlns:a16="http://schemas.microsoft.com/office/drawing/2014/main" id="{AB147C14-E6EC-B220-C8A1-4E6DFF13F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7814" y="4947804"/>
                <a:ext cx="410209" cy="604520"/>
              </a:xfrm>
              <a:prstGeom prst="rect">
                <a:avLst/>
              </a:prstGeom>
              <a:blipFill>
                <a:blip r:embed="rId28"/>
                <a:stretch>
                  <a:fillRect r="-35294"/>
                </a:stretch>
              </a:blipFill>
              <a:ln w="12700">
                <a:solidFill>
                  <a:srgbClr val="BC44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C8AC890B-03DC-C9F5-18C3-75BA9AA03AD8}"/>
              </a:ext>
            </a:extLst>
          </p:cNvPr>
          <p:cNvCxnSpPr>
            <a:cxnSpLocks/>
          </p:cNvCxnSpPr>
          <p:nvPr/>
        </p:nvCxnSpPr>
        <p:spPr>
          <a:xfrm flipH="1" flipV="1">
            <a:off x="7999408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[E] 171">
            <a:extLst>
              <a:ext uri="{FF2B5EF4-FFF2-40B4-BE49-F238E27FC236}">
                <a16:creationId xmlns:a16="http://schemas.microsoft.com/office/drawing/2014/main" id="{22A3171E-2F4A-36AB-9E22-977D0548E99D}"/>
              </a:ext>
            </a:extLst>
          </p:cNvPr>
          <p:cNvCxnSpPr>
            <a:cxnSpLocks/>
            <a:stCxn id="174" idx="3"/>
          </p:cNvCxnSpPr>
          <p:nvPr/>
        </p:nvCxnSpPr>
        <p:spPr>
          <a:xfrm>
            <a:off x="8776561" y="2619126"/>
            <a:ext cx="155848" cy="232867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69BCC993-E7D4-A31E-D06C-9A3E5DCA4488}"/>
              </a:ext>
            </a:extLst>
          </p:cNvPr>
          <p:cNvSpPr/>
          <p:nvPr/>
        </p:nvSpPr>
        <p:spPr>
          <a:xfrm>
            <a:off x="8476864" y="2469277"/>
            <a:ext cx="299697" cy="29969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000" dirty="0">
                <a:solidFill>
                  <a:sysClr val="windowText" lastClr="000000"/>
                </a:solidFill>
              </a:rPr>
              <a:t>+</a:t>
            </a:r>
            <a:endParaRPr kumimoji="1" lang="ko-KR" altLang="en-US" sz="2000" dirty="0">
              <a:solidFill>
                <a:sysClr val="windowText" lastClr="000000"/>
              </a:solidFill>
            </a:endParaRPr>
          </a:p>
        </p:txBody>
      </p:sp>
      <p:cxnSp>
        <p:nvCxnSpPr>
          <p:cNvPr id="179" name="꺾인 연결선[E] 178">
            <a:extLst>
              <a:ext uri="{FF2B5EF4-FFF2-40B4-BE49-F238E27FC236}">
                <a16:creationId xmlns:a16="http://schemas.microsoft.com/office/drawing/2014/main" id="{0FA97810-4B5A-77D4-78CC-42BCBFC4B961}"/>
              </a:ext>
            </a:extLst>
          </p:cNvPr>
          <p:cNvCxnSpPr>
            <a:cxnSpLocks/>
            <a:stCxn id="39" idx="0"/>
            <a:endCxn id="174" idx="0"/>
          </p:cNvCxnSpPr>
          <p:nvPr/>
        </p:nvCxnSpPr>
        <p:spPr>
          <a:xfrm rot="16200000" flipH="1">
            <a:off x="5877179" y="-280256"/>
            <a:ext cx="536177" cy="4962889"/>
          </a:xfrm>
          <a:prstGeom prst="bentConnector3">
            <a:avLst>
              <a:gd name="adj1" fmla="val -4263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[E] 182">
            <a:extLst>
              <a:ext uri="{FF2B5EF4-FFF2-40B4-BE49-F238E27FC236}">
                <a16:creationId xmlns:a16="http://schemas.microsoft.com/office/drawing/2014/main" id="{A024598D-CE87-056A-E734-36F9FDB5D2F5}"/>
              </a:ext>
            </a:extLst>
          </p:cNvPr>
          <p:cNvCxnSpPr>
            <a:cxnSpLocks/>
            <a:stCxn id="38" idx="0"/>
            <a:endCxn id="174" idx="0"/>
          </p:cNvCxnSpPr>
          <p:nvPr/>
        </p:nvCxnSpPr>
        <p:spPr>
          <a:xfrm rot="16200000" flipH="1">
            <a:off x="5407718" y="-749717"/>
            <a:ext cx="545321" cy="5892667"/>
          </a:xfrm>
          <a:prstGeom prst="bentConnector3">
            <a:avLst>
              <a:gd name="adj1" fmla="val -4192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꺾인 연결선[E] 184">
            <a:extLst>
              <a:ext uri="{FF2B5EF4-FFF2-40B4-BE49-F238E27FC236}">
                <a16:creationId xmlns:a16="http://schemas.microsoft.com/office/drawing/2014/main" id="{916B3896-8AE5-714D-F2BB-5F5F5A1232E2}"/>
              </a:ext>
            </a:extLst>
          </p:cNvPr>
          <p:cNvCxnSpPr>
            <a:cxnSpLocks/>
            <a:stCxn id="37" idx="0"/>
            <a:endCxn id="174" idx="0"/>
          </p:cNvCxnSpPr>
          <p:nvPr/>
        </p:nvCxnSpPr>
        <p:spPr>
          <a:xfrm rot="16200000" flipH="1">
            <a:off x="4940077" y="-1217359"/>
            <a:ext cx="545321" cy="6827950"/>
          </a:xfrm>
          <a:prstGeom prst="bentConnector3">
            <a:avLst>
              <a:gd name="adj1" fmla="val -4192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꺾인 연결선[E] 185">
            <a:extLst>
              <a:ext uri="{FF2B5EF4-FFF2-40B4-BE49-F238E27FC236}">
                <a16:creationId xmlns:a16="http://schemas.microsoft.com/office/drawing/2014/main" id="{48978098-4723-D143-66C5-B58389DCC99A}"/>
              </a:ext>
            </a:extLst>
          </p:cNvPr>
          <p:cNvCxnSpPr>
            <a:cxnSpLocks/>
            <a:stCxn id="36" idx="0"/>
            <a:endCxn id="174" idx="0"/>
          </p:cNvCxnSpPr>
          <p:nvPr/>
        </p:nvCxnSpPr>
        <p:spPr>
          <a:xfrm rot="16200000" flipH="1">
            <a:off x="4464173" y="-1693262"/>
            <a:ext cx="542273" cy="7782805"/>
          </a:xfrm>
          <a:prstGeom prst="bentConnector3">
            <a:avLst>
              <a:gd name="adj1" fmla="val -4215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object 41">
                <a:extLst>
                  <a:ext uri="{FF2B5EF4-FFF2-40B4-BE49-F238E27FC236}">
                    <a16:creationId xmlns:a16="http://schemas.microsoft.com/office/drawing/2014/main" id="{C7BF7E3D-7E6F-8F76-14BC-7D8BA148E8D6}"/>
                  </a:ext>
                </a:extLst>
              </p:cNvPr>
              <p:cNvSpPr txBox="1"/>
              <p:nvPr/>
            </p:nvSpPr>
            <p:spPr>
              <a:xfrm>
                <a:off x="9908628" y="1671680"/>
                <a:ext cx="2248837" cy="75148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spcBef>
                    <a:spcPts val="100"/>
                  </a:spcBef>
                </a:pPr>
                <a:r>
                  <a:rPr lang="en" sz="1600" b="1" spc="-10" dirty="0">
                    <a:latin typeface="Arial" panose="020B0604020202020204" pitchFamily="34" charset="0"/>
                    <a:cs typeface="Arial" panose="020B0604020202020204" pitchFamily="34" charset="0"/>
                  </a:rPr>
                  <a:t>Repeat</a:t>
                </a:r>
                <a:r>
                  <a:rPr lang="en" sz="1600" spc="-1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br>
                  <a:rPr lang="en" sz="1600" spc="-1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" sz="1600" spc="-10" dirty="0">
                    <a:latin typeface="Arial" panose="020B0604020202020204" pitchFamily="34" charset="0"/>
                    <a:cs typeface="Arial" panose="020B0604020202020204" pitchFamily="34" charset="0"/>
                  </a:rPr>
                  <a:t>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𝐬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" sz="1600" spc="-1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compute new context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600" b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𝐜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" sz="1600" spc="-1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4" name="object 41">
                <a:extLst>
                  <a:ext uri="{FF2B5EF4-FFF2-40B4-BE49-F238E27FC236}">
                    <a16:creationId xmlns:a16="http://schemas.microsoft.com/office/drawing/2014/main" id="{C7BF7E3D-7E6F-8F76-14BC-7D8BA148E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8628" y="1671680"/>
                <a:ext cx="2248837" cy="751488"/>
              </a:xfrm>
              <a:prstGeom prst="rect">
                <a:avLst/>
              </a:prstGeom>
              <a:blipFill>
                <a:blip r:embed="rId29"/>
                <a:stretch>
                  <a:fillRect l="-5056" t="-6557" r="-562"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object 19">
            <a:extLst>
              <a:ext uri="{FF2B5EF4-FFF2-40B4-BE49-F238E27FC236}">
                <a16:creationId xmlns:a16="http://schemas.microsoft.com/office/drawing/2014/main" id="{6ADF33C0-8539-097B-32FD-AF6FAEEF3EEF}"/>
              </a:ext>
            </a:extLst>
          </p:cNvPr>
          <p:cNvSpPr txBox="1"/>
          <p:nvPr/>
        </p:nvSpPr>
        <p:spPr>
          <a:xfrm>
            <a:off x="6896922" y="3804368"/>
            <a:ext cx="439420" cy="17705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37795" rIns="0" bIns="0" rtlCol="0">
            <a:noAutofit/>
          </a:bodyPr>
          <a:lstStyle/>
          <a:p>
            <a:pPr marL="126364">
              <a:lnSpc>
                <a:spcPct val="100000"/>
              </a:lnSpc>
              <a:spcBef>
                <a:spcPts val="1085"/>
              </a:spcBef>
            </a:pPr>
            <a:endParaRPr sz="1950" baseline="-17094" dirty="0">
              <a:latin typeface="Calibri"/>
              <a:cs typeface="Calibri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15C5E300-C28C-FE82-B5C5-5531D7EBB2C0}"/>
              </a:ext>
            </a:extLst>
          </p:cNvPr>
          <p:cNvCxnSpPr>
            <a:cxnSpLocks/>
            <a:stCxn id="67" idx="2"/>
            <a:endCxn id="67" idx="0"/>
          </p:cNvCxnSpPr>
          <p:nvPr/>
        </p:nvCxnSpPr>
        <p:spPr>
          <a:xfrm flipV="1">
            <a:off x="7116632" y="3804368"/>
            <a:ext cx="0" cy="17705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26">
                <a:extLst>
                  <a:ext uri="{FF2B5EF4-FFF2-40B4-BE49-F238E27FC236}">
                    <a16:creationId xmlns:a16="http://schemas.microsoft.com/office/drawing/2014/main" id="{4B842011-DE91-E9AA-4253-15136C489BFB}"/>
                  </a:ext>
                </a:extLst>
              </p:cNvPr>
              <p:cNvSpPr txBox="1"/>
              <p:nvPr/>
            </p:nvSpPr>
            <p:spPr>
              <a:xfrm>
                <a:off x="9302897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7" name="object 26">
                <a:extLst>
                  <a:ext uri="{FF2B5EF4-FFF2-40B4-BE49-F238E27FC236}">
                    <a16:creationId xmlns:a16="http://schemas.microsoft.com/office/drawing/2014/main" id="{4B842011-DE91-E9AA-4253-15136C489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897" y="4947804"/>
                <a:ext cx="410209" cy="6045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28">
                <a:extLst>
                  <a:ext uri="{FF2B5EF4-FFF2-40B4-BE49-F238E27FC236}">
                    <a16:creationId xmlns:a16="http://schemas.microsoft.com/office/drawing/2014/main" id="{184C647A-A582-6ADC-1C87-5C71FB72C687}"/>
                  </a:ext>
                </a:extLst>
              </p:cNvPr>
              <p:cNvSpPr txBox="1"/>
              <p:nvPr/>
            </p:nvSpPr>
            <p:spPr>
              <a:xfrm>
                <a:off x="9060362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8" name="object 28">
                <a:extLst>
                  <a:ext uri="{FF2B5EF4-FFF2-40B4-BE49-F238E27FC236}">
                    <a16:creationId xmlns:a16="http://schemas.microsoft.com/office/drawing/2014/main" id="{184C647A-A582-6ADC-1C87-5C71FB72C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362" y="2637801"/>
                <a:ext cx="410209" cy="60452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bject 31">
            <a:extLst>
              <a:ext uri="{FF2B5EF4-FFF2-40B4-BE49-F238E27FC236}">
                <a16:creationId xmlns:a16="http://schemas.microsoft.com/office/drawing/2014/main" id="{721F4129-7B79-944E-FF64-CBC1BA43A147}"/>
              </a:ext>
            </a:extLst>
          </p:cNvPr>
          <p:cNvSpPr txBox="1"/>
          <p:nvPr/>
        </p:nvSpPr>
        <p:spPr>
          <a:xfrm>
            <a:off x="7734860" y="2104819"/>
            <a:ext cx="2000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0450" algn="l"/>
              </a:tabLst>
            </a:pPr>
            <a:r>
              <a:rPr sz="1800" spc="-10" dirty="0">
                <a:latin typeface="Calibri"/>
                <a:cs typeface="Calibri"/>
              </a:rPr>
              <a:t>estamos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15" baseline="1543" dirty="0">
                <a:latin typeface="Calibri"/>
                <a:cs typeface="Calibri"/>
              </a:rPr>
              <a:t>comiendo</a:t>
            </a:r>
            <a:endParaRPr sz="2700" baseline="1543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35">
                <a:extLst>
                  <a:ext uri="{FF2B5EF4-FFF2-40B4-BE49-F238E27FC236}">
                    <a16:creationId xmlns:a16="http://schemas.microsoft.com/office/drawing/2014/main" id="{BF541584-4A65-2937-6235-802A1EA73406}"/>
                  </a:ext>
                </a:extLst>
              </p:cNvPr>
              <p:cNvSpPr txBox="1"/>
              <p:nvPr/>
            </p:nvSpPr>
            <p:spPr>
              <a:xfrm>
                <a:off x="904575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2" name="object 35">
                <a:extLst>
                  <a:ext uri="{FF2B5EF4-FFF2-40B4-BE49-F238E27FC236}">
                    <a16:creationId xmlns:a16="http://schemas.microsoft.com/office/drawing/2014/main" id="{BF541584-4A65-2937-6235-802A1EA73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5756" y="3804368"/>
                <a:ext cx="439420" cy="604520"/>
              </a:xfrm>
              <a:prstGeom prst="rect">
                <a:avLst/>
              </a:prstGeom>
              <a:blipFill>
                <a:blip r:embed="rId32"/>
                <a:stretch>
                  <a:fillRect r="-13514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0EE74D4A-1115-D5AA-F9AA-55213DF8FE88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8342176" y="4106628"/>
            <a:ext cx="7035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19026744-1507-6696-D5B7-618195BAE45B}"/>
              </a:ext>
            </a:extLst>
          </p:cNvPr>
          <p:cNvCxnSpPr>
            <a:cxnSpLocks/>
            <a:stCxn id="52" idx="0"/>
            <a:endCxn id="48" idx="2"/>
          </p:cNvCxnSpPr>
          <p:nvPr/>
        </p:nvCxnSpPr>
        <p:spPr>
          <a:xfrm flipV="1">
            <a:off x="9265466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1C2AEDEF-7539-4309-1B07-2E062BD785EC}"/>
              </a:ext>
            </a:extLst>
          </p:cNvPr>
          <p:cNvCxnSpPr>
            <a:cxnSpLocks/>
          </p:cNvCxnSpPr>
          <p:nvPr/>
        </p:nvCxnSpPr>
        <p:spPr>
          <a:xfrm flipH="1" flipV="1">
            <a:off x="9391808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64D8434E-3D57-EBDE-84CB-D731EB9C4EEA}"/>
              </a:ext>
            </a:extLst>
          </p:cNvPr>
          <p:cNvCxnSpPr>
            <a:cxnSpLocks/>
          </p:cNvCxnSpPr>
          <p:nvPr/>
        </p:nvCxnSpPr>
        <p:spPr>
          <a:xfrm flipH="1" flipV="1">
            <a:off x="9142408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bject 41">
                <a:extLst>
                  <a:ext uri="{FF2B5EF4-FFF2-40B4-BE49-F238E27FC236}">
                    <a16:creationId xmlns:a16="http://schemas.microsoft.com/office/drawing/2014/main" id="{D7E10434-54B6-1547-F0C8-B6221B0335CB}"/>
                  </a:ext>
                </a:extLst>
              </p:cNvPr>
              <p:cNvSpPr txBox="1"/>
              <p:nvPr/>
            </p:nvSpPr>
            <p:spPr>
              <a:xfrm>
                <a:off x="9908628" y="2562432"/>
                <a:ext cx="2248837" cy="25904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spcBef>
                    <a:spcPts val="100"/>
                  </a:spcBef>
                </a:pPr>
                <a:r>
                  <a:rPr lang="en" sz="1600" spc="-10" dirty="0">
                    <a:latin typeface="Arial" panose="020B0604020202020204" pitchFamily="34" charset="0"/>
                    <a:cs typeface="Arial" panose="020B0604020202020204" pitchFamily="34" charset="0"/>
                  </a:rPr>
                  <a:t>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600" b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𝐜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" sz="1600" spc="-1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compute</a:t>
                </a:r>
                <a:r>
                  <a:rPr lang="en" altLang="ko-KR" sz="1600" spc="-1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𝐬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" sz="1600" spc="-1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8" name="object 41">
                <a:extLst>
                  <a:ext uri="{FF2B5EF4-FFF2-40B4-BE49-F238E27FC236}">
                    <a16:creationId xmlns:a16="http://schemas.microsoft.com/office/drawing/2014/main" id="{D7E10434-54B6-1547-F0C8-B6221B033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8628" y="2562432"/>
                <a:ext cx="2248837" cy="259045"/>
              </a:xfrm>
              <a:prstGeom prst="rect">
                <a:avLst/>
              </a:prstGeom>
              <a:blipFill>
                <a:blip r:embed="rId33"/>
                <a:stretch>
                  <a:fillRect l="-5056" t="-18182" b="-45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꺾인 연결선[E] 58">
            <a:extLst>
              <a:ext uri="{FF2B5EF4-FFF2-40B4-BE49-F238E27FC236}">
                <a16:creationId xmlns:a16="http://schemas.microsoft.com/office/drawing/2014/main" id="{2A39FA78-643F-4525-CCF1-20AB6158E695}"/>
              </a:ext>
            </a:extLst>
          </p:cNvPr>
          <p:cNvCxnSpPr>
            <a:cxnSpLocks/>
            <a:stCxn id="60" idx="1"/>
          </p:cNvCxnSpPr>
          <p:nvPr/>
        </p:nvCxnSpPr>
        <p:spPr>
          <a:xfrm rot="10800000">
            <a:off x="7116633" y="3981427"/>
            <a:ext cx="789283" cy="45479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bject 19">
            <a:extLst>
              <a:ext uri="{FF2B5EF4-FFF2-40B4-BE49-F238E27FC236}">
                <a16:creationId xmlns:a16="http://schemas.microsoft.com/office/drawing/2014/main" id="{0F5A7138-5AC8-759F-DB05-46A4785DA9F8}"/>
              </a:ext>
            </a:extLst>
          </p:cNvPr>
          <p:cNvSpPr txBox="1"/>
          <p:nvPr/>
        </p:nvSpPr>
        <p:spPr>
          <a:xfrm>
            <a:off x="7905915" y="3938376"/>
            <a:ext cx="439420" cy="17705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37795" rIns="0" bIns="0" rtlCol="0">
            <a:noAutofit/>
          </a:bodyPr>
          <a:lstStyle/>
          <a:p>
            <a:pPr marL="126364">
              <a:lnSpc>
                <a:spcPct val="100000"/>
              </a:lnSpc>
              <a:spcBef>
                <a:spcPts val="1085"/>
              </a:spcBef>
            </a:pPr>
            <a:endParaRPr sz="1950" baseline="-17094" dirty="0">
              <a:latin typeface="Calibri"/>
              <a:cs typeface="Calibri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350A60EB-04E5-5E28-6530-DAD0750F74B8}"/>
              </a:ext>
            </a:extLst>
          </p:cNvPr>
          <p:cNvCxnSpPr>
            <a:cxnSpLocks/>
          </p:cNvCxnSpPr>
          <p:nvPr/>
        </p:nvCxnSpPr>
        <p:spPr>
          <a:xfrm>
            <a:off x="6046556" y="4106628"/>
            <a:ext cx="1856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6135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220A-0278-1124-5512-FC22EB7E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ko-KR" dirty="0"/>
              <a:t>Sequence-to-Sequence with RNNs and Attention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F7F2A0-6B63-C6B6-64F6-4DE0300F4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Recall machine translation with seq2seq modeling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77165-0F96-D1F8-FAFE-7231369357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65</a:t>
            </a:fld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/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E1F1D1A2-1332-DE6F-1D91-E2585EAB1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25" y="4947804"/>
                <a:ext cx="381000" cy="604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1">
            <a:extLst>
              <a:ext uri="{FF2B5EF4-FFF2-40B4-BE49-F238E27FC236}">
                <a16:creationId xmlns:a16="http://schemas.microsoft.com/office/drawing/2014/main" id="{34891093-F2DF-A630-D817-24625B567060}"/>
              </a:ext>
            </a:extLst>
          </p:cNvPr>
          <p:cNvSpPr txBox="1"/>
          <p:nvPr/>
        </p:nvSpPr>
        <p:spPr>
          <a:xfrm>
            <a:off x="703934" y="5707555"/>
            <a:ext cx="299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we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E9FC08D-FDB3-9931-86F4-4080A735E30D}"/>
              </a:ext>
            </a:extLst>
          </p:cNvPr>
          <p:cNvSpPr txBox="1"/>
          <p:nvPr/>
        </p:nvSpPr>
        <p:spPr>
          <a:xfrm>
            <a:off x="1627977" y="5707555"/>
            <a:ext cx="32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A922632A-3A02-8005-DFDD-D5CF328447B5}"/>
              </a:ext>
            </a:extLst>
          </p:cNvPr>
          <p:cNvSpPr txBox="1"/>
          <p:nvPr/>
        </p:nvSpPr>
        <p:spPr>
          <a:xfrm>
            <a:off x="2424699" y="5707555"/>
            <a:ext cx="604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eating</a:t>
            </a:r>
            <a:endParaRPr sz="1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/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A497CFD-0E6D-6B0F-912D-6AD20EFD4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194" y="4947804"/>
                <a:ext cx="381000" cy="604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/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D88317C6-E2C7-2DD9-C447-1E17EBD8B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363" y="4947804"/>
                <a:ext cx="381000" cy="604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/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769A7C1A-FBB6-C3B6-8A20-D4B177EDC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67" y="3804368"/>
                <a:ext cx="439420" cy="604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/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2AD6E32E-2F6F-BDA0-C461-CCD5AE8A1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210" y="3804368"/>
                <a:ext cx="439420" cy="604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/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4C32AB78-0F30-1508-E468-5650EAE0A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380" y="3804368"/>
                <a:ext cx="439420" cy="604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/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8F59EC07-852A-3A42-DD45-091594600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36" y="3804368"/>
                <a:ext cx="439420" cy="604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bject 29">
            <a:extLst>
              <a:ext uri="{FF2B5EF4-FFF2-40B4-BE49-F238E27FC236}">
                <a16:creationId xmlns:a16="http://schemas.microsoft.com/office/drawing/2014/main" id="{384DF9A3-DED2-CD79-0AB4-4DDD79EEF4BA}"/>
              </a:ext>
            </a:extLst>
          </p:cNvPr>
          <p:cNvSpPr txBox="1"/>
          <p:nvPr/>
        </p:nvSpPr>
        <p:spPr>
          <a:xfrm>
            <a:off x="3379567" y="5707555"/>
            <a:ext cx="566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bread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/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solidFill>
                <a:srgbClr val="FBE5D6"/>
              </a:solidFill>
              <a:ln w="12700">
                <a:solidFill>
                  <a:srgbClr val="ED7D31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B23F9471-8EEA-B58A-5DEF-456B8F2BA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759" y="4947804"/>
                <a:ext cx="381000" cy="604520"/>
              </a:xfrm>
              <a:prstGeom prst="rect">
                <a:avLst/>
              </a:prstGeom>
              <a:blipFill>
                <a:blip r:embed="rId9"/>
                <a:stretch>
                  <a:fillRect r="-3226"/>
                </a:stretch>
              </a:blipFill>
              <a:ln w="12700">
                <a:solidFill>
                  <a:srgbClr val="ED7D3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/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solidFill>
                <a:srgbClr val="DAE3F3"/>
              </a:solidFill>
              <a:ln w="12700">
                <a:solidFill>
                  <a:srgbClr val="4472C4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09855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3" name="object 31">
                <a:extLst>
                  <a:ext uri="{FF2B5EF4-FFF2-40B4-BE49-F238E27FC236}">
                    <a16:creationId xmlns:a16="http://schemas.microsoft.com/office/drawing/2014/main" id="{071A16DB-2342-AB58-5A5B-D6CECBAC4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549" y="3804368"/>
                <a:ext cx="439420" cy="6045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C2AFB77-5884-F5F3-3079-69A740D1D2EF}"/>
              </a:ext>
            </a:extLst>
          </p:cNvPr>
          <p:cNvCxnSpPr>
            <a:stCxn id="32" idx="0"/>
            <a:endCxn id="33" idx="2"/>
          </p:cNvCxnSpPr>
          <p:nvPr/>
        </p:nvCxnSpPr>
        <p:spPr>
          <a:xfrm flipV="1">
            <a:off x="3663259" y="4408888"/>
            <a:ext cx="0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7CA5A02-1BDC-6F20-0E2E-528240DDF5D8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2726863" y="4408888"/>
            <a:ext cx="227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F6BDE7A9-1895-45EE-2DFF-4B028E31371D}"/>
              </a:ext>
            </a:extLst>
          </p:cNvPr>
          <p:cNvCxnSpPr>
            <a:cxnSpLocks/>
            <a:stCxn id="16" idx="0"/>
            <a:endCxn id="19" idx="2"/>
          </p:cNvCxnSpPr>
          <p:nvPr/>
        </p:nvCxnSpPr>
        <p:spPr>
          <a:xfrm flipV="1">
            <a:off x="1790694" y="4408888"/>
            <a:ext cx="226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C6C9792-105A-3880-7A9F-6E1C540D46EA}"/>
              </a:ext>
            </a:extLst>
          </p:cNvPr>
          <p:cNvCxnSpPr>
            <a:cxnSpLocks/>
            <a:stCxn id="12" idx="0"/>
            <a:endCxn id="18" idx="2"/>
          </p:cNvCxnSpPr>
          <p:nvPr/>
        </p:nvCxnSpPr>
        <p:spPr>
          <a:xfrm flipH="1" flipV="1">
            <a:off x="851077" y="4408888"/>
            <a:ext cx="3448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C694EA8F-B171-77FE-FE4C-4C49A49074FF}"/>
              </a:ext>
            </a:extLst>
          </p:cNvPr>
          <p:cNvCxnSpPr>
            <a:cxnSpLocks/>
          </p:cNvCxnSpPr>
          <p:nvPr/>
        </p:nvCxnSpPr>
        <p:spPr>
          <a:xfrm>
            <a:off x="2010630" y="4106628"/>
            <a:ext cx="4967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250998C-718F-56E5-DEAA-61255ACC50C6}"/>
              </a:ext>
            </a:extLst>
          </p:cNvPr>
          <p:cNvCxnSpPr>
            <a:cxnSpLocks/>
          </p:cNvCxnSpPr>
          <p:nvPr/>
        </p:nvCxnSpPr>
        <p:spPr>
          <a:xfrm>
            <a:off x="1070787" y="4106628"/>
            <a:ext cx="500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8D23C66-F48D-6F02-A75C-9FE311F5C6EF}"/>
              </a:ext>
            </a:extLst>
          </p:cNvPr>
          <p:cNvCxnSpPr>
            <a:cxnSpLocks/>
          </p:cNvCxnSpPr>
          <p:nvPr/>
        </p:nvCxnSpPr>
        <p:spPr>
          <a:xfrm>
            <a:off x="2946800" y="4106628"/>
            <a:ext cx="49674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2C82DE96-5214-F525-DB04-DD808DD52C69}"/>
              </a:ext>
            </a:extLst>
          </p:cNvPr>
          <p:cNvCxnSpPr>
            <a:cxnSpLocks/>
          </p:cNvCxnSpPr>
          <p:nvPr/>
        </p:nvCxnSpPr>
        <p:spPr>
          <a:xfrm>
            <a:off x="3882969" y="4106628"/>
            <a:ext cx="17241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2A4765A8-FD36-7CD6-90B5-37F5EEA284EA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Bahdanau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et. al., Neural machine translation by jointly learning to align and translate, ICLR 2015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79BB0C-5214-B412-527C-1EA0F04277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4F897E3-BD1E-BD6E-07E7-F4E6AB4034EB}"/>
              </a:ext>
            </a:extLst>
          </p:cNvPr>
          <p:cNvCxnSpPr>
            <a:cxnSpLocks/>
            <a:stCxn id="19" idx="0"/>
          </p:cNvCxnSpPr>
          <p:nvPr/>
        </p:nvCxnSpPr>
        <p:spPr>
          <a:xfrm flipH="1" flipV="1">
            <a:off x="1790737" y="3566129"/>
            <a:ext cx="183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104FFB03-1501-FB3C-082D-BC7627A5538A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850893" y="3566129"/>
            <a:ext cx="184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3DB2FA9-CE0C-B0DB-0C83-41DE633E0C43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2727090" y="3566129"/>
            <a:ext cx="1015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727661A3-5524-4499-ECB8-7F4360341744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3663075" y="3566129"/>
            <a:ext cx="184" cy="2382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object 25">
                <a:extLst>
                  <a:ext uri="{FF2B5EF4-FFF2-40B4-BE49-F238E27FC236}">
                    <a16:creationId xmlns:a16="http://schemas.microsoft.com/office/drawing/2014/main" id="{E1A0CE3F-515C-D889-CEB1-C1AB28BAF790}"/>
                  </a:ext>
                </a:extLst>
              </p:cNvPr>
              <p:cNvSpPr txBox="1"/>
              <p:nvPr/>
            </p:nvSpPr>
            <p:spPr>
              <a:xfrm>
                <a:off x="8159897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5" name="object 25">
                <a:extLst>
                  <a:ext uri="{FF2B5EF4-FFF2-40B4-BE49-F238E27FC236}">
                    <a16:creationId xmlns:a16="http://schemas.microsoft.com/office/drawing/2014/main" id="{E1A0CE3F-515C-D889-CEB1-C1AB28BAF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9897" y="4947804"/>
                <a:ext cx="410209" cy="6045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object 24">
            <a:extLst>
              <a:ext uri="{FF2B5EF4-FFF2-40B4-BE49-F238E27FC236}">
                <a16:creationId xmlns:a16="http://schemas.microsoft.com/office/drawing/2014/main" id="{535BA271-8D38-174A-4CEC-9E4B0B758742}"/>
              </a:ext>
            </a:extLst>
          </p:cNvPr>
          <p:cNvSpPr txBox="1"/>
          <p:nvPr/>
        </p:nvSpPr>
        <p:spPr>
          <a:xfrm>
            <a:off x="7771882" y="5707555"/>
            <a:ext cx="727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[START]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4" name="object 36">
            <a:extLst>
              <a:ext uri="{FF2B5EF4-FFF2-40B4-BE49-F238E27FC236}">
                <a16:creationId xmlns:a16="http://schemas.microsoft.com/office/drawing/2014/main" id="{8AFA1C73-B6F9-C1D4-9497-110994A39F98}"/>
              </a:ext>
            </a:extLst>
          </p:cNvPr>
          <p:cNvSpPr txBox="1"/>
          <p:nvPr/>
        </p:nvSpPr>
        <p:spPr>
          <a:xfrm>
            <a:off x="8858810" y="5707555"/>
            <a:ext cx="802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estamos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object 35">
                <a:extLst>
                  <a:ext uri="{FF2B5EF4-FFF2-40B4-BE49-F238E27FC236}">
                    <a16:creationId xmlns:a16="http://schemas.microsoft.com/office/drawing/2014/main" id="{310B94E7-A666-00E4-6922-05DC41A77422}"/>
                  </a:ext>
                </a:extLst>
              </p:cNvPr>
              <p:cNvSpPr txBox="1"/>
              <p:nvPr/>
            </p:nvSpPr>
            <p:spPr>
              <a:xfrm>
                <a:off x="790275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38" name="object 35">
                <a:extLst>
                  <a:ext uri="{FF2B5EF4-FFF2-40B4-BE49-F238E27FC236}">
                    <a16:creationId xmlns:a16="http://schemas.microsoft.com/office/drawing/2014/main" id="{310B94E7-A666-00E4-6922-05DC41A77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2756" y="3804368"/>
                <a:ext cx="439420" cy="604520"/>
              </a:xfrm>
              <a:prstGeom prst="rect">
                <a:avLst/>
              </a:prstGeom>
              <a:blipFill>
                <a:blip r:embed="rId12"/>
                <a:stretch>
                  <a:fillRect r="-1081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67602EEE-B615-94E0-7890-E93005653E5C}"/>
              </a:ext>
            </a:extLst>
          </p:cNvPr>
          <p:cNvCxnSpPr>
            <a:cxnSpLocks/>
            <a:stCxn id="138" idx="0"/>
          </p:cNvCxnSpPr>
          <p:nvPr/>
        </p:nvCxnSpPr>
        <p:spPr>
          <a:xfrm flipV="1">
            <a:off x="8122466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0BBD0E4F-71D0-CA3C-7E1C-6617BC777155}"/>
              </a:ext>
            </a:extLst>
          </p:cNvPr>
          <p:cNvCxnSpPr>
            <a:cxnSpLocks/>
          </p:cNvCxnSpPr>
          <p:nvPr/>
        </p:nvCxnSpPr>
        <p:spPr>
          <a:xfrm flipH="1" flipV="1">
            <a:off x="8248808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FC58C922-AF57-8CAE-20BA-FF30F86D5B25}"/>
              </a:ext>
            </a:extLst>
          </p:cNvPr>
          <p:cNvSpPr/>
          <p:nvPr/>
        </p:nvSpPr>
        <p:spPr>
          <a:xfrm>
            <a:off x="7897159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D93EAB5C-A0EF-C980-11B1-0F4FA3311DD4}"/>
              </a:ext>
            </a:extLst>
          </p:cNvPr>
          <p:cNvSpPr/>
          <p:nvPr/>
        </p:nvSpPr>
        <p:spPr>
          <a:xfrm>
            <a:off x="9040159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object 25">
                <a:extLst>
                  <a:ext uri="{FF2B5EF4-FFF2-40B4-BE49-F238E27FC236}">
                    <a16:creationId xmlns:a16="http://schemas.microsoft.com/office/drawing/2014/main" id="{D7B51790-CFAB-3D23-02E5-EE5FE6DC517E}"/>
                  </a:ext>
                </a:extLst>
              </p:cNvPr>
              <p:cNvSpPr txBox="1"/>
              <p:nvPr/>
            </p:nvSpPr>
            <p:spPr>
              <a:xfrm>
                <a:off x="7694814" y="4947804"/>
                <a:ext cx="410209" cy="604520"/>
              </a:xfrm>
              <a:prstGeom prst="rect">
                <a:avLst/>
              </a:prstGeom>
              <a:solidFill>
                <a:srgbClr val="EBDBF3"/>
              </a:solidFill>
              <a:ln w="12700">
                <a:solidFill>
                  <a:srgbClr val="BC44C4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0" smtClean="0"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2" name="object 25">
                <a:extLst>
                  <a:ext uri="{FF2B5EF4-FFF2-40B4-BE49-F238E27FC236}">
                    <a16:creationId xmlns:a16="http://schemas.microsoft.com/office/drawing/2014/main" id="{D7B51790-CFAB-3D23-02E5-EE5FE6DC5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814" y="4947804"/>
                <a:ext cx="410209" cy="6045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rgbClr val="BC44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object 26">
                <a:extLst>
                  <a:ext uri="{FF2B5EF4-FFF2-40B4-BE49-F238E27FC236}">
                    <a16:creationId xmlns:a16="http://schemas.microsoft.com/office/drawing/2014/main" id="{AB147C14-E6EC-B220-C8A1-4E6DFF13FC00}"/>
                  </a:ext>
                </a:extLst>
              </p:cNvPr>
              <p:cNvSpPr txBox="1"/>
              <p:nvPr/>
            </p:nvSpPr>
            <p:spPr>
              <a:xfrm>
                <a:off x="8837814" y="4947804"/>
                <a:ext cx="410209" cy="604520"/>
              </a:xfrm>
              <a:prstGeom prst="rect">
                <a:avLst/>
              </a:prstGeom>
              <a:solidFill>
                <a:srgbClr val="EBDBF3"/>
              </a:solidFill>
              <a:ln w="12700">
                <a:solidFill>
                  <a:srgbClr val="BC44C4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04775">
                  <a:spcBef>
                    <a:spcPts val="1080"/>
                  </a:spcBef>
                  <a:defRPr kumimoji="1" sz="200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smtClean="0"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altLang="ko-KR" dirty="0"/>
              </a:p>
            </p:txBody>
          </p:sp>
        </mc:Choice>
        <mc:Fallback xmlns="">
          <p:sp>
            <p:nvSpPr>
              <p:cNvPr id="163" name="object 26">
                <a:extLst>
                  <a:ext uri="{FF2B5EF4-FFF2-40B4-BE49-F238E27FC236}">
                    <a16:creationId xmlns:a16="http://schemas.microsoft.com/office/drawing/2014/main" id="{AB147C14-E6EC-B220-C8A1-4E6DFF13F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7814" y="4947804"/>
                <a:ext cx="410209" cy="604520"/>
              </a:xfrm>
              <a:prstGeom prst="rect">
                <a:avLst/>
              </a:prstGeom>
              <a:blipFill>
                <a:blip r:embed="rId14"/>
                <a:stretch>
                  <a:fillRect r="-35294"/>
                </a:stretch>
              </a:blipFill>
              <a:ln w="12700">
                <a:solidFill>
                  <a:srgbClr val="BC44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C8AC890B-03DC-C9F5-18C3-75BA9AA03AD8}"/>
              </a:ext>
            </a:extLst>
          </p:cNvPr>
          <p:cNvCxnSpPr>
            <a:cxnSpLocks/>
          </p:cNvCxnSpPr>
          <p:nvPr/>
        </p:nvCxnSpPr>
        <p:spPr>
          <a:xfrm flipH="1" flipV="1">
            <a:off x="7999408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26">
                <a:extLst>
                  <a:ext uri="{FF2B5EF4-FFF2-40B4-BE49-F238E27FC236}">
                    <a16:creationId xmlns:a16="http://schemas.microsoft.com/office/drawing/2014/main" id="{4B842011-DE91-E9AA-4253-15136C489BFB}"/>
                  </a:ext>
                </a:extLst>
              </p:cNvPr>
              <p:cNvSpPr txBox="1"/>
              <p:nvPr/>
            </p:nvSpPr>
            <p:spPr>
              <a:xfrm>
                <a:off x="9302897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7" name="object 26">
                <a:extLst>
                  <a:ext uri="{FF2B5EF4-FFF2-40B4-BE49-F238E27FC236}">
                    <a16:creationId xmlns:a16="http://schemas.microsoft.com/office/drawing/2014/main" id="{4B842011-DE91-E9AA-4253-15136C489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897" y="4947804"/>
                <a:ext cx="410209" cy="6045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35">
                <a:extLst>
                  <a:ext uri="{FF2B5EF4-FFF2-40B4-BE49-F238E27FC236}">
                    <a16:creationId xmlns:a16="http://schemas.microsoft.com/office/drawing/2014/main" id="{BF541584-4A65-2937-6235-802A1EA73406}"/>
                  </a:ext>
                </a:extLst>
              </p:cNvPr>
              <p:cNvSpPr txBox="1"/>
              <p:nvPr/>
            </p:nvSpPr>
            <p:spPr>
              <a:xfrm>
                <a:off x="9045756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2" name="object 35">
                <a:extLst>
                  <a:ext uri="{FF2B5EF4-FFF2-40B4-BE49-F238E27FC236}">
                    <a16:creationId xmlns:a16="http://schemas.microsoft.com/office/drawing/2014/main" id="{BF541584-4A65-2937-6235-802A1EA73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5756" y="3804368"/>
                <a:ext cx="439420" cy="604520"/>
              </a:xfrm>
              <a:prstGeom prst="rect">
                <a:avLst/>
              </a:prstGeom>
              <a:blipFill>
                <a:blip r:embed="rId16"/>
                <a:stretch>
                  <a:fillRect r="-13514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0EE74D4A-1115-D5AA-F9AA-55213DF8FE88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8342176" y="4106628"/>
            <a:ext cx="7035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19026744-1507-6696-D5B7-618195BAE45B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9265466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1C2AEDEF-7539-4309-1B07-2E062BD785EC}"/>
              </a:ext>
            </a:extLst>
          </p:cNvPr>
          <p:cNvCxnSpPr>
            <a:cxnSpLocks/>
          </p:cNvCxnSpPr>
          <p:nvPr/>
        </p:nvCxnSpPr>
        <p:spPr>
          <a:xfrm flipH="1" flipV="1">
            <a:off x="9391808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64D8434E-3D57-EBDE-84CB-D731EB9C4EEA}"/>
              </a:ext>
            </a:extLst>
          </p:cNvPr>
          <p:cNvCxnSpPr>
            <a:cxnSpLocks/>
          </p:cNvCxnSpPr>
          <p:nvPr/>
        </p:nvCxnSpPr>
        <p:spPr>
          <a:xfrm flipH="1" flipV="1">
            <a:off x="9142408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bject 27">
                <a:extLst>
                  <a:ext uri="{FF2B5EF4-FFF2-40B4-BE49-F238E27FC236}">
                    <a16:creationId xmlns:a16="http://schemas.microsoft.com/office/drawing/2014/main" id="{7479E43F-D27B-FDA8-0F39-97A36FA1F9B9}"/>
                  </a:ext>
                </a:extLst>
              </p:cNvPr>
              <p:cNvSpPr txBox="1"/>
              <p:nvPr/>
            </p:nvSpPr>
            <p:spPr>
              <a:xfrm>
                <a:off x="7917362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0" name="object 27">
                <a:extLst>
                  <a:ext uri="{FF2B5EF4-FFF2-40B4-BE49-F238E27FC236}">
                    <a16:creationId xmlns:a16="http://schemas.microsoft.com/office/drawing/2014/main" id="{7479E43F-D27B-FDA8-0F39-97A36FA1F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362" y="2637801"/>
                <a:ext cx="410209" cy="6045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bject 28">
                <a:extLst>
                  <a:ext uri="{FF2B5EF4-FFF2-40B4-BE49-F238E27FC236}">
                    <a16:creationId xmlns:a16="http://schemas.microsoft.com/office/drawing/2014/main" id="{AB1D32A2-2E06-EFBB-7C8B-C691DDEEA092}"/>
                  </a:ext>
                </a:extLst>
              </p:cNvPr>
              <p:cNvSpPr txBox="1"/>
              <p:nvPr/>
            </p:nvSpPr>
            <p:spPr>
              <a:xfrm>
                <a:off x="9060362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1" name="object 28">
                <a:extLst>
                  <a:ext uri="{FF2B5EF4-FFF2-40B4-BE49-F238E27FC236}">
                    <a16:creationId xmlns:a16="http://schemas.microsoft.com/office/drawing/2014/main" id="{AB1D32A2-2E06-EFBB-7C8B-C691DDEEA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362" y="2637801"/>
                <a:ext cx="410209" cy="6045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bject 33">
                <a:extLst>
                  <a:ext uri="{FF2B5EF4-FFF2-40B4-BE49-F238E27FC236}">
                    <a16:creationId xmlns:a16="http://schemas.microsoft.com/office/drawing/2014/main" id="{9EA4C31C-E333-6C07-B0E6-FA8CF9452922}"/>
                  </a:ext>
                </a:extLst>
              </p:cNvPr>
              <p:cNvSpPr txBox="1"/>
              <p:nvPr/>
            </p:nvSpPr>
            <p:spPr>
              <a:xfrm>
                <a:off x="10406483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2" name="object 33">
                <a:extLst>
                  <a:ext uri="{FF2B5EF4-FFF2-40B4-BE49-F238E27FC236}">
                    <a16:creationId xmlns:a16="http://schemas.microsoft.com/office/drawing/2014/main" id="{9EA4C31C-E333-6C07-B0E6-FA8CF9452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6483" y="4947804"/>
                <a:ext cx="410209" cy="6045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bject 34">
                <a:extLst>
                  <a:ext uri="{FF2B5EF4-FFF2-40B4-BE49-F238E27FC236}">
                    <a16:creationId xmlns:a16="http://schemas.microsoft.com/office/drawing/2014/main" id="{7C7F16B8-A6D5-3D6F-C46C-B26A7486C86D}"/>
                  </a:ext>
                </a:extLst>
              </p:cNvPr>
              <p:cNvSpPr txBox="1"/>
              <p:nvPr/>
            </p:nvSpPr>
            <p:spPr>
              <a:xfrm>
                <a:off x="11541600" y="4947804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3" name="object 34">
                <a:extLst>
                  <a:ext uri="{FF2B5EF4-FFF2-40B4-BE49-F238E27FC236}">
                    <a16:creationId xmlns:a16="http://schemas.microsoft.com/office/drawing/2014/main" id="{7C7F16B8-A6D5-3D6F-C46C-B26A7486C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1600" y="4947804"/>
                <a:ext cx="410209" cy="6045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object 35">
                <a:extLst>
                  <a:ext uri="{FF2B5EF4-FFF2-40B4-BE49-F238E27FC236}">
                    <a16:creationId xmlns:a16="http://schemas.microsoft.com/office/drawing/2014/main" id="{8B2E5133-A77B-7B29-57B2-37C790175ED4}"/>
                  </a:ext>
                </a:extLst>
              </p:cNvPr>
              <p:cNvSpPr txBox="1"/>
              <p:nvPr/>
            </p:nvSpPr>
            <p:spPr>
              <a:xfrm>
                <a:off x="10149342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:endParaRPr lang="en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5" name="object 35">
                <a:extLst>
                  <a:ext uri="{FF2B5EF4-FFF2-40B4-BE49-F238E27FC236}">
                    <a16:creationId xmlns:a16="http://schemas.microsoft.com/office/drawing/2014/main" id="{8B2E5133-A77B-7B29-57B2-37C790175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342" y="3804368"/>
                <a:ext cx="439420" cy="604520"/>
              </a:xfrm>
              <a:prstGeom prst="rect">
                <a:avLst/>
              </a:prstGeom>
              <a:blipFill>
                <a:blip r:embed="rId21"/>
                <a:stretch>
                  <a:fillRect r="-13514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object 33">
            <a:extLst>
              <a:ext uri="{FF2B5EF4-FFF2-40B4-BE49-F238E27FC236}">
                <a16:creationId xmlns:a16="http://schemas.microsoft.com/office/drawing/2014/main" id="{130F9852-EE08-E2D4-E7A7-0C14C9A0C0E5}"/>
              </a:ext>
            </a:extLst>
          </p:cNvPr>
          <p:cNvSpPr txBox="1"/>
          <p:nvPr/>
        </p:nvSpPr>
        <p:spPr>
          <a:xfrm>
            <a:off x="9920725" y="5707555"/>
            <a:ext cx="17741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0970" algn="l"/>
              </a:tabLst>
            </a:pPr>
            <a:r>
              <a:rPr sz="1800" spc="-10" dirty="0">
                <a:latin typeface="Calibri"/>
                <a:cs typeface="Calibri"/>
              </a:rPr>
              <a:t>comiendo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pan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8" name="object 24">
            <a:extLst>
              <a:ext uri="{FF2B5EF4-FFF2-40B4-BE49-F238E27FC236}">
                <a16:creationId xmlns:a16="http://schemas.microsoft.com/office/drawing/2014/main" id="{4F76897A-07B8-C9F5-3FB0-1E625579DB40}"/>
              </a:ext>
            </a:extLst>
          </p:cNvPr>
          <p:cNvSpPr txBox="1"/>
          <p:nvPr/>
        </p:nvSpPr>
        <p:spPr>
          <a:xfrm>
            <a:off x="7734860" y="2104819"/>
            <a:ext cx="802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estamos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9" name="object 31">
            <a:extLst>
              <a:ext uri="{FF2B5EF4-FFF2-40B4-BE49-F238E27FC236}">
                <a16:creationId xmlns:a16="http://schemas.microsoft.com/office/drawing/2014/main" id="{828F119E-DF8D-07A4-D676-6924971444F5}"/>
              </a:ext>
            </a:extLst>
          </p:cNvPr>
          <p:cNvSpPr txBox="1"/>
          <p:nvPr/>
        </p:nvSpPr>
        <p:spPr>
          <a:xfrm>
            <a:off x="7734860" y="2104819"/>
            <a:ext cx="2000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0450" algn="l"/>
              </a:tabLst>
            </a:pPr>
            <a:r>
              <a:rPr sz="1800" spc="-10" dirty="0">
                <a:latin typeface="Calibri"/>
                <a:cs typeface="Calibri"/>
              </a:rPr>
              <a:t>estamos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15" baseline="1543" dirty="0">
                <a:latin typeface="Calibri"/>
                <a:cs typeface="Calibri"/>
              </a:rPr>
              <a:t>comiendo</a:t>
            </a:r>
            <a:endParaRPr sz="2700" baseline="1543" dirty="0">
              <a:latin typeface="Calibri"/>
              <a:cs typeface="Calibri"/>
            </a:endParaRPr>
          </a:p>
        </p:txBody>
      </p:sp>
      <p:sp>
        <p:nvSpPr>
          <p:cNvPr id="70" name="object 32">
            <a:extLst>
              <a:ext uri="{FF2B5EF4-FFF2-40B4-BE49-F238E27FC236}">
                <a16:creationId xmlns:a16="http://schemas.microsoft.com/office/drawing/2014/main" id="{F8D94628-727C-B84B-7C99-2A1E4015AA87}"/>
              </a:ext>
            </a:extLst>
          </p:cNvPr>
          <p:cNvSpPr txBox="1"/>
          <p:nvPr/>
        </p:nvSpPr>
        <p:spPr>
          <a:xfrm>
            <a:off x="7734575" y="2104819"/>
            <a:ext cx="4093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1085" algn="l"/>
                <a:tab pos="2458720" algn="l"/>
                <a:tab pos="3464560" algn="l"/>
              </a:tabLst>
            </a:pPr>
            <a:r>
              <a:rPr sz="1800" spc="-10" dirty="0">
                <a:latin typeface="Calibri"/>
                <a:cs typeface="Calibri"/>
              </a:rPr>
              <a:t>estamos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15" baseline="1543" dirty="0">
                <a:latin typeface="Calibri"/>
                <a:cs typeface="Calibri"/>
              </a:rPr>
              <a:t>comiendo</a:t>
            </a:r>
            <a:r>
              <a:rPr sz="2700" baseline="1543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pan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15" baseline="1543" dirty="0">
                <a:latin typeface="Calibri"/>
                <a:cs typeface="Calibri"/>
              </a:rPr>
              <a:t>[STOP]</a:t>
            </a:r>
            <a:endParaRPr sz="2700" baseline="1543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bject 35">
                <a:extLst>
                  <a:ext uri="{FF2B5EF4-FFF2-40B4-BE49-F238E27FC236}">
                    <a16:creationId xmlns:a16="http://schemas.microsoft.com/office/drawing/2014/main" id="{148B2C23-BFCC-7E4F-4745-707311E7953A}"/>
                  </a:ext>
                </a:extLst>
              </p:cNvPr>
              <p:cNvSpPr txBox="1"/>
              <p:nvPr/>
            </p:nvSpPr>
            <p:spPr>
              <a:xfrm>
                <a:off x="11284459" y="3804368"/>
                <a:ext cx="439420" cy="604520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rgbClr val="FFC000"/>
                </a:solidFill>
              </a:ln>
            </p:spPr>
            <p:txBody>
              <a:bodyPr vert="horz" wrap="square" lIns="0" tIns="137795" rIns="0" bIns="0" rtlCol="0">
                <a:noAutofit/>
              </a:bodyPr>
              <a:lstStyle/>
              <a:p>
                <a:pPr marL="126364">
                  <a:lnSpc>
                    <a:spcPct val="100000"/>
                  </a:lnSpc>
                  <a:spcBef>
                    <a:spcPts val="10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ar-AE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ar-AE" altLang="ko-KR" sz="2000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ar-AE" altLang="ko-KR"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1" name="object 35">
                <a:extLst>
                  <a:ext uri="{FF2B5EF4-FFF2-40B4-BE49-F238E27FC236}">
                    <a16:creationId xmlns:a16="http://schemas.microsoft.com/office/drawing/2014/main" id="{148B2C23-BFCC-7E4F-4745-707311E79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4459" y="3804368"/>
                <a:ext cx="439420" cy="604520"/>
              </a:xfrm>
              <a:prstGeom prst="rect">
                <a:avLst/>
              </a:prstGeom>
              <a:blipFill>
                <a:blip r:embed="rId22"/>
                <a:stretch>
                  <a:fillRect r="-13889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bject 28">
                <a:extLst>
                  <a:ext uri="{FF2B5EF4-FFF2-40B4-BE49-F238E27FC236}">
                    <a16:creationId xmlns:a16="http://schemas.microsoft.com/office/drawing/2014/main" id="{A2619ECE-C964-8BB2-1ED5-B2311FE3C05E}"/>
                  </a:ext>
                </a:extLst>
              </p:cNvPr>
              <p:cNvSpPr txBox="1"/>
              <p:nvPr/>
            </p:nvSpPr>
            <p:spPr>
              <a:xfrm>
                <a:off x="10163948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2" name="object 28">
                <a:extLst>
                  <a:ext uri="{FF2B5EF4-FFF2-40B4-BE49-F238E27FC236}">
                    <a16:creationId xmlns:a16="http://schemas.microsoft.com/office/drawing/2014/main" id="{A2619ECE-C964-8BB2-1ED5-B2311FE3C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3948" y="2637801"/>
                <a:ext cx="410209" cy="6045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bject 28">
                <a:extLst>
                  <a:ext uri="{FF2B5EF4-FFF2-40B4-BE49-F238E27FC236}">
                    <a16:creationId xmlns:a16="http://schemas.microsoft.com/office/drawing/2014/main" id="{B72ED829-D2BA-F680-AA5B-F9499531D8BC}"/>
                  </a:ext>
                </a:extLst>
              </p:cNvPr>
              <p:cNvSpPr txBox="1"/>
              <p:nvPr/>
            </p:nvSpPr>
            <p:spPr>
              <a:xfrm>
                <a:off x="11299065" y="2637801"/>
                <a:ext cx="410209" cy="604520"/>
              </a:xfrm>
              <a:prstGeom prst="rect">
                <a:avLst/>
              </a:prstGeom>
              <a:solidFill>
                <a:srgbClr val="E2F0D9"/>
              </a:solidFill>
              <a:ln w="12700">
                <a:solidFill>
                  <a:srgbClr val="70AD47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/>
              <a:p>
                <a:pPr marL="104775">
                  <a:lnSpc>
                    <a:spcPct val="100000"/>
                  </a:lnSpc>
                  <a:spcBef>
                    <a:spcPts val="10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1950" baseline="-17094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4" name="object 28">
                <a:extLst>
                  <a:ext uri="{FF2B5EF4-FFF2-40B4-BE49-F238E27FC236}">
                    <a16:creationId xmlns:a16="http://schemas.microsoft.com/office/drawing/2014/main" id="{B72ED829-D2BA-F680-AA5B-F9499531D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9065" y="2637801"/>
                <a:ext cx="410209" cy="6045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7B49F31C-5246-7852-477E-21DF8FADD985}"/>
              </a:ext>
            </a:extLst>
          </p:cNvPr>
          <p:cNvCxnSpPr>
            <a:cxnSpLocks/>
            <a:endCxn id="65" idx="1"/>
          </p:cNvCxnSpPr>
          <p:nvPr/>
        </p:nvCxnSpPr>
        <p:spPr>
          <a:xfrm>
            <a:off x="9485176" y="4106628"/>
            <a:ext cx="66416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BE5CC2AD-AB3A-F439-E8FE-4AC72A451CCC}"/>
              </a:ext>
            </a:extLst>
          </p:cNvPr>
          <p:cNvCxnSpPr>
            <a:cxnSpLocks/>
            <a:stCxn id="65" idx="3"/>
            <a:endCxn id="71" idx="1"/>
          </p:cNvCxnSpPr>
          <p:nvPr/>
        </p:nvCxnSpPr>
        <p:spPr>
          <a:xfrm>
            <a:off x="10588762" y="4106628"/>
            <a:ext cx="69569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A14769BA-5DD1-F711-DFED-0867D6157334}"/>
              </a:ext>
            </a:extLst>
          </p:cNvPr>
          <p:cNvCxnSpPr>
            <a:cxnSpLocks/>
            <a:endCxn id="61" idx="2"/>
          </p:cNvCxnSpPr>
          <p:nvPr/>
        </p:nvCxnSpPr>
        <p:spPr>
          <a:xfrm flipV="1">
            <a:off x="9265466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7F29D5B9-681A-A3B7-B2E5-A21923EC8758}"/>
              </a:ext>
            </a:extLst>
          </p:cNvPr>
          <p:cNvCxnSpPr>
            <a:cxnSpLocks/>
            <a:stCxn id="65" idx="0"/>
            <a:endCxn id="72" idx="2"/>
          </p:cNvCxnSpPr>
          <p:nvPr/>
        </p:nvCxnSpPr>
        <p:spPr>
          <a:xfrm flipV="1">
            <a:off x="10369052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3A8CDC9C-851B-0EAA-A8E4-F922C5019D73}"/>
              </a:ext>
            </a:extLst>
          </p:cNvPr>
          <p:cNvCxnSpPr>
            <a:cxnSpLocks/>
            <a:stCxn id="71" idx="0"/>
            <a:endCxn id="74" idx="2"/>
          </p:cNvCxnSpPr>
          <p:nvPr/>
        </p:nvCxnSpPr>
        <p:spPr>
          <a:xfrm flipV="1">
            <a:off x="11504169" y="3242321"/>
            <a:ext cx="1" cy="562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CB19CB83-30D9-233A-D0C2-00AB7844CBBC}"/>
              </a:ext>
            </a:extLst>
          </p:cNvPr>
          <p:cNvSpPr/>
          <p:nvPr/>
        </p:nvSpPr>
        <p:spPr>
          <a:xfrm>
            <a:off x="10139173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D836789-FCF8-0B73-9A6C-6AADBD0BE0B3}"/>
              </a:ext>
            </a:extLst>
          </p:cNvPr>
          <p:cNvSpPr/>
          <p:nvPr/>
        </p:nvSpPr>
        <p:spPr>
          <a:xfrm>
            <a:off x="11268977" y="3857369"/>
            <a:ext cx="278647" cy="561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object 33">
                <a:extLst>
                  <a:ext uri="{FF2B5EF4-FFF2-40B4-BE49-F238E27FC236}">
                    <a16:creationId xmlns:a16="http://schemas.microsoft.com/office/drawing/2014/main" id="{DE21F2F2-4F11-ED54-BFF2-E1E8D6AEFB5C}"/>
                  </a:ext>
                </a:extLst>
              </p:cNvPr>
              <p:cNvSpPr txBox="1"/>
              <p:nvPr/>
            </p:nvSpPr>
            <p:spPr>
              <a:xfrm>
                <a:off x="9941400" y="4947804"/>
                <a:ext cx="410209" cy="604520"/>
              </a:xfrm>
              <a:prstGeom prst="rect">
                <a:avLst/>
              </a:prstGeom>
              <a:solidFill>
                <a:srgbClr val="EBDBF3"/>
              </a:solidFill>
              <a:ln w="12700">
                <a:solidFill>
                  <a:srgbClr val="BC44C4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 marL="104775">
                  <a:spcBef>
                    <a:spcPts val="1080"/>
                  </a:spcBef>
                  <a:defRPr kumimoji="1" sz="200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smtClean="0"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ar-AE" altLang="ko-KR" dirty="0"/>
              </a:p>
            </p:txBody>
          </p:sp>
        </mc:Choice>
        <mc:Fallback xmlns="">
          <p:sp>
            <p:nvSpPr>
              <p:cNvPr id="89" name="object 33">
                <a:extLst>
                  <a:ext uri="{FF2B5EF4-FFF2-40B4-BE49-F238E27FC236}">
                    <a16:creationId xmlns:a16="http://schemas.microsoft.com/office/drawing/2014/main" id="{DE21F2F2-4F11-ED54-BFF2-E1E8D6AEF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1400" y="4947804"/>
                <a:ext cx="410209" cy="604520"/>
              </a:xfrm>
              <a:prstGeom prst="rect">
                <a:avLst/>
              </a:prstGeom>
              <a:blipFill>
                <a:blip r:embed="rId25"/>
                <a:stretch>
                  <a:fillRect r="-35294"/>
                </a:stretch>
              </a:blipFill>
              <a:ln w="12700">
                <a:solidFill>
                  <a:srgbClr val="BC44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object 34">
                <a:extLst>
                  <a:ext uri="{FF2B5EF4-FFF2-40B4-BE49-F238E27FC236}">
                    <a16:creationId xmlns:a16="http://schemas.microsoft.com/office/drawing/2014/main" id="{BBFD8A6A-DD2D-9D29-B6FE-872764CD79B1}"/>
                  </a:ext>
                </a:extLst>
              </p:cNvPr>
              <p:cNvSpPr txBox="1"/>
              <p:nvPr/>
            </p:nvSpPr>
            <p:spPr>
              <a:xfrm>
                <a:off x="11076517" y="4947804"/>
                <a:ext cx="410209" cy="604520"/>
              </a:xfrm>
              <a:prstGeom prst="rect">
                <a:avLst/>
              </a:prstGeom>
              <a:solidFill>
                <a:srgbClr val="EBDBF3"/>
              </a:solidFill>
              <a:ln w="12700">
                <a:solidFill>
                  <a:srgbClr val="BC44C4"/>
                </a:solidFill>
              </a:ln>
            </p:spPr>
            <p:txBody>
              <a:bodyPr vert="horz" wrap="square" lIns="0" tIns="137160" rIns="0" bIns="0" rtlCol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 marL="104775">
                  <a:spcBef>
                    <a:spcPts val="1080"/>
                  </a:spcBef>
                  <a:defRPr kumimoji="1" sz="200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smtClean="0"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ar-AE" altLang="ko-KR" dirty="0"/>
              </a:p>
              <a:p>
                <a:endParaRPr dirty="0"/>
              </a:p>
            </p:txBody>
          </p:sp>
        </mc:Choice>
        <mc:Fallback xmlns="">
          <p:sp>
            <p:nvSpPr>
              <p:cNvPr id="90" name="object 34">
                <a:extLst>
                  <a:ext uri="{FF2B5EF4-FFF2-40B4-BE49-F238E27FC236}">
                    <a16:creationId xmlns:a16="http://schemas.microsoft.com/office/drawing/2014/main" id="{BBFD8A6A-DD2D-9D29-B6FE-872764CD7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6517" y="4947804"/>
                <a:ext cx="410209" cy="604520"/>
              </a:xfrm>
              <a:prstGeom prst="rect">
                <a:avLst/>
              </a:prstGeom>
              <a:blipFill>
                <a:blip r:embed="rId26"/>
                <a:stretch>
                  <a:fillRect r="-38235"/>
                </a:stretch>
              </a:blipFill>
              <a:ln w="12700">
                <a:solidFill>
                  <a:srgbClr val="BC44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BDFAEDC1-224F-F80C-DDEF-76524C597EAB}"/>
              </a:ext>
            </a:extLst>
          </p:cNvPr>
          <p:cNvCxnSpPr>
            <a:cxnSpLocks/>
          </p:cNvCxnSpPr>
          <p:nvPr/>
        </p:nvCxnSpPr>
        <p:spPr>
          <a:xfrm flipH="1" flipV="1">
            <a:off x="10495394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44E02663-D105-915E-FD53-CB3D868E7EEA}"/>
              </a:ext>
            </a:extLst>
          </p:cNvPr>
          <p:cNvCxnSpPr>
            <a:cxnSpLocks/>
          </p:cNvCxnSpPr>
          <p:nvPr/>
        </p:nvCxnSpPr>
        <p:spPr>
          <a:xfrm flipH="1" flipV="1">
            <a:off x="11630511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F9E5EF8A-9369-ACA7-756B-0D16EE2AAAB8}"/>
              </a:ext>
            </a:extLst>
          </p:cNvPr>
          <p:cNvCxnSpPr>
            <a:cxnSpLocks/>
          </p:cNvCxnSpPr>
          <p:nvPr/>
        </p:nvCxnSpPr>
        <p:spPr>
          <a:xfrm flipH="1" flipV="1">
            <a:off x="10245994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2069DCA1-A6B7-569F-6944-74ACCF180E25}"/>
              </a:ext>
            </a:extLst>
          </p:cNvPr>
          <p:cNvCxnSpPr>
            <a:cxnSpLocks/>
          </p:cNvCxnSpPr>
          <p:nvPr/>
        </p:nvCxnSpPr>
        <p:spPr>
          <a:xfrm flipH="1" flipV="1">
            <a:off x="11381111" y="4408888"/>
            <a:ext cx="1" cy="53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B2FAA680-59AF-2217-53C8-C982AECBFE44}"/>
              </a:ext>
            </a:extLst>
          </p:cNvPr>
          <p:cNvCxnSpPr>
            <a:cxnSpLocks/>
          </p:cNvCxnSpPr>
          <p:nvPr/>
        </p:nvCxnSpPr>
        <p:spPr>
          <a:xfrm>
            <a:off x="6046556" y="4106628"/>
            <a:ext cx="1856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bject 76">
            <a:extLst>
              <a:ext uri="{FF2B5EF4-FFF2-40B4-BE49-F238E27FC236}">
                <a16:creationId xmlns:a16="http://schemas.microsoft.com/office/drawing/2014/main" id="{D242C6C3-41F7-735C-8770-68C4AAFB3C0C}"/>
              </a:ext>
            </a:extLst>
          </p:cNvPr>
          <p:cNvSpPr txBox="1"/>
          <p:nvPr/>
        </p:nvSpPr>
        <p:spPr>
          <a:xfrm>
            <a:off x="357931" y="1818349"/>
            <a:ext cx="7176111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sz="2000" b="1" spc="-45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b="1" spc="-5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en-US" sz="2000" b="1" spc="-1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ff</a:t>
            </a:r>
            <a:r>
              <a:rPr sz="2000" b="1" spc="-1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erent</a:t>
            </a:r>
            <a:r>
              <a:rPr sz="2000" b="1" spc="-55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r>
              <a:rPr sz="2000" b="1" spc="-55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</a:t>
            </a:r>
            <a:r>
              <a:rPr sz="2000" b="1" spc="-5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2000" b="1" spc="-45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sz="2000" b="1" spc="-45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2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</a:t>
            </a:r>
            <a:r>
              <a:rPr sz="2000" b="1" spc="-2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mestep</a:t>
            </a:r>
            <a:r>
              <a:rPr sz="2000" b="1" spc="-45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000" b="1" spc="-45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decoder</a:t>
            </a:r>
            <a:endParaRPr sz="20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object 77">
            <a:extLst>
              <a:ext uri="{FF2B5EF4-FFF2-40B4-BE49-F238E27FC236}">
                <a16:creationId xmlns:a16="http://schemas.microsoft.com/office/drawing/2014/main" id="{CFE23E0D-DB89-DB7C-E961-E1825A2D8F67}"/>
              </a:ext>
            </a:extLst>
          </p:cNvPr>
          <p:cNvSpPr txBox="1"/>
          <p:nvPr/>
        </p:nvSpPr>
        <p:spPr>
          <a:xfrm>
            <a:off x="389464" y="2138915"/>
            <a:ext cx="6639088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0B050"/>
              </a:buClr>
              <a:buFont typeface="Calibri"/>
              <a:buChar char="-"/>
              <a:tabLst>
                <a:tab pos="354965" algn="l"/>
              </a:tabLst>
            </a:pPr>
            <a:r>
              <a:rPr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sz="2000" spc="-45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sequence</a:t>
            </a:r>
            <a:r>
              <a:rPr sz="2000" spc="-35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sz="2000" spc="-45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</a:t>
            </a: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tt</a:t>
            </a:r>
            <a:r>
              <a:rPr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lenecked</a:t>
            </a:r>
            <a:r>
              <a:rPr sz="2000" spc="-4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</a:t>
            </a:r>
            <a:r>
              <a:rPr sz="2000" spc="-4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-4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</a:t>
            </a:r>
            <a:r>
              <a:rPr sz="2000" spc="-35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</a:t>
            </a:r>
            <a:endParaRPr sz="20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79375" indent="-342900">
              <a:lnSpc>
                <a:spcPct val="100000"/>
              </a:lnSpc>
              <a:buClr>
                <a:srgbClr val="00B050"/>
              </a:buClr>
              <a:buFont typeface="Calibri"/>
              <a:buChar char="-"/>
              <a:tabLst>
                <a:tab pos="355600" algn="l"/>
              </a:tabLst>
            </a:pPr>
            <a:r>
              <a:rPr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sz="2000" spc="-7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sz="2000" spc="-6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-2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</a:t>
            </a:r>
            <a:r>
              <a:rPr sz="2000" spc="-2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mestep</a:t>
            </a:r>
            <a:r>
              <a:rPr sz="2000" spc="-65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000" spc="-6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5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decoder,</a:t>
            </a:r>
            <a:r>
              <a:rPr sz="2000" spc="-7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r>
              <a:rPr sz="2000" spc="-7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</a:t>
            </a:r>
            <a:r>
              <a:rPr sz="2000" spc="-6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“looks</a:t>
            </a:r>
            <a:r>
              <a:rPr sz="2000" spc="-6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5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at” </a:t>
            </a:r>
            <a:r>
              <a:rPr sz="2000" spc="-1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en-US" sz="2000" spc="-1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ff</a:t>
            </a:r>
            <a:r>
              <a:rPr sz="2000" spc="-1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erent</a:t>
            </a:r>
            <a:r>
              <a:rPr sz="2000" spc="-4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parts</a:t>
            </a:r>
            <a:r>
              <a:rPr sz="2000" spc="-3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000" spc="-25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000" spc="-3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sz="2000" spc="-4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sequence</a:t>
            </a:r>
            <a:endParaRPr sz="20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572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7D352-1910-DF08-EDFD-143734D0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 dirty="0"/>
              <a:t>Sequence-to-Sequence with RNNs and Attention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BC9F7-B0BD-126B-E964-D819F7C4FC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66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C64E45-3073-8FBD-0B55-09E7E9C6ED9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pic>
        <p:nvPicPr>
          <p:cNvPr id="12" name="object 2">
            <a:extLst>
              <a:ext uri="{FF2B5EF4-FFF2-40B4-BE49-F238E27FC236}">
                <a16:creationId xmlns:a16="http://schemas.microsoft.com/office/drawing/2014/main" id="{E0E80A6E-68F2-DF21-B44F-49C7F7AEFCB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0482" y="1452511"/>
            <a:ext cx="4443732" cy="46125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59518D-4053-54F2-5612-6E808AAF22F9}"/>
              </a:ext>
            </a:extLst>
          </p:cNvPr>
          <p:cNvSpPr txBox="1"/>
          <p:nvPr/>
        </p:nvSpPr>
        <p:spPr>
          <a:xfrm>
            <a:off x="8056179" y="1003830"/>
            <a:ext cx="383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b="1" dirty="0"/>
              <a:t>Visualization of attention weights</a:t>
            </a:r>
            <a:endParaRPr kumimoji="1" lang="ko-KR" altLang="en-US" sz="1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9AAE48-030D-7530-2CAF-2CB6051C5C10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Bahdanau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et. al., Neural machine translation by jointly learning to align and translate, ICLR 2015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8D6E45-E908-BC44-AF5F-62C504A5FF22}"/>
              </a:ext>
            </a:extLst>
          </p:cNvPr>
          <p:cNvSpPr txBox="1"/>
          <p:nvPr/>
        </p:nvSpPr>
        <p:spPr>
          <a:xfrm>
            <a:off x="417786" y="1843950"/>
            <a:ext cx="402020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b="1" dirty="0"/>
              <a:t>Example:</a:t>
            </a:r>
            <a:r>
              <a:rPr kumimoji="1" lang="en-US" altLang="ko-KR" sz="2000" dirty="0"/>
              <a:t> </a:t>
            </a:r>
          </a:p>
          <a:p>
            <a:r>
              <a:rPr kumimoji="1" lang="en-US" altLang="ko-KR" sz="2000" dirty="0"/>
              <a:t>English to French translation</a:t>
            </a:r>
          </a:p>
          <a:p>
            <a:endParaRPr kumimoji="1" lang="en-US" altLang="ko-KR" sz="2000" dirty="0"/>
          </a:p>
          <a:p>
            <a:r>
              <a:rPr kumimoji="1" lang="en-US" altLang="ko-KR" sz="2000" b="1" dirty="0"/>
              <a:t>Input: </a:t>
            </a:r>
          </a:p>
          <a:p>
            <a:r>
              <a:rPr kumimoji="1" lang="en-US" altLang="ko-KR" sz="2000" dirty="0"/>
              <a:t>“The agreement on the European Economic Area was signed in August 1992.”</a:t>
            </a:r>
          </a:p>
          <a:p>
            <a:endParaRPr kumimoji="1" lang="en-US" altLang="ko-KR" sz="2000" dirty="0"/>
          </a:p>
          <a:p>
            <a:r>
              <a:rPr kumimoji="1" lang="en-US" altLang="ko-KR" sz="2000" b="1" dirty="0"/>
              <a:t>Output: </a:t>
            </a:r>
            <a:r>
              <a:rPr kumimoji="1" lang="en-US" altLang="ko-KR" sz="2000" dirty="0"/>
              <a:t>“</a:t>
            </a:r>
            <a:r>
              <a:rPr kumimoji="1" lang="en-US" altLang="ko-KR" sz="2000" dirty="0" err="1"/>
              <a:t>L’accord</a:t>
            </a:r>
            <a:r>
              <a:rPr kumimoji="1" lang="en-US" altLang="ko-KR" sz="2000" dirty="0"/>
              <a:t> sur la zone </a:t>
            </a:r>
            <a:r>
              <a:rPr kumimoji="1" lang="en-US" altLang="ko-KR" sz="2000" dirty="0" err="1"/>
              <a:t>économique</a:t>
            </a:r>
            <a:r>
              <a:rPr kumimoji="1" lang="en-US" altLang="ko-KR" sz="2000" dirty="0"/>
              <a:t> </a:t>
            </a:r>
            <a:r>
              <a:rPr kumimoji="1" lang="en-US" altLang="ko-KR" sz="2000" dirty="0" err="1"/>
              <a:t>européenne</a:t>
            </a:r>
            <a:r>
              <a:rPr kumimoji="1" lang="en-US" altLang="ko-KR" sz="2000" dirty="0"/>
              <a:t> a </a:t>
            </a:r>
            <a:r>
              <a:rPr kumimoji="1" lang="en-US" altLang="ko-KR" sz="2000" dirty="0" err="1"/>
              <a:t>été</a:t>
            </a:r>
            <a:r>
              <a:rPr kumimoji="1" lang="en-US" altLang="ko-KR" sz="2000" dirty="0"/>
              <a:t> </a:t>
            </a:r>
            <a:r>
              <a:rPr kumimoji="1" lang="en-US" altLang="ko-KR" sz="2000" dirty="0" err="1"/>
              <a:t>signé</a:t>
            </a:r>
            <a:r>
              <a:rPr kumimoji="1" lang="en-US" altLang="ko-KR" sz="2000" dirty="0"/>
              <a:t> </a:t>
            </a:r>
            <a:r>
              <a:rPr kumimoji="1" lang="en-US" altLang="ko-KR" sz="2000" dirty="0" err="1"/>
              <a:t>en</a:t>
            </a:r>
            <a:r>
              <a:rPr kumimoji="1" lang="en-US" altLang="ko-KR" sz="2000" dirty="0"/>
              <a:t> </a:t>
            </a:r>
            <a:r>
              <a:rPr kumimoji="1" lang="en-US" altLang="ko-KR" sz="2000" dirty="0" err="1"/>
              <a:t>août</a:t>
            </a:r>
            <a:r>
              <a:rPr kumimoji="1" lang="en-US" altLang="ko-KR" sz="2000" dirty="0"/>
              <a:t> 1992.”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788652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7D352-1910-DF08-EDFD-143734D0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 dirty="0"/>
              <a:t>Sequence-to-Sequence with RNNs and Attention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BC9F7-B0BD-126B-E964-D819F7C4FC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67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C64E45-3073-8FBD-0B55-09E7E9C6ED9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82E026-5CEB-6C24-2B04-0722BB548E47}"/>
              </a:ext>
            </a:extLst>
          </p:cNvPr>
          <p:cNvSpPr txBox="1"/>
          <p:nvPr/>
        </p:nvSpPr>
        <p:spPr>
          <a:xfrm>
            <a:off x="417786" y="1843950"/>
            <a:ext cx="402020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b="1" dirty="0"/>
              <a:t>Example:</a:t>
            </a:r>
            <a:r>
              <a:rPr kumimoji="1" lang="en-US" altLang="ko-KR" sz="2000" dirty="0"/>
              <a:t> </a:t>
            </a:r>
            <a:br>
              <a:rPr kumimoji="1" lang="en-US" altLang="ko-KR" sz="2000" dirty="0"/>
            </a:br>
            <a:r>
              <a:rPr kumimoji="1" lang="en-US" altLang="ko-KR" sz="2000" dirty="0"/>
              <a:t>English to French translation</a:t>
            </a:r>
          </a:p>
          <a:p>
            <a:endParaRPr kumimoji="1" lang="en-US" altLang="ko-KR" sz="2000" dirty="0"/>
          </a:p>
          <a:p>
            <a:r>
              <a:rPr kumimoji="1" lang="en-US" altLang="ko-KR" sz="2000" b="1" dirty="0"/>
              <a:t>Input: </a:t>
            </a:r>
          </a:p>
          <a:p>
            <a:r>
              <a:rPr kumimoji="1" lang="en-US" altLang="ko-KR" sz="2000" dirty="0"/>
              <a:t>“</a:t>
            </a:r>
            <a:r>
              <a:rPr kumimoji="1" lang="en-US" altLang="ko-KR" sz="2000" dirty="0">
                <a:solidFill>
                  <a:srgbClr val="0070C0"/>
                </a:solidFill>
              </a:rPr>
              <a:t>The agreement on the </a:t>
            </a:r>
            <a:r>
              <a:rPr kumimoji="1" lang="en-US" altLang="ko-KR" sz="2000" dirty="0"/>
              <a:t>European Economic Area was signed </a:t>
            </a:r>
            <a:r>
              <a:rPr kumimoji="1" lang="en-US" altLang="ko-KR" sz="2000" dirty="0">
                <a:solidFill>
                  <a:srgbClr val="0070C0"/>
                </a:solidFill>
              </a:rPr>
              <a:t>in August 1992.</a:t>
            </a:r>
            <a:r>
              <a:rPr kumimoji="1" lang="en-US" altLang="ko-KR" sz="2000" dirty="0"/>
              <a:t>”</a:t>
            </a:r>
          </a:p>
          <a:p>
            <a:endParaRPr kumimoji="1" lang="en-US" altLang="ko-KR" sz="2000" dirty="0"/>
          </a:p>
          <a:p>
            <a:r>
              <a:rPr kumimoji="1" lang="en-US" altLang="ko-KR" sz="2000" b="1" dirty="0"/>
              <a:t>Output: </a:t>
            </a:r>
            <a:r>
              <a:rPr kumimoji="1" lang="en-US" altLang="ko-KR" sz="2000" dirty="0"/>
              <a:t>“</a:t>
            </a:r>
            <a:r>
              <a:rPr kumimoji="1" lang="en-US" altLang="ko-KR" sz="2000" dirty="0" err="1">
                <a:solidFill>
                  <a:srgbClr val="0070C0"/>
                </a:solidFill>
              </a:rPr>
              <a:t>L’accord</a:t>
            </a:r>
            <a:r>
              <a:rPr kumimoji="1" lang="en-US" altLang="ko-KR" sz="2000" dirty="0">
                <a:solidFill>
                  <a:srgbClr val="0070C0"/>
                </a:solidFill>
              </a:rPr>
              <a:t> sur la </a:t>
            </a:r>
            <a:r>
              <a:rPr kumimoji="1" lang="en-US" altLang="ko-KR" sz="2000" dirty="0"/>
              <a:t>zone </a:t>
            </a:r>
            <a:r>
              <a:rPr kumimoji="1" lang="en-US" altLang="ko-KR" sz="2000" dirty="0" err="1"/>
              <a:t>économique</a:t>
            </a:r>
            <a:r>
              <a:rPr kumimoji="1" lang="en-US" altLang="ko-KR" sz="2000" dirty="0"/>
              <a:t> </a:t>
            </a:r>
            <a:r>
              <a:rPr kumimoji="1" lang="en-US" altLang="ko-KR" sz="2000" dirty="0" err="1"/>
              <a:t>européenne</a:t>
            </a:r>
            <a:r>
              <a:rPr kumimoji="1" lang="en-US" altLang="ko-KR" sz="2000" dirty="0"/>
              <a:t> a </a:t>
            </a:r>
            <a:r>
              <a:rPr kumimoji="1" lang="en-US" altLang="ko-KR" sz="2000" dirty="0" err="1"/>
              <a:t>été</a:t>
            </a:r>
            <a:r>
              <a:rPr kumimoji="1" lang="en-US" altLang="ko-KR" sz="2000" dirty="0"/>
              <a:t> </a:t>
            </a:r>
            <a:r>
              <a:rPr kumimoji="1" lang="en-US" altLang="ko-KR" sz="2000" dirty="0" err="1"/>
              <a:t>signé</a:t>
            </a:r>
            <a:r>
              <a:rPr kumimoji="1" lang="en-US" altLang="ko-KR" sz="2000" dirty="0"/>
              <a:t> </a:t>
            </a:r>
            <a:r>
              <a:rPr kumimoji="1" lang="en-US" altLang="ko-KR" sz="2000" dirty="0" err="1">
                <a:solidFill>
                  <a:srgbClr val="0070C0"/>
                </a:solidFill>
              </a:rPr>
              <a:t>en</a:t>
            </a:r>
            <a:r>
              <a:rPr kumimoji="1" lang="en-US" altLang="ko-KR" sz="2000" dirty="0">
                <a:solidFill>
                  <a:srgbClr val="0070C0"/>
                </a:solidFill>
              </a:rPr>
              <a:t> </a:t>
            </a:r>
            <a:r>
              <a:rPr kumimoji="1" lang="en-US" altLang="ko-KR" sz="2000" dirty="0" err="1">
                <a:solidFill>
                  <a:srgbClr val="0070C0"/>
                </a:solidFill>
              </a:rPr>
              <a:t>août</a:t>
            </a:r>
            <a:r>
              <a:rPr kumimoji="1" lang="en-US" altLang="ko-KR" sz="2000" dirty="0">
                <a:solidFill>
                  <a:srgbClr val="0070C0"/>
                </a:solidFill>
              </a:rPr>
              <a:t> 1992.</a:t>
            </a:r>
            <a:r>
              <a:rPr kumimoji="1" lang="en-US" altLang="ko-KR" sz="2000" dirty="0"/>
              <a:t>”</a:t>
            </a:r>
            <a:endParaRPr kumimoji="1" lang="ko-KR" altLang="en-US" sz="2000" dirty="0"/>
          </a:p>
        </p:txBody>
      </p:sp>
      <p:pic>
        <p:nvPicPr>
          <p:cNvPr id="12" name="object 2">
            <a:extLst>
              <a:ext uri="{FF2B5EF4-FFF2-40B4-BE49-F238E27FC236}">
                <a16:creationId xmlns:a16="http://schemas.microsoft.com/office/drawing/2014/main" id="{E0E80A6E-68F2-DF21-B44F-49C7F7AEFCB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0482" y="1452511"/>
            <a:ext cx="4443732" cy="46125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59518D-4053-54F2-5612-6E808AAF22F9}"/>
              </a:ext>
            </a:extLst>
          </p:cNvPr>
          <p:cNvSpPr txBox="1"/>
          <p:nvPr/>
        </p:nvSpPr>
        <p:spPr>
          <a:xfrm>
            <a:off x="8056179" y="1003830"/>
            <a:ext cx="383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b="1" dirty="0"/>
              <a:t>Visualization of attention weights</a:t>
            </a:r>
            <a:endParaRPr kumimoji="1" lang="ko-KR" altLang="en-US" sz="1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9AAE48-030D-7530-2CAF-2CB6051C5C10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Bahdanau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et. al., Neural machine translation by jointly learning to align and translate, ICLR 2015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7AED2BA-3328-2503-25A5-14F63732767A}"/>
              </a:ext>
            </a:extLst>
          </p:cNvPr>
          <p:cNvSpPr/>
          <p:nvPr/>
        </p:nvSpPr>
        <p:spPr>
          <a:xfrm>
            <a:off x="7118131" y="2368404"/>
            <a:ext cx="2191407" cy="96600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BBEE62-F8BC-3A08-7157-06DEFA158A1C}"/>
              </a:ext>
            </a:extLst>
          </p:cNvPr>
          <p:cNvSpPr/>
          <p:nvPr/>
        </p:nvSpPr>
        <p:spPr>
          <a:xfrm>
            <a:off x="8300545" y="1373162"/>
            <a:ext cx="1008993" cy="196124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AFD5267-E5CF-7ACA-4320-51ADA4592ACC}"/>
              </a:ext>
            </a:extLst>
          </p:cNvPr>
          <p:cNvSpPr/>
          <p:nvPr/>
        </p:nvSpPr>
        <p:spPr>
          <a:xfrm>
            <a:off x="10539248" y="1373162"/>
            <a:ext cx="1229711" cy="469187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342D0F-93E6-120F-06B3-117DFCBA5ECA}"/>
              </a:ext>
            </a:extLst>
          </p:cNvPr>
          <p:cNvSpPr/>
          <p:nvPr/>
        </p:nvSpPr>
        <p:spPr>
          <a:xfrm>
            <a:off x="7118131" y="4832131"/>
            <a:ext cx="4650828" cy="123759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33E200-8C07-B6DE-DD8D-1CE3FECFD2B7}"/>
              </a:ext>
            </a:extLst>
          </p:cNvPr>
          <p:cNvSpPr txBox="1"/>
          <p:nvPr/>
        </p:nvSpPr>
        <p:spPr>
          <a:xfrm>
            <a:off x="4965833" y="2359413"/>
            <a:ext cx="20889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0070C0"/>
                </a:solidFill>
              </a:rPr>
              <a:t>Diagonal attention means words correspond in order</a:t>
            </a:r>
            <a:endParaRPr kumimoji="1" lang="ko-KR" altLang="en-US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02473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7D352-1910-DF08-EDFD-143734D0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 dirty="0"/>
              <a:t>Sequence-to-Sequence with RNNs and Attention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BC9F7-B0BD-126B-E964-D819F7C4FC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68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C64E45-3073-8FBD-0B55-09E7E9C6ED9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82E026-5CEB-6C24-2B04-0722BB548E47}"/>
              </a:ext>
            </a:extLst>
          </p:cNvPr>
          <p:cNvSpPr txBox="1"/>
          <p:nvPr/>
        </p:nvSpPr>
        <p:spPr>
          <a:xfrm>
            <a:off x="417786" y="1843950"/>
            <a:ext cx="402020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b="1" dirty="0"/>
              <a:t>Example:</a:t>
            </a:r>
            <a:r>
              <a:rPr kumimoji="1" lang="en-US" altLang="ko-KR" sz="2000" dirty="0"/>
              <a:t> </a:t>
            </a:r>
            <a:br>
              <a:rPr kumimoji="1" lang="en-US" altLang="ko-KR" sz="2000" dirty="0"/>
            </a:br>
            <a:r>
              <a:rPr kumimoji="1" lang="en-US" altLang="ko-KR" sz="2000" dirty="0"/>
              <a:t>English to French translation</a:t>
            </a:r>
          </a:p>
          <a:p>
            <a:endParaRPr kumimoji="1" lang="en-US" altLang="ko-KR" sz="2000" dirty="0"/>
          </a:p>
          <a:p>
            <a:r>
              <a:rPr kumimoji="1" lang="en-US" altLang="ko-KR" sz="2000" b="1" dirty="0"/>
              <a:t>Input: </a:t>
            </a:r>
          </a:p>
          <a:p>
            <a:r>
              <a:rPr kumimoji="1" lang="en-US" altLang="ko-KR" sz="2000" dirty="0"/>
              <a:t>“</a:t>
            </a:r>
            <a:r>
              <a:rPr kumimoji="1" lang="en-US" altLang="ko-KR" sz="2000" dirty="0">
                <a:solidFill>
                  <a:srgbClr val="0070C0"/>
                </a:solidFill>
              </a:rPr>
              <a:t>The agreement on the </a:t>
            </a:r>
            <a:r>
              <a:rPr kumimoji="1" lang="en-US" altLang="ko-KR" sz="2000" dirty="0">
                <a:solidFill>
                  <a:srgbClr val="00B050"/>
                </a:solidFill>
              </a:rPr>
              <a:t>European Economic Area </a:t>
            </a:r>
            <a:r>
              <a:rPr kumimoji="1" lang="en-US" altLang="ko-KR" sz="2000" dirty="0"/>
              <a:t>was signed </a:t>
            </a:r>
            <a:r>
              <a:rPr kumimoji="1" lang="en-US" altLang="ko-KR" sz="2000" dirty="0">
                <a:solidFill>
                  <a:srgbClr val="0070C0"/>
                </a:solidFill>
              </a:rPr>
              <a:t>in August 1992.</a:t>
            </a:r>
            <a:r>
              <a:rPr kumimoji="1" lang="en-US" altLang="ko-KR" sz="2000" dirty="0"/>
              <a:t>”</a:t>
            </a:r>
          </a:p>
          <a:p>
            <a:endParaRPr kumimoji="1" lang="en-US" altLang="ko-KR" sz="2000" dirty="0"/>
          </a:p>
          <a:p>
            <a:r>
              <a:rPr kumimoji="1" lang="en-US" altLang="ko-KR" sz="2000" b="1" dirty="0"/>
              <a:t>Output: </a:t>
            </a:r>
            <a:r>
              <a:rPr kumimoji="1" lang="en-US" altLang="ko-KR" sz="2000" dirty="0"/>
              <a:t>“</a:t>
            </a:r>
            <a:r>
              <a:rPr kumimoji="1" lang="en-US" altLang="ko-KR" sz="2000" dirty="0" err="1">
                <a:solidFill>
                  <a:srgbClr val="0070C0"/>
                </a:solidFill>
              </a:rPr>
              <a:t>L’accord</a:t>
            </a:r>
            <a:r>
              <a:rPr kumimoji="1" lang="en-US" altLang="ko-KR" sz="2000" dirty="0">
                <a:solidFill>
                  <a:srgbClr val="0070C0"/>
                </a:solidFill>
              </a:rPr>
              <a:t> sur la </a:t>
            </a:r>
            <a:r>
              <a:rPr kumimoji="1" lang="en-US" altLang="ko-KR" sz="2000" dirty="0">
                <a:solidFill>
                  <a:srgbClr val="00B050"/>
                </a:solidFill>
              </a:rPr>
              <a:t>zone </a:t>
            </a:r>
            <a:r>
              <a:rPr kumimoji="1" lang="en-US" altLang="ko-KR" sz="2000" dirty="0" err="1">
                <a:solidFill>
                  <a:srgbClr val="00B050"/>
                </a:solidFill>
              </a:rPr>
              <a:t>économique</a:t>
            </a:r>
            <a:r>
              <a:rPr kumimoji="1" lang="en-US" altLang="ko-KR" sz="2000" dirty="0">
                <a:solidFill>
                  <a:srgbClr val="00B050"/>
                </a:solidFill>
              </a:rPr>
              <a:t> </a:t>
            </a:r>
            <a:r>
              <a:rPr kumimoji="1" lang="en-US" altLang="ko-KR" sz="2000" dirty="0" err="1">
                <a:solidFill>
                  <a:srgbClr val="00B050"/>
                </a:solidFill>
              </a:rPr>
              <a:t>européenne</a:t>
            </a:r>
            <a:r>
              <a:rPr kumimoji="1" lang="en-US" altLang="ko-KR" sz="2000" dirty="0">
                <a:solidFill>
                  <a:srgbClr val="00B050"/>
                </a:solidFill>
              </a:rPr>
              <a:t> </a:t>
            </a:r>
            <a:r>
              <a:rPr kumimoji="1" lang="en-US" altLang="ko-KR" sz="2000" dirty="0"/>
              <a:t>a </a:t>
            </a:r>
            <a:r>
              <a:rPr kumimoji="1" lang="en-US" altLang="ko-KR" sz="2000" dirty="0" err="1"/>
              <a:t>été</a:t>
            </a:r>
            <a:r>
              <a:rPr kumimoji="1" lang="en-US" altLang="ko-KR" sz="2000" dirty="0"/>
              <a:t> </a:t>
            </a:r>
            <a:r>
              <a:rPr kumimoji="1" lang="en-US" altLang="ko-KR" sz="2000" dirty="0" err="1"/>
              <a:t>signé</a:t>
            </a:r>
            <a:r>
              <a:rPr kumimoji="1" lang="en-US" altLang="ko-KR" sz="2000" dirty="0"/>
              <a:t> </a:t>
            </a:r>
            <a:r>
              <a:rPr kumimoji="1" lang="en-US" altLang="ko-KR" sz="2000" dirty="0" err="1">
                <a:solidFill>
                  <a:srgbClr val="0070C0"/>
                </a:solidFill>
              </a:rPr>
              <a:t>en</a:t>
            </a:r>
            <a:r>
              <a:rPr kumimoji="1" lang="en-US" altLang="ko-KR" sz="2000" dirty="0">
                <a:solidFill>
                  <a:srgbClr val="0070C0"/>
                </a:solidFill>
              </a:rPr>
              <a:t> </a:t>
            </a:r>
            <a:r>
              <a:rPr kumimoji="1" lang="en-US" altLang="ko-KR" sz="2000" dirty="0" err="1">
                <a:solidFill>
                  <a:srgbClr val="0070C0"/>
                </a:solidFill>
              </a:rPr>
              <a:t>août</a:t>
            </a:r>
            <a:r>
              <a:rPr kumimoji="1" lang="en-US" altLang="ko-KR" sz="2000" dirty="0">
                <a:solidFill>
                  <a:srgbClr val="0070C0"/>
                </a:solidFill>
              </a:rPr>
              <a:t> 1992.</a:t>
            </a:r>
            <a:r>
              <a:rPr kumimoji="1" lang="en-US" altLang="ko-KR" sz="2000" dirty="0"/>
              <a:t>”</a:t>
            </a:r>
            <a:endParaRPr kumimoji="1" lang="ko-KR" altLang="en-US" sz="2000" dirty="0"/>
          </a:p>
        </p:txBody>
      </p:sp>
      <p:pic>
        <p:nvPicPr>
          <p:cNvPr id="12" name="object 2">
            <a:extLst>
              <a:ext uri="{FF2B5EF4-FFF2-40B4-BE49-F238E27FC236}">
                <a16:creationId xmlns:a16="http://schemas.microsoft.com/office/drawing/2014/main" id="{E0E80A6E-68F2-DF21-B44F-49C7F7AEFCB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0482" y="1452511"/>
            <a:ext cx="4443732" cy="46125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59518D-4053-54F2-5612-6E808AAF22F9}"/>
              </a:ext>
            </a:extLst>
          </p:cNvPr>
          <p:cNvSpPr txBox="1"/>
          <p:nvPr/>
        </p:nvSpPr>
        <p:spPr>
          <a:xfrm>
            <a:off x="8056179" y="1003830"/>
            <a:ext cx="383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b="1" dirty="0"/>
              <a:t>Visualization of attention weights</a:t>
            </a:r>
            <a:endParaRPr kumimoji="1" lang="ko-KR" altLang="en-US" sz="1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9AAE48-030D-7530-2CAF-2CB6051C5C10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Bahdanau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et. al., Neural machine translation by jointly learning to align and translate, ICLR 2015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7AED2BA-3328-2503-25A5-14F63732767A}"/>
              </a:ext>
            </a:extLst>
          </p:cNvPr>
          <p:cNvSpPr/>
          <p:nvPr/>
        </p:nvSpPr>
        <p:spPr>
          <a:xfrm>
            <a:off x="7118131" y="2368404"/>
            <a:ext cx="2191407" cy="96600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BBEE62-F8BC-3A08-7157-06DEFA158A1C}"/>
              </a:ext>
            </a:extLst>
          </p:cNvPr>
          <p:cNvSpPr/>
          <p:nvPr/>
        </p:nvSpPr>
        <p:spPr>
          <a:xfrm>
            <a:off x="8300545" y="1373162"/>
            <a:ext cx="1008993" cy="196124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AFD5267-E5CF-7ACA-4320-51ADA4592ACC}"/>
              </a:ext>
            </a:extLst>
          </p:cNvPr>
          <p:cNvSpPr/>
          <p:nvPr/>
        </p:nvSpPr>
        <p:spPr>
          <a:xfrm>
            <a:off x="10539248" y="1373162"/>
            <a:ext cx="1229711" cy="469187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342D0F-93E6-120F-06B3-117DFCBA5ECA}"/>
              </a:ext>
            </a:extLst>
          </p:cNvPr>
          <p:cNvSpPr/>
          <p:nvPr/>
        </p:nvSpPr>
        <p:spPr>
          <a:xfrm>
            <a:off x="7118131" y="4832131"/>
            <a:ext cx="4650828" cy="123759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33E200-8C07-B6DE-DD8D-1CE3FECFD2B7}"/>
              </a:ext>
            </a:extLst>
          </p:cNvPr>
          <p:cNvSpPr txBox="1"/>
          <p:nvPr/>
        </p:nvSpPr>
        <p:spPr>
          <a:xfrm>
            <a:off x="4965833" y="2359413"/>
            <a:ext cx="20889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0070C0"/>
                </a:solidFill>
              </a:rPr>
              <a:t>Diagonal attention means words correspond in order</a:t>
            </a:r>
            <a:endParaRPr kumimoji="1" lang="ko-KR" altLang="en-US" sz="1600" dirty="0">
              <a:solidFill>
                <a:srgbClr val="0070C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4451D2C-2987-8160-A36D-6D7EF2C3B526}"/>
              </a:ext>
            </a:extLst>
          </p:cNvPr>
          <p:cNvSpPr/>
          <p:nvPr/>
        </p:nvSpPr>
        <p:spPr>
          <a:xfrm>
            <a:off x="7118131" y="3334405"/>
            <a:ext cx="2932386" cy="74886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94AD98-5D91-92E5-7AA5-02E7C012A67A}"/>
              </a:ext>
            </a:extLst>
          </p:cNvPr>
          <p:cNvSpPr/>
          <p:nvPr/>
        </p:nvSpPr>
        <p:spPr>
          <a:xfrm>
            <a:off x="9309538" y="1373162"/>
            <a:ext cx="740979" cy="271010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C58C9A-D7CB-9259-E07E-04146958A4C7}"/>
              </a:ext>
            </a:extLst>
          </p:cNvPr>
          <p:cNvSpPr txBox="1"/>
          <p:nvPr/>
        </p:nvSpPr>
        <p:spPr>
          <a:xfrm>
            <a:off x="4965833" y="3399941"/>
            <a:ext cx="20889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00B050"/>
                </a:solidFill>
              </a:rPr>
              <a:t>Attention figures out different word orders</a:t>
            </a:r>
            <a:endParaRPr kumimoji="1" lang="ko-KR" altLang="en-US" sz="16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7814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7D352-1910-DF08-EDFD-143734D0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 dirty="0"/>
              <a:t>Sequence-to-Sequence with RNNs and Attention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BC9F7-B0BD-126B-E964-D819F7C4FC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69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C64E45-3073-8FBD-0B55-09E7E9C6ED9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82E026-5CEB-6C24-2B04-0722BB548E47}"/>
              </a:ext>
            </a:extLst>
          </p:cNvPr>
          <p:cNvSpPr txBox="1"/>
          <p:nvPr/>
        </p:nvSpPr>
        <p:spPr>
          <a:xfrm>
            <a:off x="417786" y="1843950"/>
            <a:ext cx="402020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b="1" dirty="0"/>
              <a:t>Example:</a:t>
            </a:r>
            <a:r>
              <a:rPr kumimoji="1" lang="en-US" altLang="ko-KR" sz="2000" dirty="0"/>
              <a:t> </a:t>
            </a:r>
            <a:br>
              <a:rPr kumimoji="1" lang="en-US" altLang="ko-KR" sz="2000" dirty="0"/>
            </a:br>
            <a:r>
              <a:rPr kumimoji="1" lang="en-US" altLang="ko-KR" sz="2000" dirty="0"/>
              <a:t>English to French translation</a:t>
            </a:r>
          </a:p>
          <a:p>
            <a:endParaRPr kumimoji="1" lang="en-US" altLang="ko-KR" sz="2000" dirty="0"/>
          </a:p>
          <a:p>
            <a:r>
              <a:rPr kumimoji="1" lang="en-US" altLang="ko-KR" sz="2000" b="1" dirty="0"/>
              <a:t>Input: </a:t>
            </a:r>
          </a:p>
          <a:p>
            <a:r>
              <a:rPr kumimoji="1" lang="en-US" altLang="ko-KR" sz="2000" dirty="0"/>
              <a:t>“</a:t>
            </a:r>
            <a:r>
              <a:rPr kumimoji="1" lang="en-US" altLang="ko-KR" sz="2000" dirty="0">
                <a:solidFill>
                  <a:srgbClr val="0070C0"/>
                </a:solidFill>
              </a:rPr>
              <a:t>The agreement on the </a:t>
            </a:r>
            <a:r>
              <a:rPr kumimoji="1" lang="en-US" altLang="ko-KR" sz="2000" dirty="0">
                <a:solidFill>
                  <a:srgbClr val="00B050"/>
                </a:solidFill>
              </a:rPr>
              <a:t>European Economic Area </a:t>
            </a:r>
            <a:r>
              <a:rPr kumimoji="1" lang="en-US" altLang="ko-KR" sz="2000" dirty="0">
                <a:solidFill>
                  <a:srgbClr val="C00000"/>
                </a:solidFill>
              </a:rPr>
              <a:t>was signed </a:t>
            </a:r>
            <a:r>
              <a:rPr kumimoji="1" lang="en-US" altLang="ko-KR" sz="2000" dirty="0">
                <a:solidFill>
                  <a:srgbClr val="0070C0"/>
                </a:solidFill>
              </a:rPr>
              <a:t>in August 1992.</a:t>
            </a:r>
            <a:r>
              <a:rPr kumimoji="1" lang="en-US" altLang="ko-KR" sz="2000" dirty="0"/>
              <a:t>”</a:t>
            </a:r>
          </a:p>
          <a:p>
            <a:endParaRPr kumimoji="1" lang="en-US" altLang="ko-KR" sz="2000" dirty="0"/>
          </a:p>
          <a:p>
            <a:r>
              <a:rPr kumimoji="1" lang="en-US" altLang="ko-KR" sz="2000" b="1" dirty="0"/>
              <a:t>Output: </a:t>
            </a:r>
            <a:r>
              <a:rPr kumimoji="1" lang="en-US" altLang="ko-KR" sz="2000" dirty="0"/>
              <a:t>“</a:t>
            </a:r>
            <a:r>
              <a:rPr kumimoji="1" lang="en-US" altLang="ko-KR" sz="2000" dirty="0" err="1">
                <a:solidFill>
                  <a:srgbClr val="0070C0"/>
                </a:solidFill>
              </a:rPr>
              <a:t>L’accord</a:t>
            </a:r>
            <a:r>
              <a:rPr kumimoji="1" lang="en-US" altLang="ko-KR" sz="2000" dirty="0">
                <a:solidFill>
                  <a:srgbClr val="0070C0"/>
                </a:solidFill>
              </a:rPr>
              <a:t> sur la </a:t>
            </a:r>
            <a:r>
              <a:rPr kumimoji="1" lang="en-US" altLang="ko-KR" sz="2000" dirty="0">
                <a:solidFill>
                  <a:srgbClr val="00B050"/>
                </a:solidFill>
              </a:rPr>
              <a:t>zone </a:t>
            </a:r>
            <a:r>
              <a:rPr kumimoji="1" lang="en-US" altLang="ko-KR" sz="2000" dirty="0" err="1">
                <a:solidFill>
                  <a:srgbClr val="00B050"/>
                </a:solidFill>
              </a:rPr>
              <a:t>économique</a:t>
            </a:r>
            <a:r>
              <a:rPr kumimoji="1" lang="en-US" altLang="ko-KR" sz="2000" dirty="0">
                <a:solidFill>
                  <a:srgbClr val="00B050"/>
                </a:solidFill>
              </a:rPr>
              <a:t> </a:t>
            </a:r>
            <a:r>
              <a:rPr kumimoji="1" lang="en-US" altLang="ko-KR" sz="2000" dirty="0" err="1">
                <a:solidFill>
                  <a:srgbClr val="00B050"/>
                </a:solidFill>
              </a:rPr>
              <a:t>européenne</a:t>
            </a:r>
            <a:r>
              <a:rPr kumimoji="1" lang="en-US" altLang="ko-KR" sz="2000" dirty="0">
                <a:solidFill>
                  <a:srgbClr val="00B050"/>
                </a:solidFill>
              </a:rPr>
              <a:t> </a:t>
            </a:r>
            <a:r>
              <a:rPr kumimoji="1" lang="en-US" altLang="ko-KR" sz="2000" dirty="0">
                <a:solidFill>
                  <a:srgbClr val="C00000"/>
                </a:solidFill>
              </a:rPr>
              <a:t>a </a:t>
            </a:r>
            <a:r>
              <a:rPr kumimoji="1" lang="en-US" altLang="ko-KR" sz="2000" dirty="0" err="1">
                <a:solidFill>
                  <a:srgbClr val="C00000"/>
                </a:solidFill>
              </a:rPr>
              <a:t>été</a:t>
            </a:r>
            <a:r>
              <a:rPr kumimoji="1" lang="en-US" altLang="ko-KR" sz="2000" dirty="0">
                <a:solidFill>
                  <a:srgbClr val="C00000"/>
                </a:solidFill>
              </a:rPr>
              <a:t> </a:t>
            </a:r>
            <a:r>
              <a:rPr kumimoji="1" lang="en-US" altLang="ko-KR" sz="2000" dirty="0" err="1">
                <a:solidFill>
                  <a:srgbClr val="C00000"/>
                </a:solidFill>
              </a:rPr>
              <a:t>signé</a:t>
            </a:r>
            <a:r>
              <a:rPr kumimoji="1" lang="en-US" altLang="ko-KR" sz="2000" dirty="0"/>
              <a:t> </a:t>
            </a:r>
            <a:r>
              <a:rPr kumimoji="1" lang="en-US" altLang="ko-KR" sz="2000" dirty="0" err="1">
                <a:solidFill>
                  <a:srgbClr val="0070C0"/>
                </a:solidFill>
              </a:rPr>
              <a:t>en</a:t>
            </a:r>
            <a:r>
              <a:rPr kumimoji="1" lang="en-US" altLang="ko-KR" sz="2000" dirty="0">
                <a:solidFill>
                  <a:srgbClr val="0070C0"/>
                </a:solidFill>
              </a:rPr>
              <a:t> </a:t>
            </a:r>
            <a:r>
              <a:rPr kumimoji="1" lang="en-US" altLang="ko-KR" sz="2000" dirty="0" err="1">
                <a:solidFill>
                  <a:srgbClr val="0070C0"/>
                </a:solidFill>
              </a:rPr>
              <a:t>août</a:t>
            </a:r>
            <a:r>
              <a:rPr kumimoji="1" lang="en-US" altLang="ko-KR" sz="2000" dirty="0">
                <a:solidFill>
                  <a:srgbClr val="0070C0"/>
                </a:solidFill>
              </a:rPr>
              <a:t> 1992.</a:t>
            </a:r>
            <a:r>
              <a:rPr kumimoji="1" lang="en-US" altLang="ko-KR" sz="2000" dirty="0"/>
              <a:t>”</a:t>
            </a:r>
            <a:endParaRPr kumimoji="1" lang="ko-KR" altLang="en-US" sz="2000" dirty="0"/>
          </a:p>
        </p:txBody>
      </p:sp>
      <p:pic>
        <p:nvPicPr>
          <p:cNvPr id="12" name="object 2">
            <a:extLst>
              <a:ext uri="{FF2B5EF4-FFF2-40B4-BE49-F238E27FC236}">
                <a16:creationId xmlns:a16="http://schemas.microsoft.com/office/drawing/2014/main" id="{E0E80A6E-68F2-DF21-B44F-49C7F7AEFCB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0482" y="1452511"/>
            <a:ext cx="4443732" cy="46125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59518D-4053-54F2-5612-6E808AAF22F9}"/>
              </a:ext>
            </a:extLst>
          </p:cNvPr>
          <p:cNvSpPr txBox="1"/>
          <p:nvPr/>
        </p:nvSpPr>
        <p:spPr>
          <a:xfrm>
            <a:off x="8056179" y="1003830"/>
            <a:ext cx="383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b="1" dirty="0"/>
              <a:t>Visualization of attention weights</a:t>
            </a:r>
            <a:endParaRPr kumimoji="1" lang="ko-KR" altLang="en-US" sz="1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9AAE48-030D-7530-2CAF-2CB6051C5C10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Bahdanau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et. al., Neural machine translation by jointly learning to align and translate, ICLR 2015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7AED2BA-3328-2503-25A5-14F63732767A}"/>
              </a:ext>
            </a:extLst>
          </p:cNvPr>
          <p:cNvSpPr/>
          <p:nvPr/>
        </p:nvSpPr>
        <p:spPr>
          <a:xfrm>
            <a:off x="7118131" y="2368404"/>
            <a:ext cx="2191407" cy="96600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BBEE62-F8BC-3A08-7157-06DEFA158A1C}"/>
              </a:ext>
            </a:extLst>
          </p:cNvPr>
          <p:cNvSpPr/>
          <p:nvPr/>
        </p:nvSpPr>
        <p:spPr>
          <a:xfrm>
            <a:off x="8300545" y="1373162"/>
            <a:ext cx="1008993" cy="196124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AFD5267-E5CF-7ACA-4320-51ADA4592ACC}"/>
              </a:ext>
            </a:extLst>
          </p:cNvPr>
          <p:cNvSpPr/>
          <p:nvPr/>
        </p:nvSpPr>
        <p:spPr>
          <a:xfrm>
            <a:off x="10539248" y="1373162"/>
            <a:ext cx="1229711" cy="469187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342D0F-93E6-120F-06B3-117DFCBA5ECA}"/>
              </a:ext>
            </a:extLst>
          </p:cNvPr>
          <p:cNvSpPr/>
          <p:nvPr/>
        </p:nvSpPr>
        <p:spPr>
          <a:xfrm>
            <a:off x="7118131" y="4832131"/>
            <a:ext cx="4650828" cy="123759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33E200-8C07-B6DE-DD8D-1CE3FECFD2B7}"/>
              </a:ext>
            </a:extLst>
          </p:cNvPr>
          <p:cNvSpPr txBox="1"/>
          <p:nvPr/>
        </p:nvSpPr>
        <p:spPr>
          <a:xfrm>
            <a:off x="4965833" y="2359413"/>
            <a:ext cx="20889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0070C0"/>
                </a:solidFill>
              </a:rPr>
              <a:t>Diagonal attention means words correspond in order</a:t>
            </a:r>
            <a:endParaRPr kumimoji="1" lang="ko-KR" altLang="en-US" sz="1600" dirty="0">
              <a:solidFill>
                <a:srgbClr val="0070C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4451D2C-2987-8160-A36D-6D7EF2C3B526}"/>
              </a:ext>
            </a:extLst>
          </p:cNvPr>
          <p:cNvSpPr/>
          <p:nvPr/>
        </p:nvSpPr>
        <p:spPr>
          <a:xfrm>
            <a:off x="7118131" y="3334405"/>
            <a:ext cx="2932386" cy="74886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94AD98-5D91-92E5-7AA5-02E7C012A67A}"/>
              </a:ext>
            </a:extLst>
          </p:cNvPr>
          <p:cNvSpPr/>
          <p:nvPr/>
        </p:nvSpPr>
        <p:spPr>
          <a:xfrm>
            <a:off x="9309538" y="1373162"/>
            <a:ext cx="740979" cy="271010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C58C9A-D7CB-9259-E07E-04146958A4C7}"/>
              </a:ext>
            </a:extLst>
          </p:cNvPr>
          <p:cNvSpPr txBox="1"/>
          <p:nvPr/>
        </p:nvSpPr>
        <p:spPr>
          <a:xfrm>
            <a:off x="4965833" y="3399941"/>
            <a:ext cx="20889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00B050"/>
                </a:solidFill>
              </a:rPr>
              <a:t>Attention figures out different word orders</a:t>
            </a:r>
            <a:endParaRPr kumimoji="1" lang="ko-KR" altLang="en-US" sz="1600" dirty="0">
              <a:solidFill>
                <a:srgbClr val="00B05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5334E96-9CE5-A03D-6A10-EA7524902B80}"/>
              </a:ext>
            </a:extLst>
          </p:cNvPr>
          <p:cNvSpPr/>
          <p:nvPr/>
        </p:nvSpPr>
        <p:spPr>
          <a:xfrm>
            <a:off x="7118131" y="4083267"/>
            <a:ext cx="3415862" cy="74886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103FC8-03B2-1669-E719-38743F6DAFFF}"/>
              </a:ext>
            </a:extLst>
          </p:cNvPr>
          <p:cNvSpPr/>
          <p:nvPr/>
        </p:nvSpPr>
        <p:spPr>
          <a:xfrm>
            <a:off x="10050517" y="1373162"/>
            <a:ext cx="488731" cy="34542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C3F5F8-DD5E-14BD-29C5-95435C1C76AD}"/>
              </a:ext>
            </a:extLst>
          </p:cNvPr>
          <p:cNvSpPr txBox="1"/>
          <p:nvPr/>
        </p:nvSpPr>
        <p:spPr>
          <a:xfrm>
            <a:off x="4965833" y="4288421"/>
            <a:ext cx="2088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Verb conjugation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89638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FA953-E352-6108-981F-4077F3E6D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01B10-1AE4-C645-1E69-2284044919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/>
              <a:t>Transformers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11736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71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3602012" cy="1239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Query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1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𝐪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1800" b="0" i="0" smtClean="0">
                            <a:latin typeface="Cambria Math" panose="02040503050406030204" pitchFamily="18" charset="0"/>
                          </a:rPr>
                          <m:t>att</m:t>
                        </m:r>
                      </m:sub>
                    </m:sSub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3602012" cy="1239442"/>
              </a:xfrm>
              <a:prstGeom prst="rect">
                <a:avLst/>
              </a:prstGeom>
              <a:blipFill>
                <a:blip r:embed="rId2"/>
                <a:stretch>
                  <a:fillRect l="-1761" t="-3061" r="-704" b="-61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4571103"/>
                <a:ext cx="5031762" cy="1219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1" i="0" dirty="0" smtClean="0">
                        <a:latin typeface="Cambria Math" panose="02040503050406030204" pitchFamily="18" charset="0"/>
                      </a:rPr>
                      <m:t>𝐞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1800">
                            <a:latin typeface="Cambria Math" panose="02040503050406030204" pitchFamily="18" charset="0"/>
                          </a:rPr>
                          <m:t>att</m:t>
                        </m:r>
                      </m:sub>
                    </m:sSub>
                    <m:d>
                      <m:dPr>
                        <m:ctrlPr>
                          <a:rPr kumimoji="1" lang="en-US" altLang="ko-KR" sz="1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1" i="0" smtClean="0">
                        <a:latin typeface="Cambria Math" panose="02040503050406030204" pitchFamily="18" charset="0"/>
                      </a:rPr>
                      <m:t>𝐚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1" i="0" smtClean="0">
                        <a:latin typeface="Cambria Math" panose="02040503050406030204" pitchFamily="18" charset="0"/>
                      </a:rPr>
                      <m:t>𝐞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4571103"/>
                <a:ext cx="5031762" cy="1219886"/>
              </a:xfrm>
              <a:prstGeom prst="rect">
                <a:avLst/>
              </a:prstGeom>
              <a:blipFill>
                <a:blip r:embed="rId3"/>
                <a:stretch>
                  <a:fillRect l="-1259" t="-3093" b="-494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" name="그림 71">
            <a:extLst>
              <a:ext uri="{FF2B5EF4-FFF2-40B4-BE49-F238E27FC236}">
                <a16:creationId xmlns:a16="http://schemas.microsoft.com/office/drawing/2014/main" id="{53BB8236-6E4A-B37F-969D-AB967D4FE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729" y="1299257"/>
            <a:ext cx="5965839" cy="299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7808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72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3608039" cy="1239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Query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1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𝐪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dot product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3608039" cy="1239442"/>
              </a:xfrm>
              <a:prstGeom prst="rect">
                <a:avLst/>
              </a:prstGeom>
              <a:blipFill>
                <a:blip r:embed="rId2"/>
                <a:stretch>
                  <a:fillRect l="-1754" t="-3061" r="-351" b="-61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4571103"/>
                <a:ext cx="5031762" cy="1219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1" i="0" dirty="0" smtClean="0">
                        <a:latin typeface="Cambria Math" panose="02040503050406030204" pitchFamily="18" charset="0"/>
                      </a:rPr>
                      <m:t>𝐞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𝐪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1" i="0" smtClean="0">
                        <a:latin typeface="Cambria Math" panose="02040503050406030204" pitchFamily="18" charset="0"/>
                      </a:rPr>
                      <m:t>𝐚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1" i="0" smtClean="0">
                        <a:latin typeface="Cambria Math" panose="02040503050406030204" pitchFamily="18" charset="0"/>
                      </a:rPr>
                      <m:t>𝐞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4571103"/>
                <a:ext cx="5031762" cy="1219886"/>
              </a:xfrm>
              <a:prstGeom prst="rect">
                <a:avLst/>
              </a:prstGeom>
              <a:blipFill>
                <a:blip r:embed="rId3"/>
                <a:stretch>
                  <a:fillRect l="-1259" t="-3093" b="-494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bject 59">
            <a:extLst>
              <a:ext uri="{FF2B5EF4-FFF2-40B4-BE49-F238E27FC236}">
                <a16:creationId xmlns:a16="http://schemas.microsoft.com/office/drawing/2014/main" id="{B4C6C438-29EE-E015-3FE7-8314A9DFC94E}"/>
              </a:ext>
            </a:extLst>
          </p:cNvPr>
          <p:cNvSpPr txBox="1"/>
          <p:nvPr/>
        </p:nvSpPr>
        <p:spPr>
          <a:xfrm>
            <a:off x="6890958" y="4702595"/>
            <a:ext cx="448386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Changes: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lang="en-US" sz="2000" spc="-5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Use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dot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similarity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66386BDF-B1FF-414B-63A9-0080C20E29C1}"/>
              </a:ext>
            </a:extLst>
          </p:cNvPr>
          <p:cNvSpPr/>
          <p:nvPr/>
        </p:nvSpPr>
        <p:spPr>
          <a:xfrm>
            <a:off x="2225718" y="1949897"/>
            <a:ext cx="1384584" cy="296690"/>
          </a:xfrm>
          <a:custGeom>
            <a:avLst/>
            <a:gdLst/>
            <a:ahLst/>
            <a:cxnLst/>
            <a:rect l="l" t="t" r="r" b="b"/>
            <a:pathLst>
              <a:path w="1338579" h="265430">
                <a:moveTo>
                  <a:pt x="0" y="0"/>
                </a:moveTo>
                <a:lnTo>
                  <a:pt x="1337982" y="0"/>
                </a:lnTo>
                <a:lnTo>
                  <a:pt x="1337982" y="265044"/>
                </a:lnTo>
                <a:lnTo>
                  <a:pt x="0" y="2650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6429C607-A5B9-F6D4-C650-62815B0CCDAE}"/>
              </a:ext>
            </a:extLst>
          </p:cNvPr>
          <p:cNvSpPr/>
          <p:nvPr/>
        </p:nvSpPr>
        <p:spPr>
          <a:xfrm>
            <a:off x="2950932" y="4898049"/>
            <a:ext cx="1171617" cy="296690"/>
          </a:xfrm>
          <a:custGeom>
            <a:avLst/>
            <a:gdLst/>
            <a:ahLst/>
            <a:cxnLst/>
            <a:rect l="l" t="t" r="r" b="b"/>
            <a:pathLst>
              <a:path w="1338579" h="265430">
                <a:moveTo>
                  <a:pt x="0" y="0"/>
                </a:moveTo>
                <a:lnTo>
                  <a:pt x="1337982" y="0"/>
                </a:lnTo>
                <a:lnTo>
                  <a:pt x="1337982" y="265044"/>
                </a:lnTo>
                <a:lnTo>
                  <a:pt x="0" y="2650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63DA8F2-02CB-D180-D476-DE116B74A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729" y="1299257"/>
            <a:ext cx="5965839" cy="299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676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73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239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Query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1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𝐪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239442"/>
              </a:xfrm>
              <a:prstGeom prst="rect">
                <a:avLst/>
              </a:prstGeom>
              <a:blipFill>
                <a:blip r:embed="rId2"/>
                <a:stretch>
                  <a:fillRect l="-1506" t="-3061" r="-301" b="-61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4571103"/>
                <a:ext cx="5031762" cy="12782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1" i="0" dirty="0" smtClean="0">
                        <a:latin typeface="Cambria Math" panose="02040503050406030204" pitchFamily="18" charset="0"/>
                      </a:rPr>
                      <m:t>𝐞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𝐪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1" i="0" smtClean="0">
                        <a:latin typeface="Cambria Math" panose="02040503050406030204" pitchFamily="18" charset="0"/>
                      </a:rPr>
                      <m:t>𝐚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1" i="0" smtClean="0">
                        <a:latin typeface="Cambria Math" panose="02040503050406030204" pitchFamily="18" charset="0"/>
                      </a:rPr>
                      <m:t>𝐞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4571103"/>
                <a:ext cx="5031762" cy="1278299"/>
              </a:xfrm>
              <a:prstGeom prst="rect">
                <a:avLst/>
              </a:prstGeom>
              <a:blipFill>
                <a:blip r:embed="rId3"/>
                <a:stretch>
                  <a:fillRect l="-1259" t="-2970" b="-475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bject 59">
            <a:extLst>
              <a:ext uri="{FF2B5EF4-FFF2-40B4-BE49-F238E27FC236}">
                <a16:creationId xmlns:a16="http://schemas.microsoft.com/office/drawing/2014/main" id="{2BC627C6-B7FF-4A29-E132-67500E3AAFF0}"/>
              </a:ext>
            </a:extLst>
          </p:cNvPr>
          <p:cNvSpPr txBox="1"/>
          <p:nvPr/>
        </p:nvSpPr>
        <p:spPr>
          <a:xfrm>
            <a:off x="6890958" y="4702595"/>
            <a:ext cx="448386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Changes: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lang="en-US" sz="2000" spc="-5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Use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55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scaled</a:t>
            </a:r>
            <a:r>
              <a:rPr lang="en-US" sz="2000" b="1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dot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similarity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C92265D3-2CC4-5C01-8B9E-AB99E838376A}"/>
              </a:ext>
            </a:extLst>
          </p:cNvPr>
          <p:cNvSpPr/>
          <p:nvPr/>
        </p:nvSpPr>
        <p:spPr>
          <a:xfrm>
            <a:off x="2225718" y="1949897"/>
            <a:ext cx="2099558" cy="296690"/>
          </a:xfrm>
          <a:custGeom>
            <a:avLst/>
            <a:gdLst/>
            <a:ahLst/>
            <a:cxnLst/>
            <a:rect l="l" t="t" r="r" b="b"/>
            <a:pathLst>
              <a:path w="1338579" h="265430">
                <a:moveTo>
                  <a:pt x="0" y="0"/>
                </a:moveTo>
                <a:lnTo>
                  <a:pt x="1337982" y="0"/>
                </a:lnTo>
                <a:lnTo>
                  <a:pt x="1337982" y="265044"/>
                </a:lnTo>
                <a:lnTo>
                  <a:pt x="0" y="2650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2E566873-BDA3-8A07-7A6D-3F73976A14A8}"/>
              </a:ext>
            </a:extLst>
          </p:cNvPr>
          <p:cNvSpPr/>
          <p:nvPr/>
        </p:nvSpPr>
        <p:spPr>
          <a:xfrm>
            <a:off x="2950932" y="4898048"/>
            <a:ext cx="1776619" cy="375517"/>
          </a:xfrm>
          <a:custGeom>
            <a:avLst/>
            <a:gdLst/>
            <a:ahLst/>
            <a:cxnLst/>
            <a:rect l="l" t="t" r="r" b="b"/>
            <a:pathLst>
              <a:path w="1338579" h="265430">
                <a:moveTo>
                  <a:pt x="0" y="0"/>
                </a:moveTo>
                <a:lnTo>
                  <a:pt x="1337982" y="0"/>
                </a:lnTo>
                <a:lnTo>
                  <a:pt x="1337982" y="265044"/>
                </a:lnTo>
                <a:lnTo>
                  <a:pt x="0" y="2650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F4F0785-136C-DD5F-4342-03DFC27CA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729" y="1299257"/>
            <a:ext cx="5965839" cy="299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0280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74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239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Query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1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𝐪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239442"/>
              </a:xfrm>
              <a:prstGeom prst="rect">
                <a:avLst/>
              </a:prstGeom>
              <a:blipFill>
                <a:blip r:embed="rId2"/>
                <a:stretch>
                  <a:fillRect l="-1506" t="-3061" r="-301" b="-61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4571103"/>
                <a:ext cx="5031762" cy="12782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1" i="0" dirty="0" smtClean="0">
                        <a:latin typeface="Cambria Math" panose="02040503050406030204" pitchFamily="18" charset="0"/>
                      </a:rPr>
                      <m:t>𝐞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𝐪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1" i="0" smtClean="0">
                        <a:latin typeface="Cambria Math" panose="02040503050406030204" pitchFamily="18" charset="0"/>
                      </a:rPr>
                      <m:t>𝐚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1" i="0" smtClean="0">
                        <a:latin typeface="Cambria Math" panose="02040503050406030204" pitchFamily="18" charset="0"/>
                      </a:rPr>
                      <m:t>𝐞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4571103"/>
                <a:ext cx="5031762" cy="1278299"/>
              </a:xfrm>
              <a:prstGeom prst="rect">
                <a:avLst/>
              </a:prstGeom>
              <a:blipFill>
                <a:blip r:embed="rId3"/>
                <a:stretch>
                  <a:fillRect l="-1259" t="-2970" b="-475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bject 59">
            <a:extLst>
              <a:ext uri="{FF2B5EF4-FFF2-40B4-BE49-F238E27FC236}">
                <a16:creationId xmlns:a16="http://schemas.microsoft.com/office/drawing/2014/main" id="{2BC627C6-B7FF-4A29-E132-67500E3AAFF0}"/>
              </a:ext>
            </a:extLst>
          </p:cNvPr>
          <p:cNvSpPr txBox="1"/>
          <p:nvPr/>
        </p:nvSpPr>
        <p:spPr>
          <a:xfrm>
            <a:off x="6890958" y="4702595"/>
            <a:ext cx="448386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Changes: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lang="en-US" sz="2000" spc="-5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Use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55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scaled</a:t>
            </a:r>
            <a:r>
              <a:rPr lang="en-US" sz="2000" b="1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dot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similarity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C92265D3-2CC4-5C01-8B9E-AB99E838376A}"/>
              </a:ext>
            </a:extLst>
          </p:cNvPr>
          <p:cNvSpPr/>
          <p:nvPr/>
        </p:nvSpPr>
        <p:spPr>
          <a:xfrm>
            <a:off x="2225718" y="1949897"/>
            <a:ext cx="2099558" cy="296690"/>
          </a:xfrm>
          <a:custGeom>
            <a:avLst/>
            <a:gdLst/>
            <a:ahLst/>
            <a:cxnLst/>
            <a:rect l="l" t="t" r="r" b="b"/>
            <a:pathLst>
              <a:path w="1338579" h="265430">
                <a:moveTo>
                  <a:pt x="0" y="0"/>
                </a:moveTo>
                <a:lnTo>
                  <a:pt x="1337982" y="0"/>
                </a:lnTo>
                <a:lnTo>
                  <a:pt x="1337982" y="265044"/>
                </a:lnTo>
                <a:lnTo>
                  <a:pt x="0" y="2650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2E566873-BDA3-8A07-7A6D-3F73976A14A8}"/>
              </a:ext>
            </a:extLst>
          </p:cNvPr>
          <p:cNvSpPr/>
          <p:nvPr/>
        </p:nvSpPr>
        <p:spPr>
          <a:xfrm>
            <a:off x="2950932" y="4898048"/>
            <a:ext cx="1776619" cy="375517"/>
          </a:xfrm>
          <a:custGeom>
            <a:avLst/>
            <a:gdLst/>
            <a:ahLst/>
            <a:cxnLst/>
            <a:rect l="l" t="t" r="r" b="b"/>
            <a:pathLst>
              <a:path w="1338579" h="265430">
                <a:moveTo>
                  <a:pt x="0" y="0"/>
                </a:moveTo>
                <a:lnTo>
                  <a:pt x="1337982" y="0"/>
                </a:lnTo>
                <a:lnTo>
                  <a:pt x="1337982" y="265044"/>
                </a:lnTo>
                <a:lnTo>
                  <a:pt x="0" y="2650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2E57A4-B517-F329-AC66-333FF8ADCB41}"/>
                  </a:ext>
                </a:extLst>
              </p:cNvPr>
              <p:cNvSpPr txBox="1"/>
              <p:nvPr/>
            </p:nvSpPr>
            <p:spPr>
              <a:xfrm>
                <a:off x="113866" y="2392361"/>
                <a:ext cx="5380417" cy="20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sz="1600" dirty="0"/>
                  <a:t>Large similarities will cause </a:t>
                </a:r>
                <a:r>
                  <a:rPr kumimoji="1" lang="en-US" altLang="ko-KR" sz="1600" dirty="0" err="1"/>
                  <a:t>softmax</a:t>
                </a:r>
                <a:r>
                  <a:rPr kumimoji="1" lang="en-US" altLang="ko-KR" sz="1600" dirty="0"/>
                  <a:t> to saturate and give vanishing gradients</a:t>
                </a:r>
              </a:p>
              <a:p>
                <a:endParaRPr kumimoji="1" lang="en-US" altLang="ko-KR" sz="1600" dirty="0"/>
              </a:p>
              <a:p>
                <a:r>
                  <a:rPr kumimoji="1" lang="en-US" altLang="ko-KR" sz="1600" dirty="0"/>
                  <a:t>Recall </a:t>
                </a:r>
                <a14:m>
                  <m:oMath xmlns:m="http://schemas.openxmlformats.org/officeDocument/2006/math">
                    <m:r>
                      <a:rPr kumimoji="1" lang="en-US" altLang="ko-KR" sz="1600" b="1" i="0" smtClean="0">
                        <a:latin typeface="Cambria Math" panose="02040503050406030204" pitchFamily="18" charset="0"/>
                      </a:rPr>
                      <m:t>𝐚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kumimoji="1" lang="en-US" altLang="ko-KR" sz="1600" b="1" i="0" smtClean="0">
                        <a:latin typeface="Cambria Math" panose="02040503050406030204" pitchFamily="18" charset="0"/>
                      </a:rPr>
                      <m:t>𝐛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1600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1600" b="1" i="0" smtClean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d>
                    <m:func>
                      <m:func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∠</m:t>
                        </m:r>
                        <m:r>
                          <a:rPr kumimoji="1" lang="en-US" altLang="ko-KR" sz="16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𝐚𝐛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kumimoji="1" lang="en-US" altLang="ko-KR" sz="1600" dirty="0"/>
                  <a:t> for </a:t>
                </a:r>
                <a14:m>
                  <m:oMath xmlns:m="http://schemas.openxmlformats.org/officeDocument/2006/math">
                    <m:r>
                      <a:rPr kumimoji="1" lang="en-US" altLang="ko-KR" sz="1600" b="1" i="0" dirty="0" smtClean="0">
                        <a:latin typeface="Cambria Math" panose="02040503050406030204" pitchFamily="18" charset="0"/>
                      </a:rPr>
                      <m:t>𝐚</m:t>
                    </m:r>
                    <m:r>
                      <a:rPr kumimoji="1" lang="en-US" altLang="ko-KR" sz="16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ko-KR" sz="1600" b="1" i="0" dirty="0" smtClean="0">
                        <a:latin typeface="Cambria Math" panose="02040503050406030204" pitchFamily="18" charset="0"/>
                      </a:rPr>
                      <m:t>𝐛</m:t>
                    </m:r>
                    <m:r>
                      <a:rPr kumimoji="1" lang="en-US" altLang="ko-KR" sz="16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kumimoji="1" lang="en-US" altLang="ko-KR" sz="1600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kumimoji="1" lang="en-US" altLang="ko-KR" sz="1600" dirty="0"/>
                  <a:t> and thus </a:t>
                </a:r>
                <a14:m>
                  <m:oMath xmlns:m="http://schemas.openxmlformats.org/officeDocument/2006/math">
                    <m:r>
                      <a:rPr kumimoji="1" lang="en-US" altLang="ko-KR" sz="1600" b="1">
                        <a:latin typeface="Cambria Math" panose="02040503050406030204" pitchFamily="18" charset="0"/>
                      </a:rPr>
                      <m:t>𝐚</m:t>
                    </m:r>
                    <m:r>
                      <a:rPr kumimoji="1" lang="en-US" altLang="ko-KR" sz="1600" i="1">
                        <a:latin typeface="Cambria Math" panose="02040503050406030204" pitchFamily="18" charset="0"/>
                      </a:rPr>
                      <m:t>⋅</m:t>
                    </m:r>
                    <m:r>
                      <a:rPr kumimoji="1" lang="en-US" altLang="ko-KR" sz="1600" b="1"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kumimoji="1" lang="en-US" altLang="ko-KR" sz="1600" dirty="0"/>
                  <a:t> is large when 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kumimoji="1" lang="en-US" altLang="ko-KR" sz="1600" dirty="0"/>
                  <a:t> is large causing vanishing gradient.</a:t>
                </a:r>
              </a:p>
              <a:p>
                <a:endParaRPr kumimoji="1" lang="en-US" altLang="ko-KR" sz="1600" dirty="0"/>
              </a:p>
              <a:p>
                <a:r>
                  <a:rPr kumimoji="1" lang="en-US" altLang="ko-KR" sz="1600" dirty="0"/>
                  <a:t>Scaling with 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latin typeface="Cambria Math" panose="02040503050406030204" pitchFamily="18" charset="0"/>
                      </a:rPr>
                      <m:t>1/</m:t>
                    </m:r>
                    <m:rad>
                      <m:radPr>
                        <m:degHide m:val="on"/>
                        <m:ctrlPr>
                          <a:rPr kumimoji="1" lang="en-US" altLang="ko-KR" sz="16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ko-KR" sz="16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rad>
                  </m:oMath>
                </a14:m>
                <a:r>
                  <a:rPr kumimoji="1" lang="en-US" altLang="ko-KR" sz="1600" dirty="0"/>
                  <a:t> will result in outputs with 0 mean and unit variance given normalized inputs.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2E57A4-B517-F329-AC66-333FF8ADC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6" y="2392361"/>
                <a:ext cx="5380417" cy="2085314"/>
              </a:xfrm>
              <a:prstGeom prst="rect">
                <a:avLst/>
              </a:prstGeom>
              <a:blipFill>
                <a:blip r:embed="rId9"/>
                <a:stretch>
                  <a:fillRect l="-708" t="-606" r="-708"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2776551D-1106-4E99-05B8-8E161A80B4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8729" y="1299257"/>
            <a:ext cx="5965839" cy="299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4541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75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239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Query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239442"/>
              </a:xfrm>
              <a:prstGeom prst="rect">
                <a:avLst/>
              </a:prstGeom>
              <a:blipFill>
                <a:blip r:embed="rId2"/>
                <a:stretch>
                  <a:fillRect l="-1506" t="-3061" r="-301" b="-61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4571103"/>
                <a:ext cx="6624634" cy="1309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kumimoji="1" lang="en-US" altLang="ko-KR" sz="18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18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kumimoji="1" lang="en-US" altLang="ko-KR" sz="18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4571103"/>
                <a:ext cx="6624634" cy="1309846"/>
              </a:xfrm>
              <a:prstGeom prst="rect">
                <a:avLst/>
              </a:prstGeom>
              <a:blipFill>
                <a:blip r:embed="rId3"/>
                <a:stretch>
                  <a:fillRect l="-958" t="-2885" b="-451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bject 59">
            <a:extLst>
              <a:ext uri="{FF2B5EF4-FFF2-40B4-BE49-F238E27FC236}">
                <a16:creationId xmlns:a16="http://schemas.microsoft.com/office/drawing/2014/main" id="{97EDD2A2-4CF4-7034-8AA6-D418451AD71F}"/>
              </a:ext>
            </a:extLst>
          </p:cNvPr>
          <p:cNvSpPr txBox="1"/>
          <p:nvPr/>
        </p:nvSpPr>
        <p:spPr>
          <a:xfrm>
            <a:off x="6890958" y="4702595"/>
            <a:ext cx="4483863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Changes: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lang="en-US" sz="2000" spc="-5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Use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-5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scaled</a:t>
            </a:r>
            <a:r>
              <a:rPr lang="en-US" sz="2000" b="1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dot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similarity</a:t>
            </a:r>
            <a:endParaRPr lang="en-US" sz="2000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lang="en-US" altLang="ko-KR" sz="2000" spc="-50" dirty="0">
                <a:latin typeface="Arial" panose="020B0604020202020204" pitchFamily="34" charset="0"/>
                <a:cs typeface="Arial" panose="020B0604020202020204" pitchFamily="34" charset="0"/>
              </a:rPr>
              <a:t>  -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ko-KR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query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vectors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71F4121A-B748-2076-47D2-0430F9F03AB1}"/>
              </a:ext>
            </a:extLst>
          </p:cNvPr>
          <p:cNvSpPr/>
          <p:nvPr/>
        </p:nvSpPr>
        <p:spPr>
          <a:xfrm>
            <a:off x="1767838" y="1363235"/>
            <a:ext cx="2099558" cy="296690"/>
          </a:xfrm>
          <a:custGeom>
            <a:avLst/>
            <a:gdLst/>
            <a:ahLst/>
            <a:cxnLst/>
            <a:rect l="l" t="t" r="r" b="b"/>
            <a:pathLst>
              <a:path w="1338579" h="265430">
                <a:moveTo>
                  <a:pt x="0" y="0"/>
                </a:moveTo>
                <a:lnTo>
                  <a:pt x="1337982" y="0"/>
                </a:lnTo>
                <a:lnTo>
                  <a:pt x="1337982" y="265044"/>
                </a:lnTo>
                <a:lnTo>
                  <a:pt x="0" y="2650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985DE2C-A9D5-5027-4B4E-A5D984ECB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729" y="1299257"/>
            <a:ext cx="5965839" cy="299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4339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76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812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Query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812997"/>
              </a:xfrm>
              <a:prstGeom prst="rect">
                <a:avLst/>
              </a:prstGeom>
              <a:blipFill>
                <a:blip r:embed="rId2"/>
                <a:stretch>
                  <a:fillRect l="-1506" t="-2098" r="-301" b="-34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3977992"/>
                <a:ext cx="6436121" cy="1902957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977992"/>
                <a:ext cx="6436121" cy="1902957"/>
              </a:xfrm>
              <a:prstGeom prst="rect">
                <a:avLst/>
              </a:prstGeom>
              <a:blipFill>
                <a:blip r:embed="rId3"/>
                <a:stretch>
                  <a:fillRect l="-986" b="-317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bject 59">
            <a:extLst>
              <a:ext uri="{FF2B5EF4-FFF2-40B4-BE49-F238E27FC236}">
                <a16:creationId xmlns:a16="http://schemas.microsoft.com/office/drawing/2014/main" id="{97EDD2A2-4CF4-7034-8AA6-D418451AD71F}"/>
              </a:ext>
            </a:extLst>
          </p:cNvPr>
          <p:cNvSpPr txBox="1"/>
          <p:nvPr/>
        </p:nvSpPr>
        <p:spPr>
          <a:xfrm>
            <a:off x="6890958" y="4702595"/>
            <a:ext cx="4483863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Changes: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lang="en-US" sz="2000" spc="-5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Use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-5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scaled</a:t>
            </a:r>
            <a:r>
              <a:rPr lang="en-US" sz="2000" b="1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dot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similarity</a:t>
            </a:r>
            <a:endParaRPr lang="en-US" sz="2000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lang="en-US" altLang="ko-KR" sz="2000" spc="-50" dirty="0">
                <a:latin typeface="Arial" panose="020B0604020202020204" pitchFamily="34" charset="0"/>
                <a:cs typeface="Arial" panose="020B0604020202020204" pitchFamily="34" charset="0"/>
              </a:rPr>
              <a:t>  -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ko-K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query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vectors</a:t>
            </a: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- 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Separate keys and values</a:t>
            </a:r>
            <a:endParaRPr sz="2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71F4121A-B748-2076-47D2-0430F9F03AB1}"/>
              </a:ext>
            </a:extLst>
          </p:cNvPr>
          <p:cNvSpPr/>
          <p:nvPr/>
        </p:nvSpPr>
        <p:spPr>
          <a:xfrm>
            <a:off x="138222" y="2190544"/>
            <a:ext cx="3598203" cy="642467"/>
          </a:xfrm>
          <a:custGeom>
            <a:avLst/>
            <a:gdLst/>
            <a:ahLst/>
            <a:cxnLst/>
            <a:rect l="l" t="t" r="r" b="b"/>
            <a:pathLst>
              <a:path w="1338579" h="265430">
                <a:moveTo>
                  <a:pt x="0" y="0"/>
                </a:moveTo>
                <a:lnTo>
                  <a:pt x="1337982" y="0"/>
                </a:lnTo>
                <a:lnTo>
                  <a:pt x="1337982" y="265044"/>
                </a:lnTo>
                <a:lnTo>
                  <a:pt x="0" y="2650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F93AAF71-62F8-894C-E927-D89E443F092C}"/>
              </a:ext>
            </a:extLst>
          </p:cNvPr>
          <p:cNvSpPr/>
          <p:nvPr/>
        </p:nvSpPr>
        <p:spPr>
          <a:xfrm>
            <a:off x="3180969" y="1678166"/>
            <a:ext cx="413570" cy="284642"/>
          </a:xfrm>
          <a:custGeom>
            <a:avLst/>
            <a:gdLst/>
            <a:ahLst/>
            <a:cxnLst/>
            <a:rect l="l" t="t" r="r" b="b"/>
            <a:pathLst>
              <a:path w="1338579" h="265430">
                <a:moveTo>
                  <a:pt x="0" y="0"/>
                </a:moveTo>
                <a:lnTo>
                  <a:pt x="1337982" y="0"/>
                </a:lnTo>
                <a:lnTo>
                  <a:pt x="1337982" y="265044"/>
                </a:lnTo>
                <a:lnTo>
                  <a:pt x="0" y="2650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1">
            <a:extLst>
              <a:ext uri="{FF2B5EF4-FFF2-40B4-BE49-F238E27FC236}">
                <a16:creationId xmlns:a16="http://schemas.microsoft.com/office/drawing/2014/main" id="{6FB2065B-BBA6-19E2-00AE-4B9AE133B09D}"/>
              </a:ext>
            </a:extLst>
          </p:cNvPr>
          <p:cNvSpPr/>
          <p:nvPr/>
        </p:nvSpPr>
        <p:spPr>
          <a:xfrm>
            <a:off x="138222" y="4303123"/>
            <a:ext cx="4425895" cy="642467"/>
          </a:xfrm>
          <a:custGeom>
            <a:avLst/>
            <a:gdLst/>
            <a:ahLst/>
            <a:cxnLst/>
            <a:rect l="l" t="t" r="r" b="b"/>
            <a:pathLst>
              <a:path w="1338579" h="265430">
                <a:moveTo>
                  <a:pt x="0" y="0"/>
                </a:moveTo>
                <a:lnTo>
                  <a:pt x="1337982" y="0"/>
                </a:lnTo>
                <a:lnTo>
                  <a:pt x="1337982" y="265044"/>
                </a:lnTo>
                <a:lnTo>
                  <a:pt x="0" y="2650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B0E525D-90AE-033C-6533-3DB5A641A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729" y="1299257"/>
            <a:ext cx="5965839" cy="299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442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77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812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Query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812997"/>
              </a:xfrm>
              <a:prstGeom prst="rect">
                <a:avLst/>
              </a:prstGeom>
              <a:blipFill>
                <a:blip r:embed="rId2"/>
                <a:stretch>
                  <a:fillRect l="-1506" t="-2098" r="-301" b="-34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3977992"/>
                <a:ext cx="6436121" cy="1902957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977992"/>
                <a:ext cx="6436121" cy="1902957"/>
              </a:xfrm>
              <a:prstGeom prst="rect">
                <a:avLst/>
              </a:prstGeom>
              <a:blipFill>
                <a:blip r:embed="rId3"/>
                <a:stretch>
                  <a:fillRect l="-986" b="-317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7" name="그룹 326">
            <a:extLst>
              <a:ext uri="{FF2B5EF4-FFF2-40B4-BE49-F238E27FC236}">
                <a16:creationId xmlns:a16="http://schemas.microsoft.com/office/drawing/2014/main" id="{34114133-ACB4-6DD5-7219-A0F89B499C3A}"/>
              </a:ext>
            </a:extLst>
          </p:cNvPr>
          <p:cNvGrpSpPr/>
          <p:nvPr/>
        </p:nvGrpSpPr>
        <p:grpSpPr>
          <a:xfrm>
            <a:off x="9191655" y="5259726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8" name="직사각형 327">
                  <a:extLst>
                    <a:ext uri="{FF2B5EF4-FFF2-40B4-BE49-F238E27FC236}">
                      <a16:creationId xmlns:a16="http://schemas.microsoft.com/office/drawing/2014/main" id="{B2A9BF42-393D-2E71-FF28-963183931578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8" name="직사각형 327">
                  <a:extLst>
                    <a:ext uri="{FF2B5EF4-FFF2-40B4-BE49-F238E27FC236}">
                      <a16:creationId xmlns:a16="http://schemas.microsoft.com/office/drawing/2014/main" id="{B2A9BF42-393D-2E71-FF28-9631839315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4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9" name="직사각형 328">
                  <a:extLst>
                    <a:ext uri="{FF2B5EF4-FFF2-40B4-BE49-F238E27FC236}">
                      <a16:creationId xmlns:a16="http://schemas.microsoft.com/office/drawing/2014/main" id="{84C7D8EB-2285-791E-348B-3F449E89E96C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9" name="직사각형 328">
                  <a:extLst>
                    <a:ext uri="{FF2B5EF4-FFF2-40B4-BE49-F238E27FC236}">
                      <a16:creationId xmlns:a16="http://schemas.microsoft.com/office/drawing/2014/main" id="{84C7D8EB-2285-791E-348B-3F449E89E9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0" name="직사각형 329">
                  <a:extLst>
                    <a:ext uri="{FF2B5EF4-FFF2-40B4-BE49-F238E27FC236}">
                      <a16:creationId xmlns:a16="http://schemas.microsoft.com/office/drawing/2014/main" id="{F5E16D5C-887B-DF7B-3EA2-8DFF29F91A09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0" name="직사각형 329">
                  <a:extLst>
                    <a:ext uri="{FF2B5EF4-FFF2-40B4-BE49-F238E27FC236}">
                      <a16:creationId xmlns:a16="http://schemas.microsoft.com/office/drawing/2014/main" id="{F5E16D5C-887B-DF7B-3EA2-8DFF29F91A0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6CF897D1-DACC-BB1B-D5CE-FF9779CCC51E}"/>
              </a:ext>
            </a:extLst>
          </p:cNvPr>
          <p:cNvGrpSpPr/>
          <p:nvPr/>
        </p:nvGrpSpPr>
        <p:grpSpPr>
          <a:xfrm>
            <a:off x="7762219" y="4058607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2" name="직사각형 381">
                  <a:extLst>
                    <a:ext uri="{FF2B5EF4-FFF2-40B4-BE49-F238E27FC236}">
                      <a16:creationId xmlns:a16="http://schemas.microsoft.com/office/drawing/2014/main" id="{0552ED56-8443-369F-CC36-8040B2774385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2" name="직사각형 381">
                  <a:extLst>
                    <a:ext uri="{FF2B5EF4-FFF2-40B4-BE49-F238E27FC236}">
                      <a16:creationId xmlns:a16="http://schemas.microsoft.com/office/drawing/2014/main" id="{0552ED56-8443-369F-CC36-8040B27743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7"/>
                  <a:stretch>
                    <a:fillRect l="-16216" t="-21739" b="-21739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3" name="직사각형 382">
                  <a:extLst>
                    <a:ext uri="{FF2B5EF4-FFF2-40B4-BE49-F238E27FC236}">
                      <a16:creationId xmlns:a16="http://schemas.microsoft.com/office/drawing/2014/main" id="{C2AE1CBD-2004-9C9B-EF32-84130DEA1E61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3" name="직사각형 382">
                  <a:extLst>
                    <a:ext uri="{FF2B5EF4-FFF2-40B4-BE49-F238E27FC236}">
                      <a16:creationId xmlns:a16="http://schemas.microsoft.com/office/drawing/2014/main" id="{C2AE1CBD-2004-9C9B-EF32-84130DEA1E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8"/>
                  <a:stretch>
                    <a:fillRect l="-16216" t="-26087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4" name="직사각형 383">
                  <a:extLst>
                    <a:ext uri="{FF2B5EF4-FFF2-40B4-BE49-F238E27FC236}">
                      <a16:creationId xmlns:a16="http://schemas.microsoft.com/office/drawing/2014/main" id="{B774EDA2-C0AB-0D2B-2DA9-F2F802FE674C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4" name="직사각형 383">
                  <a:extLst>
                    <a:ext uri="{FF2B5EF4-FFF2-40B4-BE49-F238E27FC236}">
                      <a16:creationId xmlns:a16="http://schemas.microsoft.com/office/drawing/2014/main" id="{B774EDA2-C0AB-0D2B-2DA9-F2F802FE67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9"/>
                  <a:stretch>
                    <a:fillRect l="-16216" t="-26087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8847258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78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812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Query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812997"/>
              </a:xfrm>
              <a:prstGeom prst="rect">
                <a:avLst/>
              </a:prstGeom>
              <a:blipFill>
                <a:blip r:embed="rId2"/>
                <a:stretch>
                  <a:fillRect l="-1506" t="-2098" r="-301" b="-34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3977992"/>
                <a:ext cx="6436121" cy="1902957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977992"/>
                <a:ext cx="6436121" cy="1902957"/>
              </a:xfrm>
              <a:prstGeom prst="rect">
                <a:avLst/>
              </a:prstGeom>
              <a:blipFill>
                <a:blip r:embed="rId3"/>
                <a:stretch>
                  <a:fillRect l="-986" b="-317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6" name="그룹 365">
            <a:extLst>
              <a:ext uri="{FF2B5EF4-FFF2-40B4-BE49-F238E27FC236}">
                <a16:creationId xmlns:a16="http://schemas.microsoft.com/office/drawing/2014/main" id="{12816140-3117-418C-993E-5E116EB56985}"/>
              </a:ext>
            </a:extLst>
          </p:cNvPr>
          <p:cNvGrpSpPr/>
          <p:nvPr/>
        </p:nvGrpSpPr>
        <p:grpSpPr>
          <a:xfrm>
            <a:off x="8425813" y="4058607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7" name="직사각형 366">
                  <a:extLst>
                    <a:ext uri="{FF2B5EF4-FFF2-40B4-BE49-F238E27FC236}">
                      <a16:creationId xmlns:a16="http://schemas.microsoft.com/office/drawing/2014/main" id="{15FDEF93-CC06-0365-54D7-5AA21627C5F7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7" name="직사각형 366">
                  <a:extLst>
                    <a:ext uri="{FF2B5EF4-FFF2-40B4-BE49-F238E27FC236}">
                      <a16:creationId xmlns:a16="http://schemas.microsoft.com/office/drawing/2014/main" id="{15FDEF93-CC06-0365-54D7-5AA21627C5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4"/>
                  <a:stretch>
                    <a:fillRect l="-18919" t="-4348" b="-43478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" name="직사각형 367">
                  <a:extLst>
                    <a:ext uri="{FF2B5EF4-FFF2-40B4-BE49-F238E27FC236}">
                      <a16:creationId xmlns:a16="http://schemas.microsoft.com/office/drawing/2014/main" id="{40E7F6F5-DF61-BB60-9EB9-7983B5C6A81E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8" name="직사각형 367">
                  <a:extLst>
                    <a:ext uri="{FF2B5EF4-FFF2-40B4-BE49-F238E27FC236}">
                      <a16:creationId xmlns:a16="http://schemas.microsoft.com/office/drawing/2014/main" id="{40E7F6F5-DF61-BB60-9EB9-7983B5C6A8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5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9" name="직사각형 368">
                  <a:extLst>
                    <a:ext uri="{FF2B5EF4-FFF2-40B4-BE49-F238E27FC236}">
                      <a16:creationId xmlns:a16="http://schemas.microsoft.com/office/drawing/2014/main" id="{4D970C4A-975B-84ED-BFDE-2E837EF3647F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9" name="직사각형 368">
                  <a:extLst>
                    <a:ext uri="{FF2B5EF4-FFF2-40B4-BE49-F238E27FC236}">
                      <a16:creationId xmlns:a16="http://schemas.microsoft.com/office/drawing/2014/main" id="{4D970C4A-975B-84ED-BFDE-2E837EF364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6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6CF897D1-DACC-BB1B-D5CE-FF9779CCC51E}"/>
              </a:ext>
            </a:extLst>
          </p:cNvPr>
          <p:cNvGrpSpPr/>
          <p:nvPr/>
        </p:nvGrpSpPr>
        <p:grpSpPr>
          <a:xfrm>
            <a:off x="7762219" y="4058607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2" name="직사각형 381">
                  <a:extLst>
                    <a:ext uri="{FF2B5EF4-FFF2-40B4-BE49-F238E27FC236}">
                      <a16:creationId xmlns:a16="http://schemas.microsoft.com/office/drawing/2014/main" id="{0552ED56-8443-369F-CC36-8040B2774385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2" name="직사각형 381">
                  <a:extLst>
                    <a:ext uri="{FF2B5EF4-FFF2-40B4-BE49-F238E27FC236}">
                      <a16:creationId xmlns:a16="http://schemas.microsoft.com/office/drawing/2014/main" id="{0552ED56-8443-369F-CC36-8040B27743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7"/>
                  <a:stretch>
                    <a:fillRect l="-16216" t="-21739" b="-21739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3" name="직사각형 382">
                  <a:extLst>
                    <a:ext uri="{FF2B5EF4-FFF2-40B4-BE49-F238E27FC236}">
                      <a16:creationId xmlns:a16="http://schemas.microsoft.com/office/drawing/2014/main" id="{C2AE1CBD-2004-9C9B-EF32-84130DEA1E61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3" name="직사각형 382">
                  <a:extLst>
                    <a:ext uri="{FF2B5EF4-FFF2-40B4-BE49-F238E27FC236}">
                      <a16:creationId xmlns:a16="http://schemas.microsoft.com/office/drawing/2014/main" id="{C2AE1CBD-2004-9C9B-EF32-84130DEA1E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8"/>
                  <a:stretch>
                    <a:fillRect l="-16216" t="-26087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4" name="직사각형 383">
                  <a:extLst>
                    <a:ext uri="{FF2B5EF4-FFF2-40B4-BE49-F238E27FC236}">
                      <a16:creationId xmlns:a16="http://schemas.microsoft.com/office/drawing/2014/main" id="{B774EDA2-C0AB-0D2B-2DA9-F2F802FE674C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4" name="직사각형 383">
                  <a:extLst>
                    <a:ext uri="{FF2B5EF4-FFF2-40B4-BE49-F238E27FC236}">
                      <a16:creationId xmlns:a16="http://schemas.microsoft.com/office/drawing/2014/main" id="{B774EDA2-C0AB-0D2B-2DA9-F2F802FE67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9"/>
                  <a:stretch>
                    <a:fillRect l="-16216" t="-26087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85" name="직선 화살표 연결선 384">
            <a:extLst>
              <a:ext uri="{FF2B5EF4-FFF2-40B4-BE49-F238E27FC236}">
                <a16:creationId xmlns:a16="http://schemas.microsoft.com/office/drawing/2014/main" id="{129CDD64-9608-3D80-12A0-2EFE69558783}"/>
              </a:ext>
            </a:extLst>
          </p:cNvPr>
          <p:cNvCxnSpPr>
            <a:cxnSpLocks/>
            <a:stCxn id="382" idx="3"/>
            <a:endCxn id="367" idx="1"/>
          </p:cNvCxnSpPr>
          <p:nvPr/>
        </p:nvCxnSpPr>
        <p:spPr>
          <a:xfrm>
            <a:off x="8203177" y="4883886"/>
            <a:ext cx="222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화살표 연결선 385">
            <a:extLst>
              <a:ext uri="{FF2B5EF4-FFF2-40B4-BE49-F238E27FC236}">
                <a16:creationId xmlns:a16="http://schemas.microsoft.com/office/drawing/2014/main" id="{FCB840C8-BE85-58A1-32C4-5DEC5F6E6FB7}"/>
              </a:ext>
            </a:extLst>
          </p:cNvPr>
          <p:cNvCxnSpPr>
            <a:cxnSpLocks/>
            <a:stCxn id="383" idx="3"/>
            <a:endCxn id="368" idx="1"/>
          </p:cNvCxnSpPr>
          <p:nvPr/>
        </p:nvCxnSpPr>
        <p:spPr>
          <a:xfrm>
            <a:off x="8203177" y="4538456"/>
            <a:ext cx="222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화살표 연결선 386">
            <a:extLst>
              <a:ext uri="{FF2B5EF4-FFF2-40B4-BE49-F238E27FC236}">
                <a16:creationId xmlns:a16="http://schemas.microsoft.com/office/drawing/2014/main" id="{35917CC6-5336-DB1F-3A3B-D602B7581801}"/>
              </a:ext>
            </a:extLst>
          </p:cNvPr>
          <p:cNvCxnSpPr>
            <a:cxnSpLocks/>
            <a:stCxn id="384" idx="3"/>
            <a:endCxn id="369" idx="1"/>
          </p:cNvCxnSpPr>
          <p:nvPr/>
        </p:nvCxnSpPr>
        <p:spPr>
          <a:xfrm>
            <a:off x="8203177" y="4193025"/>
            <a:ext cx="222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6C5F90E3-860B-7D15-7E7B-D76159027499}"/>
              </a:ext>
            </a:extLst>
          </p:cNvPr>
          <p:cNvGrpSpPr/>
          <p:nvPr/>
        </p:nvGrpSpPr>
        <p:grpSpPr>
          <a:xfrm>
            <a:off x="9191655" y="5259726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직사각형 5">
                  <a:extLst>
                    <a:ext uri="{FF2B5EF4-FFF2-40B4-BE49-F238E27FC236}">
                      <a16:creationId xmlns:a16="http://schemas.microsoft.com/office/drawing/2014/main" id="{096C1131-768A-D13C-0C18-BC5DD829E83B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직사각형 5">
                  <a:extLst>
                    <a:ext uri="{FF2B5EF4-FFF2-40B4-BE49-F238E27FC236}">
                      <a16:creationId xmlns:a16="http://schemas.microsoft.com/office/drawing/2014/main" id="{096C1131-768A-D13C-0C18-BC5DD829E8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10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855D6939-88B1-B69F-A513-D83BFEC66800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855D6939-88B1-B69F-A513-D83BFEC668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11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212250E2-4B82-6650-123D-35CD333A8E49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212250E2-4B82-6650-123D-35CD333A8E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12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5533964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79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812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Query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812997"/>
              </a:xfrm>
              <a:prstGeom prst="rect">
                <a:avLst/>
              </a:prstGeom>
              <a:blipFill>
                <a:blip r:embed="rId2"/>
                <a:stretch>
                  <a:fillRect l="-1506" t="-2098" r="-301" b="-34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3977992"/>
                <a:ext cx="6436121" cy="1902957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977992"/>
                <a:ext cx="6436121" cy="1902957"/>
              </a:xfrm>
              <a:prstGeom prst="rect">
                <a:avLst/>
              </a:prstGeom>
              <a:blipFill>
                <a:blip r:embed="rId3"/>
                <a:stretch>
                  <a:fillRect l="-986" b="-317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6" name="그룹 365">
            <a:extLst>
              <a:ext uri="{FF2B5EF4-FFF2-40B4-BE49-F238E27FC236}">
                <a16:creationId xmlns:a16="http://schemas.microsoft.com/office/drawing/2014/main" id="{12816140-3117-418C-993E-5E116EB56985}"/>
              </a:ext>
            </a:extLst>
          </p:cNvPr>
          <p:cNvGrpSpPr/>
          <p:nvPr/>
        </p:nvGrpSpPr>
        <p:grpSpPr>
          <a:xfrm>
            <a:off x="8425813" y="4058607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7" name="직사각형 366">
                  <a:extLst>
                    <a:ext uri="{FF2B5EF4-FFF2-40B4-BE49-F238E27FC236}">
                      <a16:creationId xmlns:a16="http://schemas.microsoft.com/office/drawing/2014/main" id="{15FDEF93-CC06-0365-54D7-5AA21627C5F7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7" name="직사각형 366">
                  <a:extLst>
                    <a:ext uri="{FF2B5EF4-FFF2-40B4-BE49-F238E27FC236}">
                      <a16:creationId xmlns:a16="http://schemas.microsoft.com/office/drawing/2014/main" id="{15FDEF93-CC06-0365-54D7-5AA21627C5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4"/>
                  <a:stretch>
                    <a:fillRect l="-18919" t="-4348" b="-43478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" name="직사각형 367">
                  <a:extLst>
                    <a:ext uri="{FF2B5EF4-FFF2-40B4-BE49-F238E27FC236}">
                      <a16:creationId xmlns:a16="http://schemas.microsoft.com/office/drawing/2014/main" id="{40E7F6F5-DF61-BB60-9EB9-7983B5C6A81E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8" name="직사각형 367">
                  <a:extLst>
                    <a:ext uri="{FF2B5EF4-FFF2-40B4-BE49-F238E27FC236}">
                      <a16:creationId xmlns:a16="http://schemas.microsoft.com/office/drawing/2014/main" id="{40E7F6F5-DF61-BB60-9EB9-7983B5C6A8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5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9" name="직사각형 368">
                  <a:extLst>
                    <a:ext uri="{FF2B5EF4-FFF2-40B4-BE49-F238E27FC236}">
                      <a16:creationId xmlns:a16="http://schemas.microsoft.com/office/drawing/2014/main" id="{4D970C4A-975B-84ED-BFDE-2E837EF3647F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9" name="직사각형 368">
                  <a:extLst>
                    <a:ext uri="{FF2B5EF4-FFF2-40B4-BE49-F238E27FC236}">
                      <a16:creationId xmlns:a16="http://schemas.microsoft.com/office/drawing/2014/main" id="{4D970C4A-975B-84ED-BFDE-2E837EF364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6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6CF897D1-DACC-BB1B-D5CE-FF9779CCC51E}"/>
              </a:ext>
            </a:extLst>
          </p:cNvPr>
          <p:cNvGrpSpPr/>
          <p:nvPr/>
        </p:nvGrpSpPr>
        <p:grpSpPr>
          <a:xfrm>
            <a:off x="7762219" y="4058607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2" name="직사각형 381">
                  <a:extLst>
                    <a:ext uri="{FF2B5EF4-FFF2-40B4-BE49-F238E27FC236}">
                      <a16:creationId xmlns:a16="http://schemas.microsoft.com/office/drawing/2014/main" id="{0552ED56-8443-369F-CC36-8040B2774385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2" name="직사각형 381">
                  <a:extLst>
                    <a:ext uri="{FF2B5EF4-FFF2-40B4-BE49-F238E27FC236}">
                      <a16:creationId xmlns:a16="http://schemas.microsoft.com/office/drawing/2014/main" id="{0552ED56-8443-369F-CC36-8040B27743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7"/>
                  <a:stretch>
                    <a:fillRect l="-16216" t="-21739" b="-21739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3" name="직사각형 382">
                  <a:extLst>
                    <a:ext uri="{FF2B5EF4-FFF2-40B4-BE49-F238E27FC236}">
                      <a16:creationId xmlns:a16="http://schemas.microsoft.com/office/drawing/2014/main" id="{C2AE1CBD-2004-9C9B-EF32-84130DEA1E61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3" name="직사각형 382">
                  <a:extLst>
                    <a:ext uri="{FF2B5EF4-FFF2-40B4-BE49-F238E27FC236}">
                      <a16:creationId xmlns:a16="http://schemas.microsoft.com/office/drawing/2014/main" id="{C2AE1CBD-2004-9C9B-EF32-84130DEA1E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8"/>
                  <a:stretch>
                    <a:fillRect l="-16216" t="-26087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4" name="직사각형 383">
                  <a:extLst>
                    <a:ext uri="{FF2B5EF4-FFF2-40B4-BE49-F238E27FC236}">
                      <a16:creationId xmlns:a16="http://schemas.microsoft.com/office/drawing/2014/main" id="{B774EDA2-C0AB-0D2B-2DA9-F2F802FE674C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4" name="직사각형 383">
                  <a:extLst>
                    <a:ext uri="{FF2B5EF4-FFF2-40B4-BE49-F238E27FC236}">
                      <a16:creationId xmlns:a16="http://schemas.microsoft.com/office/drawing/2014/main" id="{B774EDA2-C0AB-0D2B-2DA9-F2F802FE67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9"/>
                  <a:stretch>
                    <a:fillRect l="-16216" t="-26087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85" name="직선 화살표 연결선 384">
            <a:extLst>
              <a:ext uri="{FF2B5EF4-FFF2-40B4-BE49-F238E27FC236}">
                <a16:creationId xmlns:a16="http://schemas.microsoft.com/office/drawing/2014/main" id="{129CDD64-9608-3D80-12A0-2EFE69558783}"/>
              </a:ext>
            </a:extLst>
          </p:cNvPr>
          <p:cNvCxnSpPr>
            <a:cxnSpLocks/>
            <a:stCxn id="382" idx="3"/>
            <a:endCxn id="367" idx="1"/>
          </p:cNvCxnSpPr>
          <p:nvPr/>
        </p:nvCxnSpPr>
        <p:spPr>
          <a:xfrm>
            <a:off x="8203177" y="4883886"/>
            <a:ext cx="222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화살표 연결선 385">
            <a:extLst>
              <a:ext uri="{FF2B5EF4-FFF2-40B4-BE49-F238E27FC236}">
                <a16:creationId xmlns:a16="http://schemas.microsoft.com/office/drawing/2014/main" id="{FCB840C8-BE85-58A1-32C4-5DEC5F6E6FB7}"/>
              </a:ext>
            </a:extLst>
          </p:cNvPr>
          <p:cNvCxnSpPr>
            <a:cxnSpLocks/>
            <a:stCxn id="383" idx="3"/>
            <a:endCxn id="368" idx="1"/>
          </p:cNvCxnSpPr>
          <p:nvPr/>
        </p:nvCxnSpPr>
        <p:spPr>
          <a:xfrm>
            <a:off x="8203177" y="4538456"/>
            <a:ext cx="222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화살표 연결선 386">
            <a:extLst>
              <a:ext uri="{FF2B5EF4-FFF2-40B4-BE49-F238E27FC236}">
                <a16:creationId xmlns:a16="http://schemas.microsoft.com/office/drawing/2014/main" id="{35917CC6-5336-DB1F-3A3B-D602B7581801}"/>
              </a:ext>
            </a:extLst>
          </p:cNvPr>
          <p:cNvCxnSpPr>
            <a:cxnSpLocks/>
            <a:stCxn id="384" idx="3"/>
            <a:endCxn id="369" idx="1"/>
          </p:cNvCxnSpPr>
          <p:nvPr/>
        </p:nvCxnSpPr>
        <p:spPr>
          <a:xfrm>
            <a:off x="8203177" y="4193025"/>
            <a:ext cx="222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18B48EFF-A549-ABBF-0198-70BD85904483}"/>
              </a:ext>
            </a:extLst>
          </p:cNvPr>
          <p:cNvSpPr/>
          <p:nvPr/>
        </p:nvSpPr>
        <p:spPr>
          <a:xfrm>
            <a:off x="9097062" y="3977992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F17282F7-8479-D6E8-81A4-DF5617C31B4A}"/>
                  </a:ext>
                </a:extLst>
              </p:cNvPr>
              <p:cNvSpPr/>
              <p:nvPr/>
            </p:nvSpPr>
            <p:spPr>
              <a:xfrm>
                <a:off x="9191655" y="474946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F17282F7-8479-D6E8-81A4-DF5617C31B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749468"/>
                <a:ext cx="440958" cy="268835"/>
              </a:xfrm>
              <a:prstGeom prst="rect">
                <a:avLst/>
              </a:prstGeom>
              <a:blipFill>
                <a:blip r:embed="rId10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4F0A5052-FBB5-8062-CF73-7432FE4CD397}"/>
                  </a:ext>
                </a:extLst>
              </p:cNvPr>
              <p:cNvSpPr/>
              <p:nvPr/>
            </p:nvSpPr>
            <p:spPr>
              <a:xfrm>
                <a:off x="9790745" y="474946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4F0A5052-FBB5-8062-CF73-7432FE4CD3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749468"/>
                <a:ext cx="440958" cy="268835"/>
              </a:xfrm>
              <a:prstGeom prst="rect">
                <a:avLst/>
              </a:prstGeom>
              <a:blipFill>
                <a:blip r:embed="rId11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60AA328A-8EEA-AA32-6A70-219544ABABED}"/>
                  </a:ext>
                </a:extLst>
              </p:cNvPr>
              <p:cNvSpPr/>
              <p:nvPr/>
            </p:nvSpPr>
            <p:spPr>
              <a:xfrm>
                <a:off x="10389834" y="474946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60AA328A-8EEA-AA32-6A70-219544ABAB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749468"/>
                <a:ext cx="440958" cy="268835"/>
              </a:xfrm>
              <a:prstGeom prst="rect">
                <a:avLst/>
              </a:prstGeom>
              <a:blipFill>
                <a:blip r:embed="rId12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48698287-E0E9-2222-D1E3-6FF10C5F1944}"/>
                  </a:ext>
                </a:extLst>
              </p:cNvPr>
              <p:cNvSpPr/>
              <p:nvPr/>
            </p:nvSpPr>
            <p:spPr>
              <a:xfrm>
                <a:off x="9191655" y="440403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48698287-E0E9-2222-D1E3-6FF10C5F19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404038"/>
                <a:ext cx="440958" cy="268835"/>
              </a:xfrm>
              <a:prstGeom prst="rect">
                <a:avLst/>
              </a:prstGeom>
              <a:blipFill>
                <a:blip r:embed="rId13"/>
                <a:stretch>
                  <a:fillRect l="-27778" t="-17391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71DB7637-23B3-284C-0FBB-F15B2925E130}"/>
                  </a:ext>
                </a:extLst>
              </p:cNvPr>
              <p:cNvSpPr/>
              <p:nvPr/>
            </p:nvSpPr>
            <p:spPr>
              <a:xfrm>
                <a:off x="9790745" y="440403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71DB7637-23B3-284C-0FBB-F15B2925E1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404038"/>
                <a:ext cx="440958" cy="268835"/>
              </a:xfrm>
              <a:prstGeom prst="rect">
                <a:avLst/>
              </a:prstGeom>
              <a:blipFill>
                <a:blip r:embed="rId14"/>
                <a:stretch>
                  <a:fillRect l="-27778" t="-17391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CD52A4EF-99F1-8D05-D77F-12DFEDEF2907}"/>
                  </a:ext>
                </a:extLst>
              </p:cNvPr>
              <p:cNvSpPr/>
              <p:nvPr/>
            </p:nvSpPr>
            <p:spPr>
              <a:xfrm>
                <a:off x="10389834" y="440403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CD52A4EF-99F1-8D05-D77F-12DFEDEF29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404038"/>
                <a:ext cx="440958" cy="268835"/>
              </a:xfrm>
              <a:prstGeom prst="rect">
                <a:avLst/>
              </a:prstGeom>
              <a:blipFill>
                <a:blip r:embed="rId15"/>
                <a:stretch>
                  <a:fillRect l="-27027" t="-17391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65941EFB-F212-2B5C-E6E5-F2C08344BF94}"/>
                  </a:ext>
                </a:extLst>
              </p:cNvPr>
              <p:cNvSpPr/>
              <p:nvPr/>
            </p:nvSpPr>
            <p:spPr>
              <a:xfrm>
                <a:off x="9191655" y="4058607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65941EFB-F212-2B5C-E6E5-F2C08344BF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058607"/>
                <a:ext cx="440958" cy="268835"/>
              </a:xfrm>
              <a:prstGeom prst="rect">
                <a:avLst/>
              </a:prstGeom>
              <a:blipFill>
                <a:blip r:embed="rId16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DAC02231-45CF-3CE4-F510-FC49134B2A5F}"/>
                  </a:ext>
                </a:extLst>
              </p:cNvPr>
              <p:cNvSpPr/>
              <p:nvPr/>
            </p:nvSpPr>
            <p:spPr>
              <a:xfrm>
                <a:off x="9790745" y="4058607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DAC02231-45CF-3CE4-F510-FC49134B2A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058607"/>
                <a:ext cx="440958" cy="268835"/>
              </a:xfrm>
              <a:prstGeom prst="rect">
                <a:avLst/>
              </a:prstGeom>
              <a:blipFill>
                <a:blip r:embed="rId17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3F6E7A60-A974-F996-EC15-BF8A33D9BAB8}"/>
                  </a:ext>
                </a:extLst>
              </p:cNvPr>
              <p:cNvSpPr/>
              <p:nvPr/>
            </p:nvSpPr>
            <p:spPr>
              <a:xfrm>
                <a:off x="10389834" y="4058607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3F6E7A60-A974-F996-EC15-BF8A33D9BA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058607"/>
                <a:ext cx="440958" cy="268835"/>
              </a:xfrm>
              <a:prstGeom prst="rect">
                <a:avLst/>
              </a:prstGeom>
              <a:blipFill>
                <a:blip r:embed="rId18"/>
                <a:stretch>
                  <a:fillRect l="-27027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5213473-A445-D5E1-D200-6996AFEE8526}"/>
              </a:ext>
            </a:extLst>
          </p:cNvPr>
          <p:cNvCxnSpPr>
            <a:cxnSpLocks/>
          </p:cNvCxnSpPr>
          <p:nvPr/>
        </p:nvCxnSpPr>
        <p:spPr>
          <a:xfrm flipV="1">
            <a:off x="9412134" y="5095009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B0AA3A6-34D6-93F1-5686-4CAEB133495D}"/>
              </a:ext>
            </a:extLst>
          </p:cNvPr>
          <p:cNvCxnSpPr>
            <a:cxnSpLocks/>
          </p:cNvCxnSpPr>
          <p:nvPr/>
        </p:nvCxnSpPr>
        <p:spPr>
          <a:xfrm flipV="1">
            <a:off x="10011224" y="5095009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08CA05E-D2DA-B71B-D1F6-4541BC0C7AC4}"/>
              </a:ext>
            </a:extLst>
          </p:cNvPr>
          <p:cNvCxnSpPr>
            <a:cxnSpLocks/>
          </p:cNvCxnSpPr>
          <p:nvPr/>
        </p:nvCxnSpPr>
        <p:spPr>
          <a:xfrm flipV="1">
            <a:off x="10610313" y="5095009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7912B98-0DF4-D8EE-63B3-6BAA1123FCCE}"/>
              </a:ext>
            </a:extLst>
          </p:cNvPr>
          <p:cNvGrpSpPr/>
          <p:nvPr/>
        </p:nvGrpSpPr>
        <p:grpSpPr>
          <a:xfrm>
            <a:off x="8866770" y="4193025"/>
            <a:ext cx="225977" cy="690861"/>
            <a:chOff x="8866771" y="4193025"/>
            <a:chExt cx="324884" cy="690861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89DF4E1-4474-CF2B-4551-114E3D948C2C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71" y="4883886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0B7A103A-AF0F-3134-9360-A90061B23D7F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71" y="4538456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FB8CEAA3-481A-2405-C138-2784A46DB3FF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71" y="4193025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A9AB92D-D077-080D-F62A-D9255D16BD52}"/>
              </a:ext>
            </a:extLst>
          </p:cNvPr>
          <p:cNvGrpSpPr/>
          <p:nvPr/>
        </p:nvGrpSpPr>
        <p:grpSpPr>
          <a:xfrm>
            <a:off x="9191655" y="5259726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21F0157C-CD65-F932-F573-BEC36C947369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21F0157C-CD65-F932-F573-BEC36C9473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19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4DB0146B-3143-2210-088E-DFA6B6D0E816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4DB0146B-3143-2210-088E-DFA6B6D0E8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20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44FD61C5-0F62-2622-5702-C74DC27B22D9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44FD61C5-0F62-2622-5702-C74DC27B22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21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6175804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80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812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Query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812997"/>
              </a:xfrm>
              <a:prstGeom prst="rect">
                <a:avLst/>
              </a:prstGeom>
              <a:blipFill>
                <a:blip r:embed="rId2"/>
                <a:stretch>
                  <a:fillRect l="-1506" t="-2098" r="-301" b="-34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3977992"/>
                <a:ext cx="6436121" cy="1902957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977992"/>
                <a:ext cx="6436121" cy="1902957"/>
              </a:xfrm>
              <a:prstGeom prst="rect">
                <a:avLst/>
              </a:prstGeom>
              <a:blipFill>
                <a:blip r:embed="rId3"/>
                <a:stretch>
                  <a:fillRect l="-986" b="-317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6" name="그룹 365">
            <a:extLst>
              <a:ext uri="{FF2B5EF4-FFF2-40B4-BE49-F238E27FC236}">
                <a16:creationId xmlns:a16="http://schemas.microsoft.com/office/drawing/2014/main" id="{12816140-3117-418C-993E-5E116EB56985}"/>
              </a:ext>
            </a:extLst>
          </p:cNvPr>
          <p:cNvGrpSpPr/>
          <p:nvPr/>
        </p:nvGrpSpPr>
        <p:grpSpPr>
          <a:xfrm>
            <a:off x="8425813" y="4058607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7" name="직사각형 366">
                  <a:extLst>
                    <a:ext uri="{FF2B5EF4-FFF2-40B4-BE49-F238E27FC236}">
                      <a16:creationId xmlns:a16="http://schemas.microsoft.com/office/drawing/2014/main" id="{15FDEF93-CC06-0365-54D7-5AA21627C5F7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7" name="직사각형 366">
                  <a:extLst>
                    <a:ext uri="{FF2B5EF4-FFF2-40B4-BE49-F238E27FC236}">
                      <a16:creationId xmlns:a16="http://schemas.microsoft.com/office/drawing/2014/main" id="{15FDEF93-CC06-0365-54D7-5AA21627C5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4"/>
                  <a:stretch>
                    <a:fillRect l="-18919" t="-4348" b="-43478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" name="직사각형 367">
                  <a:extLst>
                    <a:ext uri="{FF2B5EF4-FFF2-40B4-BE49-F238E27FC236}">
                      <a16:creationId xmlns:a16="http://schemas.microsoft.com/office/drawing/2014/main" id="{40E7F6F5-DF61-BB60-9EB9-7983B5C6A81E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8" name="직사각형 367">
                  <a:extLst>
                    <a:ext uri="{FF2B5EF4-FFF2-40B4-BE49-F238E27FC236}">
                      <a16:creationId xmlns:a16="http://schemas.microsoft.com/office/drawing/2014/main" id="{40E7F6F5-DF61-BB60-9EB9-7983B5C6A8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5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9" name="직사각형 368">
                  <a:extLst>
                    <a:ext uri="{FF2B5EF4-FFF2-40B4-BE49-F238E27FC236}">
                      <a16:creationId xmlns:a16="http://schemas.microsoft.com/office/drawing/2014/main" id="{4D970C4A-975B-84ED-BFDE-2E837EF3647F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9" name="직사각형 368">
                  <a:extLst>
                    <a:ext uri="{FF2B5EF4-FFF2-40B4-BE49-F238E27FC236}">
                      <a16:creationId xmlns:a16="http://schemas.microsoft.com/office/drawing/2014/main" id="{4D970C4A-975B-84ED-BFDE-2E837EF364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6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6CF897D1-DACC-BB1B-D5CE-FF9779CCC51E}"/>
              </a:ext>
            </a:extLst>
          </p:cNvPr>
          <p:cNvGrpSpPr/>
          <p:nvPr/>
        </p:nvGrpSpPr>
        <p:grpSpPr>
          <a:xfrm>
            <a:off x="7762219" y="4058607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2" name="직사각형 381">
                  <a:extLst>
                    <a:ext uri="{FF2B5EF4-FFF2-40B4-BE49-F238E27FC236}">
                      <a16:creationId xmlns:a16="http://schemas.microsoft.com/office/drawing/2014/main" id="{0552ED56-8443-369F-CC36-8040B2774385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2" name="직사각형 381">
                  <a:extLst>
                    <a:ext uri="{FF2B5EF4-FFF2-40B4-BE49-F238E27FC236}">
                      <a16:creationId xmlns:a16="http://schemas.microsoft.com/office/drawing/2014/main" id="{0552ED56-8443-369F-CC36-8040B27743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7"/>
                  <a:stretch>
                    <a:fillRect l="-16216" t="-21739" b="-21739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3" name="직사각형 382">
                  <a:extLst>
                    <a:ext uri="{FF2B5EF4-FFF2-40B4-BE49-F238E27FC236}">
                      <a16:creationId xmlns:a16="http://schemas.microsoft.com/office/drawing/2014/main" id="{C2AE1CBD-2004-9C9B-EF32-84130DEA1E61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3" name="직사각형 382">
                  <a:extLst>
                    <a:ext uri="{FF2B5EF4-FFF2-40B4-BE49-F238E27FC236}">
                      <a16:creationId xmlns:a16="http://schemas.microsoft.com/office/drawing/2014/main" id="{C2AE1CBD-2004-9C9B-EF32-84130DEA1E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8"/>
                  <a:stretch>
                    <a:fillRect l="-16216" t="-26087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4" name="직사각형 383">
                  <a:extLst>
                    <a:ext uri="{FF2B5EF4-FFF2-40B4-BE49-F238E27FC236}">
                      <a16:creationId xmlns:a16="http://schemas.microsoft.com/office/drawing/2014/main" id="{B774EDA2-C0AB-0D2B-2DA9-F2F802FE674C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4" name="직사각형 383">
                  <a:extLst>
                    <a:ext uri="{FF2B5EF4-FFF2-40B4-BE49-F238E27FC236}">
                      <a16:creationId xmlns:a16="http://schemas.microsoft.com/office/drawing/2014/main" id="{B774EDA2-C0AB-0D2B-2DA9-F2F802FE67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9"/>
                  <a:stretch>
                    <a:fillRect l="-16216" t="-26087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85" name="직선 화살표 연결선 384">
            <a:extLst>
              <a:ext uri="{FF2B5EF4-FFF2-40B4-BE49-F238E27FC236}">
                <a16:creationId xmlns:a16="http://schemas.microsoft.com/office/drawing/2014/main" id="{129CDD64-9608-3D80-12A0-2EFE69558783}"/>
              </a:ext>
            </a:extLst>
          </p:cNvPr>
          <p:cNvCxnSpPr>
            <a:cxnSpLocks/>
            <a:stCxn id="382" idx="3"/>
            <a:endCxn id="367" idx="1"/>
          </p:cNvCxnSpPr>
          <p:nvPr/>
        </p:nvCxnSpPr>
        <p:spPr>
          <a:xfrm>
            <a:off x="8203177" y="4883886"/>
            <a:ext cx="222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화살표 연결선 385">
            <a:extLst>
              <a:ext uri="{FF2B5EF4-FFF2-40B4-BE49-F238E27FC236}">
                <a16:creationId xmlns:a16="http://schemas.microsoft.com/office/drawing/2014/main" id="{FCB840C8-BE85-58A1-32C4-5DEC5F6E6FB7}"/>
              </a:ext>
            </a:extLst>
          </p:cNvPr>
          <p:cNvCxnSpPr>
            <a:cxnSpLocks/>
            <a:stCxn id="383" idx="3"/>
            <a:endCxn id="368" idx="1"/>
          </p:cNvCxnSpPr>
          <p:nvPr/>
        </p:nvCxnSpPr>
        <p:spPr>
          <a:xfrm>
            <a:off x="8203177" y="4538456"/>
            <a:ext cx="222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화살표 연결선 386">
            <a:extLst>
              <a:ext uri="{FF2B5EF4-FFF2-40B4-BE49-F238E27FC236}">
                <a16:creationId xmlns:a16="http://schemas.microsoft.com/office/drawing/2014/main" id="{35917CC6-5336-DB1F-3A3B-D602B7581801}"/>
              </a:ext>
            </a:extLst>
          </p:cNvPr>
          <p:cNvCxnSpPr>
            <a:cxnSpLocks/>
            <a:stCxn id="384" idx="3"/>
            <a:endCxn id="369" idx="1"/>
          </p:cNvCxnSpPr>
          <p:nvPr/>
        </p:nvCxnSpPr>
        <p:spPr>
          <a:xfrm>
            <a:off x="8203177" y="4193025"/>
            <a:ext cx="222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18B48EFF-A549-ABBF-0198-70BD85904483}"/>
              </a:ext>
            </a:extLst>
          </p:cNvPr>
          <p:cNvSpPr/>
          <p:nvPr/>
        </p:nvSpPr>
        <p:spPr>
          <a:xfrm>
            <a:off x="9097062" y="3977992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F17282F7-8479-D6E8-81A4-DF5617C31B4A}"/>
                  </a:ext>
                </a:extLst>
              </p:cNvPr>
              <p:cNvSpPr/>
              <p:nvPr/>
            </p:nvSpPr>
            <p:spPr>
              <a:xfrm>
                <a:off x="9191655" y="474946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F17282F7-8479-D6E8-81A4-DF5617C31B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749468"/>
                <a:ext cx="440958" cy="268835"/>
              </a:xfrm>
              <a:prstGeom prst="rect">
                <a:avLst/>
              </a:prstGeom>
              <a:blipFill>
                <a:blip r:embed="rId10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4F0A5052-FBB5-8062-CF73-7432FE4CD397}"/>
                  </a:ext>
                </a:extLst>
              </p:cNvPr>
              <p:cNvSpPr/>
              <p:nvPr/>
            </p:nvSpPr>
            <p:spPr>
              <a:xfrm>
                <a:off x="9790745" y="474946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4F0A5052-FBB5-8062-CF73-7432FE4CD3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749468"/>
                <a:ext cx="440958" cy="268835"/>
              </a:xfrm>
              <a:prstGeom prst="rect">
                <a:avLst/>
              </a:prstGeom>
              <a:blipFill>
                <a:blip r:embed="rId11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60AA328A-8EEA-AA32-6A70-219544ABABED}"/>
                  </a:ext>
                </a:extLst>
              </p:cNvPr>
              <p:cNvSpPr/>
              <p:nvPr/>
            </p:nvSpPr>
            <p:spPr>
              <a:xfrm>
                <a:off x="10389834" y="474946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60AA328A-8EEA-AA32-6A70-219544ABAB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749468"/>
                <a:ext cx="440958" cy="268835"/>
              </a:xfrm>
              <a:prstGeom prst="rect">
                <a:avLst/>
              </a:prstGeom>
              <a:blipFill>
                <a:blip r:embed="rId12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48698287-E0E9-2222-D1E3-6FF10C5F1944}"/>
                  </a:ext>
                </a:extLst>
              </p:cNvPr>
              <p:cNvSpPr/>
              <p:nvPr/>
            </p:nvSpPr>
            <p:spPr>
              <a:xfrm>
                <a:off x="9191655" y="440403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48698287-E0E9-2222-D1E3-6FF10C5F19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404038"/>
                <a:ext cx="440958" cy="268835"/>
              </a:xfrm>
              <a:prstGeom prst="rect">
                <a:avLst/>
              </a:prstGeom>
              <a:blipFill>
                <a:blip r:embed="rId13"/>
                <a:stretch>
                  <a:fillRect l="-27778" t="-17391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71DB7637-23B3-284C-0FBB-F15B2925E130}"/>
                  </a:ext>
                </a:extLst>
              </p:cNvPr>
              <p:cNvSpPr/>
              <p:nvPr/>
            </p:nvSpPr>
            <p:spPr>
              <a:xfrm>
                <a:off x="9790745" y="440403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71DB7637-23B3-284C-0FBB-F15B2925E1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404038"/>
                <a:ext cx="440958" cy="268835"/>
              </a:xfrm>
              <a:prstGeom prst="rect">
                <a:avLst/>
              </a:prstGeom>
              <a:blipFill>
                <a:blip r:embed="rId14"/>
                <a:stretch>
                  <a:fillRect l="-27778" t="-17391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CD52A4EF-99F1-8D05-D77F-12DFEDEF2907}"/>
                  </a:ext>
                </a:extLst>
              </p:cNvPr>
              <p:cNvSpPr/>
              <p:nvPr/>
            </p:nvSpPr>
            <p:spPr>
              <a:xfrm>
                <a:off x="10389834" y="440403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CD52A4EF-99F1-8D05-D77F-12DFEDEF29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404038"/>
                <a:ext cx="440958" cy="268835"/>
              </a:xfrm>
              <a:prstGeom prst="rect">
                <a:avLst/>
              </a:prstGeom>
              <a:blipFill>
                <a:blip r:embed="rId15"/>
                <a:stretch>
                  <a:fillRect l="-27027" t="-17391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65941EFB-F212-2B5C-E6E5-F2C08344BF94}"/>
                  </a:ext>
                </a:extLst>
              </p:cNvPr>
              <p:cNvSpPr/>
              <p:nvPr/>
            </p:nvSpPr>
            <p:spPr>
              <a:xfrm>
                <a:off x="9191655" y="4058607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65941EFB-F212-2B5C-E6E5-F2C08344BF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058607"/>
                <a:ext cx="440958" cy="268835"/>
              </a:xfrm>
              <a:prstGeom prst="rect">
                <a:avLst/>
              </a:prstGeom>
              <a:blipFill>
                <a:blip r:embed="rId16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DAC02231-45CF-3CE4-F510-FC49134B2A5F}"/>
                  </a:ext>
                </a:extLst>
              </p:cNvPr>
              <p:cNvSpPr/>
              <p:nvPr/>
            </p:nvSpPr>
            <p:spPr>
              <a:xfrm>
                <a:off x="9790745" y="4058607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DAC02231-45CF-3CE4-F510-FC49134B2A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058607"/>
                <a:ext cx="440958" cy="268835"/>
              </a:xfrm>
              <a:prstGeom prst="rect">
                <a:avLst/>
              </a:prstGeom>
              <a:blipFill>
                <a:blip r:embed="rId17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3F6E7A60-A974-F996-EC15-BF8A33D9BAB8}"/>
                  </a:ext>
                </a:extLst>
              </p:cNvPr>
              <p:cNvSpPr/>
              <p:nvPr/>
            </p:nvSpPr>
            <p:spPr>
              <a:xfrm>
                <a:off x="10389834" y="4058607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3F6E7A60-A974-F996-EC15-BF8A33D9BA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058607"/>
                <a:ext cx="440958" cy="268835"/>
              </a:xfrm>
              <a:prstGeom prst="rect">
                <a:avLst/>
              </a:prstGeom>
              <a:blipFill>
                <a:blip r:embed="rId18"/>
                <a:stretch>
                  <a:fillRect l="-27027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5213473-A445-D5E1-D200-6996AFEE8526}"/>
              </a:ext>
            </a:extLst>
          </p:cNvPr>
          <p:cNvCxnSpPr>
            <a:cxnSpLocks/>
          </p:cNvCxnSpPr>
          <p:nvPr/>
        </p:nvCxnSpPr>
        <p:spPr>
          <a:xfrm flipV="1">
            <a:off x="9412134" y="5095009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B0AA3A6-34D6-93F1-5686-4CAEB133495D}"/>
              </a:ext>
            </a:extLst>
          </p:cNvPr>
          <p:cNvCxnSpPr>
            <a:cxnSpLocks/>
          </p:cNvCxnSpPr>
          <p:nvPr/>
        </p:nvCxnSpPr>
        <p:spPr>
          <a:xfrm flipV="1">
            <a:off x="10011224" y="5095009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08CA05E-D2DA-B71B-D1F6-4541BC0C7AC4}"/>
              </a:ext>
            </a:extLst>
          </p:cNvPr>
          <p:cNvCxnSpPr>
            <a:cxnSpLocks/>
          </p:cNvCxnSpPr>
          <p:nvPr/>
        </p:nvCxnSpPr>
        <p:spPr>
          <a:xfrm flipV="1">
            <a:off x="10610313" y="5095009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7912B98-0DF4-D8EE-63B3-6BAA1123FCCE}"/>
              </a:ext>
            </a:extLst>
          </p:cNvPr>
          <p:cNvGrpSpPr/>
          <p:nvPr/>
        </p:nvGrpSpPr>
        <p:grpSpPr>
          <a:xfrm>
            <a:off x="8866770" y="4193025"/>
            <a:ext cx="225977" cy="690861"/>
            <a:chOff x="8866771" y="4193025"/>
            <a:chExt cx="324884" cy="690861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89DF4E1-4474-CF2B-4551-114E3D948C2C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71" y="4883886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0B7A103A-AF0F-3134-9360-A90061B23D7F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71" y="4538456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FB8CEAA3-481A-2405-C138-2784A46DB3FF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71" y="4193025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A9AB92D-D077-080D-F62A-D9255D16BD52}"/>
              </a:ext>
            </a:extLst>
          </p:cNvPr>
          <p:cNvGrpSpPr/>
          <p:nvPr/>
        </p:nvGrpSpPr>
        <p:grpSpPr>
          <a:xfrm>
            <a:off x="9191655" y="5259726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21F0157C-CD65-F932-F573-BEC36C947369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21F0157C-CD65-F932-F573-BEC36C9473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19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4DB0146B-3143-2210-088E-DFA6B6D0E816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4DB0146B-3143-2210-088E-DFA6B6D0E8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20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44FD61C5-0F62-2622-5702-C74DC27B22D9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44FD61C5-0F62-2622-5702-C74DC27B22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21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C5942491-9C7A-5818-04B1-2F2594A7D151}"/>
                  </a:ext>
                </a:extLst>
              </p:cNvPr>
              <p:cNvSpPr/>
              <p:nvPr/>
            </p:nvSpPr>
            <p:spPr>
              <a:xfrm>
                <a:off x="9097062" y="3515078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C5942491-9C7A-5818-04B1-2F2594A7D1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3515078"/>
                <a:ext cx="1828322" cy="302106"/>
              </a:xfrm>
              <a:prstGeom prst="rect">
                <a:avLst/>
              </a:prstGeom>
              <a:blipFill>
                <a:blip r:embed="rId22"/>
                <a:stretch>
                  <a:fillRect b="-200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직사각형 24">
            <a:extLst>
              <a:ext uri="{FF2B5EF4-FFF2-40B4-BE49-F238E27FC236}">
                <a16:creationId xmlns:a16="http://schemas.microsoft.com/office/drawing/2014/main" id="{EC421FA4-A3BF-4FAF-F683-60B6EAE281EA}"/>
              </a:ext>
            </a:extLst>
          </p:cNvPr>
          <p:cNvSpPr/>
          <p:nvPr/>
        </p:nvSpPr>
        <p:spPr>
          <a:xfrm>
            <a:off x="9097062" y="2233344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D2F30C2F-9D86-110E-F871-99FA2398F3FF}"/>
                  </a:ext>
                </a:extLst>
              </p:cNvPr>
              <p:cNvSpPr/>
              <p:nvPr/>
            </p:nvSpPr>
            <p:spPr>
              <a:xfrm>
                <a:off x="9191655" y="300482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D2F30C2F-9D86-110E-F871-99FA2398F3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3004820"/>
                <a:ext cx="440958" cy="268835"/>
              </a:xfrm>
              <a:prstGeom prst="rect">
                <a:avLst/>
              </a:prstGeom>
              <a:blipFill>
                <a:blip r:embed="rId23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339A8283-5F32-7C39-F2B1-C7F9B4861F03}"/>
                  </a:ext>
                </a:extLst>
              </p:cNvPr>
              <p:cNvSpPr/>
              <p:nvPr/>
            </p:nvSpPr>
            <p:spPr>
              <a:xfrm>
                <a:off x="9790745" y="300482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339A8283-5F32-7C39-F2B1-C7F9B4861F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3004820"/>
                <a:ext cx="440958" cy="268835"/>
              </a:xfrm>
              <a:prstGeom prst="rect">
                <a:avLst/>
              </a:prstGeom>
              <a:blipFill>
                <a:blip r:embed="rId24"/>
                <a:stretch>
                  <a:fillRect l="-30556" t="-21739" r="-2778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F5ED7158-6E20-2600-9F85-A9E8118C60D1}"/>
                  </a:ext>
                </a:extLst>
              </p:cNvPr>
              <p:cNvSpPr/>
              <p:nvPr/>
            </p:nvSpPr>
            <p:spPr>
              <a:xfrm>
                <a:off x="10389834" y="300482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F5ED7158-6E20-2600-9F85-A9E8118C60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3004820"/>
                <a:ext cx="440958" cy="268835"/>
              </a:xfrm>
              <a:prstGeom prst="rect">
                <a:avLst/>
              </a:prstGeom>
              <a:blipFill>
                <a:blip r:embed="rId25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9D3E52C4-0464-B2D2-E89B-2FCE03F281EE}"/>
                  </a:ext>
                </a:extLst>
              </p:cNvPr>
              <p:cNvSpPr/>
              <p:nvPr/>
            </p:nvSpPr>
            <p:spPr>
              <a:xfrm>
                <a:off x="9191655" y="265939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9D3E52C4-0464-B2D2-E89B-2FCE03F281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659390"/>
                <a:ext cx="440958" cy="268835"/>
              </a:xfrm>
              <a:prstGeom prst="rect">
                <a:avLst/>
              </a:prstGeom>
              <a:blipFill>
                <a:blip r:embed="rId26"/>
                <a:stretch>
                  <a:fillRect l="-30556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9E00E0B8-FEFA-26F8-8DED-223D7F96AEDD}"/>
                  </a:ext>
                </a:extLst>
              </p:cNvPr>
              <p:cNvSpPr/>
              <p:nvPr/>
            </p:nvSpPr>
            <p:spPr>
              <a:xfrm>
                <a:off x="9790745" y="265939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9E00E0B8-FEFA-26F8-8DED-223D7F96AE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659390"/>
                <a:ext cx="440958" cy="268835"/>
              </a:xfrm>
              <a:prstGeom prst="rect">
                <a:avLst/>
              </a:prstGeom>
              <a:blipFill>
                <a:blip r:embed="rId27"/>
                <a:stretch>
                  <a:fillRect l="-30556" t="-17391" r="-2778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6163CFA0-AA64-3CBA-DFBD-225F58AF9909}"/>
                  </a:ext>
                </a:extLst>
              </p:cNvPr>
              <p:cNvSpPr/>
              <p:nvPr/>
            </p:nvSpPr>
            <p:spPr>
              <a:xfrm>
                <a:off x="10389834" y="265939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6163CFA0-AA64-3CBA-DFBD-225F58AF99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659390"/>
                <a:ext cx="440958" cy="268835"/>
              </a:xfrm>
              <a:prstGeom prst="rect">
                <a:avLst/>
              </a:prstGeom>
              <a:blipFill>
                <a:blip r:embed="rId28"/>
                <a:stretch>
                  <a:fillRect l="-29730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F9739F89-EF87-EC13-9211-0DD8221BD081}"/>
                  </a:ext>
                </a:extLst>
              </p:cNvPr>
              <p:cNvSpPr/>
              <p:nvPr/>
            </p:nvSpPr>
            <p:spPr>
              <a:xfrm>
                <a:off x="9191655" y="2313959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F9739F89-EF87-EC13-9211-0DD8221BD0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313959"/>
                <a:ext cx="440958" cy="268835"/>
              </a:xfrm>
              <a:prstGeom prst="rect">
                <a:avLst/>
              </a:prstGeom>
              <a:blipFill>
                <a:blip r:embed="rId29"/>
                <a:stretch>
                  <a:fillRect l="-30556" t="-16667" b="-20833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DF5F8858-197A-6C8C-A3A6-CE9C5A145720}"/>
                  </a:ext>
                </a:extLst>
              </p:cNvPr>
              <p:cNvSpPr/>
              <p:nvPr/>
            </p:nvSpPr>
            <p:spPr>
              <a:xfrm>
                <a:off x="9790745" y="2313959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DF5F8858-197A-6C8C-A3A6-CE9C5A1457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313959"/>
                <a:ext cx="440958" cy="268835"/>
              </a:xfrm>
              <a:prstGeom prst="rect">
                <a:avLst/>
              </a:prstGeom>
              <a:blipFill>
                <a:blip r:embed="rId30"/>
                <a:stretch>
                  <a:fillRect l="-30556" t="-16667" r="-2778" b="-20833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2F75E0EA-2779-010B-BD6E-D1A7A38A68AB}"/>
                  </a:ext>
                </a:extLst>
              </p:cNvPr>
              <p:cNvSpPr/>
              <p:nvPr/>
            </p:nvSpPr>
            <p:spPr>
              <a:xfrm>
                <a:off x="10389834" y="2313959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2F75E0EA-2779-010B-BD6E-D1A7A38A68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313959"/>
                <a:ext cx="440958" cy="268835"/>
              </a:xfrm>
              <a:prstGeom prst="rect">
                <a:avLst/>
              </a:prstGeom>
              <a:blipFill>
                <a:blip r:embed="rId31"/>
                <a:stretch>
                  <a:fillRect l="-29730" t="-16667" b="-20833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F46EB97-CE3E-C5E1-745D-3616AD27A9D2}"/>
              </a:ext>
            </a:extLst>
          </p:cNvPr>
          <p:cNvCxnSpPr>
            <a:cxnSpLocks/>
            <a:stCxn id="20" idx="0"/>
            <a:endCxn id="25" idx="2"/>
          </p:cNvCxnSpPr>
          <p:nvPr/>
        </p:nvCxnSpPr>
        <p:spPr>
          <a:xfrm flipV="1">
            <a:off x="10011223" y="3354270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65DAD813-1C6F-3C95-EF91-9763CE0C3A35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10011223" y="3817184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47553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81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812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Query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812997"/>
              </a:xfrm>
              <a:prstGeom prst="rect">
                <a:avLst/>
              </a:prstGeom>
              <a:blipFill>
                <a:blip r:embed="rId2"/>
                <a:stretch>
                  <a:fillRect l="-1506" t="-2098" r="-301" b="-34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3977992"/>
                <a:ext cx="6436121" cy="1902957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977992"/>
                <a:ext cx="6436121" cy="1902957"/>
              </a:xfrm>
              <a:prstGeom prst="rect">
                <a:avLst/>
              </a:prstGeom>
              <a:blipFill>
                <a:blip r:embed="rId3"/>
                <a:stretch>
                  <a:fillRect l="-986" b="-317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7" name="그룹 326">
            <a:extLst>
              <a:ext uri="{FF2B5EF4-FFF2-40B4-BE49-F238E27FC236}">
                <a16:creationId xmlns:a16="http://schemas.microsoft.com/office/drawing/2014/main" id="{34114133-ACB4-6DD5-7219-A0F89B499C3A}"/>
              </a:ext>
            </a:extLst>
          </p:cNvPr>
          <p:cNvGrpSpPr/>
          <p:nvPr/>
        </p:nvGrpSpPr>
        <p:grpSpPr>
          <a:xfrm>
            <a:off x="9191655" y="5259726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8" name="직사각형 327">
                  <a:extLst>
                    <a:ext uri="{FF2B5EF4-FFF2-40B4-BE49-F238E27FC236}">
                      <a16:creationId xmlns:a16="http://schemas.microsoft.com/office/drawing/2014/main" id="{B2A9BF42-393D-2E71-FF28-963183931578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8" name="직사각형 327">
                  <a:extLst>
                    <a:ext uri="{FF2B5EF4-FFF2-40B4-BE49-F238E27FC236}">
                      <a16:creationId xmlns:a16="http://schemas.microsoft.com/office/drawing/2014/main" id="{B2A9BF42-393D-2E71-FF28-9631839315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4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9" name="직사각형 328">
                  <a:extLst>
                    <a:ext uri="{FF2B5EF4-FFF2-40B4-BE49-F238E27FC236}">
                      <a16:creationId xmlns:a16="http://schemas.microsoft.com/office/drawing/2014/main" id="{84C7D8EB-2285-791E-348B-3F449E89E96C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9" name="직사각형 328">
                  <a:extLst>
                    <a:ext uri="{FF2B5EF4-FFF2-40B4-BE49-F238E27FC236}">
                      <a16:creationId xmlns:a16="http://schemas.microsoft.com/office/drawing/2014/main" id="{84C7D8EB-2285-791E-348B-3F449E89E9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0" name="직사각형 329">
                  <a:extLst>
                    <a:ext uri="{FF2B5EF4-FFF2-40B4-BE49-F238E27FC236}">
                      <a16:creationId xmlns:a16="http://schemas.microsoft.com/office/drawing/2014/main" id="{F5E16D5C-887B-DF7B-3EA2-8DFF29F91A09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0" name="직사각형 329">
                  <a:extLst>
                    <a:ext uri="{FF2B5EF4-FFF2-40B4-BE49-F238E27FC236}">
                      <a16:creationId xmlns:a16="http://schemas.microsoft.com/office/drawing/2014/main" id="{F5E16D5C-887B-DF7B-3EA2-8DFF29F91A0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1" name="직사각형 330">
            <a:extLst>
              <a:ext uri="{FF2B5EF4-FFF2-40B4-BE49-F238E27FC236}">
                <a16:creationId xmlns:a16="http://schemas.microsoft.com/office/drawing/2014/main" id="{5632FBDC-3962-AA94-5B52-491BA53251D9}"/>
              </a:ext>
            </a:extLst>
          </p:cNvPr>
          <p:cNvSpPr/>
          <p:nvPr/>
        </p:nvSpPr>
        <p:spPr>
          <a:xfrm>
            <a:off x="9097062" y="3977992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직사각형 331">
                <a:extLst>
                  <a:ext uri="{FF2B5EF4-FFF2-40B4-BE49-F238E27FC236}">
                    <a16:creationId xmlns:a16="http://schemas.microsoft.com/office/drawing/2014/main" id="{BAE59A0C-F7D1-7429-5AC9-5A5E4B244B93}"/>
                  </a:ext>
                </a:extLst>
              </p:cNvPr>
              <p:cNvSpPr/>
              <p:nvPr/>
            </p:nvSpPr>
            <p:spPr>
              <a:xfrm>
                <a:off x="9191655" y="474946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2" name="직사각형 331">
                <a:extLst>
                  <a:ext uri="{FF2B5EF4-FFF2-40B4-BE49-F238E27FC236}">
                    <a16:creationId xmlns:a16="http://schemas.microsoft.com/office/drawing/2014/main" id="{BAE59A0C-F7D1-7429-5AC9-5A5E4B244B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749468"/>
                <a:ext cx="440958" cy="268835"/>
              </a:xfrm>
              <a:prstGeom prst="rect">
                <a:avLst/>
              </a:prstGeom>
              <a:blipFill>
                <a:blip r:embed="rId7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직사각형 332">
                <a:extLst>
                  <a:ext uri="{FF2B5EF4-FFF2-40B4-BE49-F238E27FC236}">
                    <a16:creationId xmlns:a16="http://schemas.microsoft.com/office/drawing/2014/main" id="{4EA0394B-6E0E-23F6-7CB7-7CBACE60BF85}"/>
                  </a:ext>
                </a:extLst>
              </p:cNvPr>
              <p:cNvSpPr/>
              <p:nvPr/>
            </p:nvSpPr>
            <p:spPr>
              <a:xfrm>
                <a:off x="9790745" y="474946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3" name="직사각형 332">
                <a:extLst>
                  <a:ext uri="{FF2B5EF4-FFF2-40B4-BE49-F238E27FC236}">
                    <a16:creationId xmlns:a16="http://schemas.microsoft.com/office/drawing/2014/main" id="{4EA0394B-6E0E-23F6-7CB7-7CBACE60BF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749468"/>
                <a:ext cx="440958" cy="268835"/>
              </a:xfrm>
              <a:prstGeom prst="rect">
                <a:avLst/>
              </a:prstGeom>
              <a:blipFill>
                <a:blip r:embed="rId8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8C02E36A-B74A-01AC-D9F9-3124BEC7AB81}"/>
                  </a:ext>
                </a:extLst>
              </p:cNvPr>
              <p:cNvSpPr/>
              <p:nvPr/>
            </p:nvSpPr>
            <p:spPr>
              <a:xfrm>
                <a:off x="10389834" y="474946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8C02E36A-B74A-01AC-D9F9-3124BEC7AB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749468"/>
                <a:ext cx="440958" cy="268835"/>
              </a:xfrm>
              <a:prstGeom prst="rect">
                <a:avLst/>
              </a:prstGeom>
              <a:blipFill>
                <a:blip r:embed="rId9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직사각형 334">
                <a:extLst>
                  <a:ext uri="{FF2B5EF4-FFF2-40B4-BE49-F238E27FC236}">
                    <a16:creationId xmlns:a16="http://schemas.microsoft.com/office/drawing/2014/main" id="{778F8B74-0925-4B98-FEC2-84F8C726EA13}"/>
                  </a:ext>
                </a:extLst>
              </p:cNvPr>
              <p:cNvSpPr/>
              <p:nvPr/>
            </p:nvSpPr>
            <p:spPr>
              <a:xfrm>
                <a:off x="9191655" y="440403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5" name="직사각형 334">
                <a:extLst>
                  <a:ext uri="{FF2B5EF4-FFF2-40B4-BE49-F238E27FC236}">
                    <a16:creationId xmlns:a16="http://schemas.microsoft.com/office/drawing/2014/main" id="{778F8B74-0925-4B98-FEC2-84F8C726EA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404038"/>
                <a:ext cx="440958" cy="268835"/>
              </a:xfrm>
              <a:prstGeom prst="rect">
                <a:avLst/>
              </a:prstGeom>
              <a:blipFill>
                <a:blip r:embed="rId10"/>
                <a:stretch>
                  <a:fillRect l="-27778" t="-17391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직사각형 335">
                <a:extLst>
                  <a:ext uri="{FF2B5EF4-FFF2-40B4-BE49-F238E27FC236}">
                    <a16:creationId xmlns:a16="http://schemas.microsoft.com/office/drawing/2014/main" id="{17842F30-611B-32E0-D6AE-60BC5F3FA8C9}"/>
                  </a:ext>
                </a:extLst>
              </p:cNvPr>
              <p:cNvSpPr/>
              <p:nvPr/>
            </p:nvSpPr>
            <p:spPr>
              <a:xfrm>
                <a:off x="9790745" y="440403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6" name="직사각형 335">
                <a:extLst>
                  <a:ext uri="{FF2B5EF4-FFF2-40B4-BE49-F238E27FC236}">
                    <a16:creationId xmlns:a16="http://schemas.microsoft.com/office/drawing/2014/main" id="{17842F30-611B-32E0-D6AE-60BC5F3FA8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404038"/>
                <a:ext cx="440958" cy="268835"/>
              </a:xfrm>
              <a:prstGeom prst="rect">
                <a:avLst/>
              </a:prstGeom>
              <a:blipFill>
                <a:blip r:embed="rId11"/>
                <a:stretch>
                  <a:fillRect l="-27778" t="-17391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97223D5D-2036-4036-0207-987162C174A9}"/>
                  </a:ext>
                </a:extLst>
              </p:cNvPr>
              <p:cNvSpPr/>
              <p:nvPr/>
            </p:nvSpPr>
            <p:spPr>
              <a:xfrm>
                <a:off x="10389834" y="440403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97223D5D-2036-4036-0207-987162C174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404038"/>
                <a:ext cx="440958" cy="268835"/>
              </a:xfrm>
              <a:prstGeom prst="rect">
                <a:avLst/>
              </a:prstGeom>
              <a:blipFill>
                <a:blip r:embed="rId12"/>
                <a:stretch>
                  <a:fillRect l="-27027" t="-17391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직사각형 337">
                <a:extLst>
                  <a:ext uri="{FF2B5EF4-FFF2-40B4-BE49-F238E27FC236}">
                    <a16:creationId xmlns:a16="http://schemas.microsoft.com/office/drawing/2014/main" id="{2DC2CB2A-2EA1-4849-EE4B-13426194613E}"/>
                  </a:ext>
                </a:extLst>
              </p:cNvPr>
              <p:cNvSpPr/>
              <p:nvPr/>
            </p:nvSpPr>
            <p:spPr>
              <a:xfrm>
                <a:off x="9191655" y="4058607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8" name="직사각형 337">
                <a:extLst>
                  <a:ext uri="{FF2B5EF4-FFF2-40B4-BE49-F238E27FC236}">
                    <a16:creationId xmlns:a16="http://schemas.microsoft.com/office/drawing/2014/main" id="{2DC2CB2A-2EA1-4849-EE4B-1342619461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058607"/>
                <a:ext cx="440958" cy="268835"/>
              </a:xfrm>
              <a:prstGeom prst="rect">
                <a:avLst/>
              </a:prstGeom>
              <a:blipFill>
                <a:blip r:embed="rId13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직사각형 338">
                <a:extLst>
                  <a:ext uri="{FF2B5EF4-FFF2-40B4-BE49-F238E27FC236}">
                    <a16:creationId xmlns:a16="http://schemas.microsoft.com/office/drawing/2014/main" id="{BC68F4BD-8C08-8A13-EA3F-0681E24E283C}"/>
                  </a:ext>
                </a:extLst>
              </p:cNvPr>
              <p:cNvSpPr/>
              <p:nvPr/>
            </p:nvSpPr>
            <p:spPr>
              <a:xfrm>
                <a:off x="9790745" y="4058607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9" name="직사각형 338">
                <a:extLst>
                  <a:ext uri="{FF2B5EF4-FFF2-40B4-BE49-F238E27FC236}">
                    <a16:creationId xmlns:a16="http://schemas.microsoft.com/office/drawing/2014/main" id="{BC68F4BD-8C08-8A13-EA3F-0681E24E28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058607"/>
                <a:ext cx="440958" cy="268835"/>
              </a:xfrm>
              <a:prstGeom prst="rect">
                <a:avLst/>
              </a:prstGeom>
              <a:blipFill>
                <a:blip r:embed="rId14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86EB91A1-7ADB-3716-587C-F5793485B3E6}"/>
                  </a:ext>
                </a:extLst>
              </p:cNvPr>
              <p:cNvSpPr/>
              <p:nvPr/>
            </p:nvSpPr>
            <p:spPr>
              <a:xfrm>
                <a:off x="10389834" y="4058607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86EB91A1-7ADB-3716-587C-F5793485B3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058607"/>
                <a:ext cx="440958" cy="268835"/>
              </a:xfrm>
              <a:prstGeom prst="rect">
                <a:avLst/>
              </a:prstGeom>
              <a:blipFill>
                <a:blip r:embed="rId15"/>
                <a:stretch>
                  <a:fillRect l="-27027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03FAD9E0-0AC5-A4E5-1B68-44ABC85F5FF3}"/>
                  </a:ext>
                </a:extLst>
              </p:cNvPr>
              <p:cNvSpPr/>
              <p:nvPr/>
            </p:nvSpPr>
            <p:spPr>
              <a:xfrm>
                <a:off x="9097062" y="3515078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03FAD9E0-0AC5-A4E5-1B68-44ABC85F5F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3515078"/>
                <a:ext cx="1828322" cy="302106"/>
              </a:xfrm>
              <a:prstGeom prst="rect">
                <a:avLst/>
              </a:prstGeom>
              <a:blipFill>
                <a:blip r:embed="rId16"/>
                <a:stretch>
                  <a:fillRect b="-200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2" name="직사각형 341">
            <a:extLst>
              <a:ext uri="{FF2B5EF4-FFF2-40B4-BE49-F238E27FC236}">
                <a16:creationId xmlns:a16="http://schemas.microsoft.com/office/drawing/2014/main" id="{416AC713-22FB-218F-BE7C-1A2FBD68BF25}"/>
              </a:ext>
            </a:extLst>
          </p:cNvPr>
          <p:cNvSpPr/>
          <p:nvPr/>
        </p:nvSpPr>
        <p:spPr>
          <a:xfrm>
            <a:off x="9097062" y="2233344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3" name="직사각형 342">
                <a:extLst>
                  <a:ext uri="{FF2B5EF4-FFF2-40B4-BE49-F238E27FC236}">
                    <a16:creationId xmlns:a16="http://schemas.microsoft.com/office/drawing/2014/main" id="{29F6BF2E-17B4-5C45-246E-981D5998D529}"/>
                  </a:ext>
                </a:extLst>
              </p:cNvPr>
              <p:cNvSpPr/>
              <p:nvPr/>
            </p:nvSpPr>
            <p:spPr>
              <a:xfrm>
                <a:off x="9191655" y="300482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3" name="직사각형 342">
                <a:extLst>
                  <a:ext uri="{FF2B5EF4-FFF2-40B4-BE49-F238E27FC236}">
                    <a16:creationId xmlns:a16="http://schemas.microsoft.com/office/drawing/2014/main" id="{29F6BF2E-17B4-5C45-246E-981D5998D5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3004820"/>
                <a:ext cx="440958" cy="268835"/>
              </a:xfrm>
              <a:prstGeom prst="rect">
                <a:avLst/>
              </a:prstGeom>
              <a:blipFill>
                <a:blip r:embed="rId17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직사각형 343">
                <a:extLst>
                  <a:ext uri="{FF2B5EF4-FFF2-40B4-BE49-F238E27FC236}">
                    <a16:creationId xmlns:a16="http://schemas.microsoft.com/office/drawing/2014/main" id="{67D40C9A-DC98-5E6F-6CC3-1722455AFBEF}"/>
                  </a:ext>
                </a:extLst>
              </p:cNvPr>
              <p:cNvSpPr/>
              <p:nvPr/>
            </p:nvSpPr>
            <p:spPr>
              <a:xfrm>
                <a:off x="9790745" y="300482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4" name="직사각형 343">
                <a:extLst>
                  <a:ext uri="{FF2B5EF4-FFF2-40B4-BE49-F238E27FC236}">
                    <a16:creationId xmlns:a16="http://schemas.microsoft.com/office/drawing/2014/main" id="{67D40C9A-DC98-5E6F-6CC3-1722455AFB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3004820"/>
                <a:ext cx="440958" cy="268835"/>
              </a:xfrm>
              <a:prstGeom prst="rect">
                <a:avLst/>
              </a:prstGeom>
              <a:blipFill>
                <a:blip r:embed="rId18"/>
                <a:stretch>
                  <a:fillRect l="-30556" t="-21739" r="-2778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7FA46631-5519-0384-72CC-E60351B8174C}"/>
                  </a:ext>
                </a:extLst>
              </p:cNvPr>
              <p:cNvSpPr/>
              <p:nvPr/>
            </p:nvSpPr>
            <p:spPr>
              <a:xfrm>
                <a:off x="10389834" y="300482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7FA46631-5519-0384-72CC-E60351B817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3004820"/>
                <a:ext cx="440958" cy="268835"/>
              </a:xfrm>
              <a:prstGeom prst="rect">
                <a:avLst/>
              </a:prstGeom>
              <a:blipFill>
                <a:blip r:embed="rId19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직사각형 345">
                <a:extLst>
                  <a:ext uri="{FF2B5EF4-FFF2-40B4-BE49-F238E27FC236}">
                    <a16:creationId xmlns:a16="http://schemas.microsoft.com/office/drawing/2014/main" id="{A5E286C6-75E5-0B48-E380-30B5904D6F28}"/>
                  </a:ext>
                </a:extLst>
              </p:cNvPr>
              <p:cNvSpPr/>
              <p:nvPr/>
            </p:nvSpPr>
            <p:spPr>
              <a:xfrm>
                <a:off x="9191655" y="265939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6" name="직사각형 345">
                <a:extLst>
                  <a:ext uri="{FF2B5EF4-FFF2-40B4-BE49-F238E27FC236}">
                    <a16:creationId xmlns:a16="http://schemas.microsoft.com/office/drawing/2014/main" id="{A5E286C6-75E5-0B48-E380-30B5904D6F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659390"/>
                <a:ext cx="440958" cy="268835"/>
              </a:xfrm>
              <a:prstGeom prst="rect">
                <a:avLst/>
              </a:prstGeom>
              <a:blipFill>
                <a:blip r:embed="rId20"/>
                <a:stretch>
                  <a:fillRect l="-30556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직사각형 346">
                <a:extLst>
                  <a:ext uri="{FF2B5EF4-FFF2-40B4-BE49-F238E27FC236}">
                    <a16:creationId xmlns:a16="http://schemas.microsoft.com/office/drawing/2014/main" id="{CE47327C-EBC1-3152-1EC8-A5BEC9938C1F}"/>
                  </a:ext>
                </a:extLst>
              </p:cNvPr>
              <p:cNvSpPr/>
              <p:nvPr/>
            </p:nvSpPr>
            <p:spPr>
              <a:xfrm>
                <a:off x="9790745" y="265939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7" name="직사각형 346">
                <a:extLst>
                  <a:ext uri="{FF2B5EF4-FFF2-40B4-BE49-F238E27FC236}">
                    <a16:creationId xmlns:a16="http://schemas.microsoft.com/office/drawing/2014/main" id="{CE47327C-EBC1-3152-1EC8-A5BEC9938C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659390"/>
                <a:ext cx="440958" cy="268835"/>
              </a:xfrm>
              <a:prstGeom prst="rect">
                <a:avLst/>
              </a:prstGeom>
              <a:blipFill>
                <a:blip r:embed="rId21"/>
                <a:stretch>
                  <a:fillRect l="-30556" t="-17391" r="-2778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직사각형 347">
                <a:extLst>
                  <a:ext uri="{FF2B5EF4-FFF2-40B4-BE49-F238E27FC236}">
                    <a16:creationId xmlns:a16="http://schemas.microsoft.com/office/drawing/2014/main" id="{DF40B8B0-2FEF-B1FF-0AF6-9F0ABB0C24BD}"/>
                  </a:ext>
                </a:extLst>
              </p:cNvPr>
              <p:cNvSpPr/>
              <p:nvPr/>
            </p:nvSpPr>
            <p:spPr>
              <a:xfrm>
                <a:off x="10389834" y="265939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8" name="직사각형 347">
                <a:extLst>
                  <a:ext uri="{FF2B5EF4-FFF2-40B4-BE49-F238E27FC236}">
                    <a16:creationId xmlns:a16="http://schemas.microsoft.com/office/drawing/2014/main" id="{DF40B8B0-2FEF-B1FF-0AF6-9F0ABB0C24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659390"/>
                <a:ext cx="440958" cy="268835"/>
              </a:xfrm>
              <a:prstGeom prst="rect">
                <a:avLst/>
              </a:prstGeom>
              <a:blipFill>
                <a:blip r:embed="rId22"/>
                <a:stretch>
                  <a:fillRect l="-29730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직사각형 348">
                <a:extLst>
                  <a:ext uri="{FF2B5EF4-FFF2-40B4-BE49-F238E27FC236}">
                    <a16:creationId xmlns:a16="http://schemas.microsoft.com/office/drawing/2014/main" id="{ACA01DA7-78C9-0C89-1D82-2BF0FD13C477}"/>
                  </a:ext>
                </a:extLst>
              </p:cNvPr>
              <p:cNvSpPr/>
              <p:nvPr/>
            </p:nvSpPr>
            <p:spPr>
              <a:xfrm>
                <a:off x="9191655" y="2313959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9" name="직사각형 348">
                <a:extLst>
                  <a:ext uri="{FF2B5EF4-FFF2-40B4-BE49-F238E27FC236}">
                    <a16:creationId xmlns:a16="http://schemas.microsoft.com/office/drawing/2014/main" id="{ACA01DA7-78C9-0C89-1D82-2BF0FD13C4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313959"/>
                <a:ext cx="440958" cy="268835"/>
              </a:xfrm>
              <a:prstGeom prst="rect">
                <a:avLst/>
              </a:prstGeom>
              <a:blipFill>
                <a:blip r:embed="rId23"/>
                <a:stretch>
                  <a:fillRect l="-30556" t="-16667" b="-20833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직사각형 349">
                <a:extLst>
                  <a:ext uri="{FF2B5EF4-FFF2-40B4-BE49-F238E27FC236}">
                    <a16:creationId xmlns:a16="http://schemas.microsoft.com/office/drawing/2014/main" id="{2AF2B96E-4166-2789-F90E-95ACC1EC8B42}"/>
                  </a:ext>
                </a:extLst>
              </p:cNvPr>
              <p:cNvSpPr/>
              <p:nvPr/>
            </p:nvSpPr>
            <p:spPr>
              <a:xfrm>
                <a:off x="9790745" y="2313959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0" name="직사각형 349">
                <a:extLst>
                  <a:ext uri="{FF2B5EF4-FFF2-40B4-BE49-F238E27FC236}">
                    <a16:creationId xmlns:a16="http://schemas.microsoft.com/office/drawing/2014/main" id="{2AF2B96E-4166-2789-F90E-95ACC1EC8B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313959"/>
                <a:ext cx="440958" cy="268835"/>
              </a:xfrm>
              <a:prstGeom prst="rect">
                <a:avLst/>
              </a:prstGeom>
              <a:blipFill>
                <a:blip r:embed="rId24"/>
                <a:stretch>
                  <a:fillRect l="-30556" t="-16667" r="-2778" b="-20833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직사각형 350">
                <a:extLst>
                  <a:ext uri="{FF2B5EF4-FFF2-40B4-BE49-F238E27FC236}">
                    <a16:creationId xmlns:a16="http://schemas.microsoft.com/office/drawing/2014/main" id="{76458799-53B4-E537-87B5-2CEB156241F6}"/>
                  </a:ext>
                </a:extLst>
              </p:cNvPr>
              <p:cNvSpPr/>
              <p:nvPr/>
            </p:nvSpPr>
            <p:spPr>
              <a:xfrm>
                <a:off x="10389834" y="2313959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1" name="직사각형 350">
                <a:extLst>
                  <a:ext uri="{FF2B5EF4-FFF2-40B4-BE49-F238E27FC236}">
                    <a16:creationId xmlns:a16="http://schemas.microsoft.com/office/drawing/2014/main" id="{76458799-53B4-E537-87B5-2CEB156241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313959"/>
                <a:ext cx="440958" cy="268835"/>
              </a:xfrm>
              <a:prstGeom prst="rect">
                <a:avLst/>
              </a:prstGeom>
              <a:blipFill>
                <a:blip r:embed="rId25"/>
                <a:stretch>
                  <a:fillRect l="-29730" t="-16667" b="-20833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7" name="직선 화살표 연결선 356">
            <a:extLst>
              <a:ext uri="{FF2B5EF4-FFF2-40B4-BE49-F238E27FC236}">
                <a16:creationId xmlns:a16="http://schemas.microsoft.com/office/drawing/2014/main" id="{71C4A729-76E3-63EE-8042-08978E82AD6A}"/>
              </a:ext>
            </a:extLst>
          </p:cNvPr>
          <p:cNvCxnSpPr>
            <a:cxnSpLocks/>
          </p:cNvCxnSpPr>
          <p:nvPr/>
        </p:nvCxnSpPr>
        <p:spPr>
          <a:xfrm flipV="1">
            <a:off x="9412134" y="5095009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직선 화살표 연결선 357">
            <a:extLst>
              <a:ext uri="{FF2B5EF4-FFF2-40B4-BE49-F238E27FC236}">
                <a16:creationId xmlns:a16="http://schemas.microsoft.com/office/drawing/2014/main" id="{D14F7F2C-E845-C12A-6D63-7A90BF43DE94}"/>
              </a:ext>
            </a:extLst>
          </p:cNvPr>
          <p:cNvCxnSpPr>
            <a:cxnSpLocks/>
          </p:cNvCxnSpPr>
          <p:nvPr/>
        </p:nvCxnSpPr>
        <p:spPr>
          <a:xfrm flipV="1">
            <a:off x="10011224" y="5095009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직선 화살표 연결선 358">
            <a:extLst>
              <a:ext uri="{FF2B5EF4-FFF2-40B4-BE49-F238E27FC236}">
                <a16:creationId xmlns:a16="http://schemas.microsoft.com/office/drawing/2014/main" id="{E648E67B-A140-F31E-797F-7A5B5478AC84}"/>
              </a:ext>
            </a:extLst>
          </p:cNvPr>
          <p:cNvCxnSpPr>
            <a:cxnSpLocks/>
          </p:cNvCxnSpPr>
          <p:nvPr/>
        </p:nvCxnSpPr>
        <p:spPr>
          <a:xfrm flipV="1">
            <a:off x="10610313" y="5095009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직선 화살표 연결선 359">
            <a:extLst>
              <a:ext uri="{FF2B5EF4-FFF2-40B4-BE49-F238E27FC236}">
                <a16:creationId xmlns:a16="http://schemas.microsoft.com/office/drawing/2014/main" id="{D4DE4253-FBFC-3CDC-72D9-251C3708890F}"/>
              </a:ext>
            </a:extLst>
          </p:cNvPr>
          <p:cNvCxnSpPr>
            <a:cxnSpLocks/>
            <a:stCxn id="341" idx="0"/>
            <a:endCxn id="342" idx="2"/>
          </p:cNvCxnSpPr>
          <p:nvPr/>
        </p:nvCxnSpPr>
        <p:spPr>
          <a:xfrm flipV="1">
            <a:off x="10011223" y="3354270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직선 화살표 연결선 360">
            <a:extLst>
              <a:ext uri="{FF2B5EF4-FFF2-40B4-BE49-F238E27FC236}">
                <a16:creationId xmlns:a16="http://schemas.microsoft.com/office/drawing/2014/main" id="{037FEE2B-776B-1D8A-A9CF-8248CC59AD6B}"/>
              </a:ext>
            </a:extLst>
          </p:cNvPr>
          <p:cNvCxnSpPr>
            <a:cxnSpLocks/>
            <a:stCxn id="331" idx="0"/>
            <a:endCxn id="341" idx="2"/>
          </p:cNvCxnSpPr>
          <p:nvPr/>
        </p:nvCxnSpPr>
        <p:spPr>
          <a:xfrm flipV="1">
            <a:off x="10011223" y="3817184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6" name="그룹 365">
            <a:extLst>
              <a:ext uri="{FF2B5EF4-FFF2-40B4-BE49-F238E27FC236}">
                <a16:creationId xmlns:a16="http://schemas.microsoft.com/office/drawing/2014/main" id="{12816140-3117-418C-993E-5E116EB56985}"/>
              </a:ext>
            </a:extLst>
          </p:cNvPr>
          <p:cNvGrpSpPr/>
          <p:nvPr/>
        </p:nvGrpSpPr>
        <p:grpSpPr>
          <a:xfrm>
            <a:off x="8425813" y="4058607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7" name="직사각형 366">
                  <a:extLst>
                    <a:ext uri="{FF2B5EF4-FFF2-40B4-BE49-F238E27FC236}">
                      <a16:creationId xmlns:a16="http://schemas.microsoft.com/office/drawing/2014/main" id="{15FDEF93-CC06-0365-54D7-5AA21627C5F7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7" name="직사각형 366">
                  <a:extLst>
                    <a:ext uri="{FF2B5EF4-FFF2-40B4-BE49-F238E27FC236}">
                      <a16:creationId xmlns:a16="http://schemas.microsoft.com/office/drawing/2014/main" id="{15FDEF93-CC06-0365-54D7-5AA21627C5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26"/>
                  <a:stretch>
                    <a:fillRect l="-18919" t="-4348" b="-43478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" name="직사각형 367">
                  <a:extLst>
                    <a:ext uri="{FF2B5EF4-FFF2-40B4-BE49-F238E27FC236}">
                      <a16:creationId xmlns:a16="http://schemas.microsoft.com/office/drawing/2014/main" id="{40E7F6F5-DF61-BB60-9EB9-7983B5C6A81E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8" name="직사각형 367">
                  <a:extLst>
                    <a:ext uri="{FF2B5EF4-FFF2-40B4-BE49-F238E27FC236}">
                      <a16:creationId xmlns:a16="http://schemas.microsoft.com/office/drawing/2014/main" id="{40E7F6F5-DF61-BB60-9EB9-7983B5C6A8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27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9" name="직사각형 368">
                  <a:extLst>
                    <a:ext uri="{FF2B5EF4-FFF2-40B4-BE49-F238E27FC236}">
                      <a16:creationId xmlns:a16="http://schemas.microsoft.com/office/drawing/2014/main" id="{4D970C4A-975B-84ED-BFDE-2E837EF3647F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9" name="직사각형 368">
                  <a:extLst>
                    <a:ext uri="{FF2B5EF4-FFF2-40B4-BE49-F238E27FC236}">
                      <a16:creationId xmlns:a16="http://schemas.microsoft.com/office/drawing/2014/main" id="{4D970C4A-975B-84ED-BFDE-2E837EF364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28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0" name="그룹 369">
            <a:extLst>
              <a:ext uri="{FF2B5EF4-FFF2-40B4-BE49-F238E27FC236}">
                <a16:creationId xmlns:a16="http://schemas.microsoft.com/office/drawing/2014/main" id="{3720EC4B-73B9-DF59-52DB-89052B4CEB65}"/>
              </a:ext>
            </a:extLst>
          </p:cNvPr>
          <p:cNvGrpSpPr/>
          <p:nvPr/>
        </p:nvGrpSpPr>
        <p:grpSpPr>
          <a:xfrm>
            <a:off x="8425813" y="2313959"/>
            <a:ext cx="440958" cy="959696"/>
            <a:chOff x="8298472" y="2048913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1" name="직사각형 370">
                  <a:extLst>
                    <a:ext uri="{FF2B5EF4-FFF2-40B4-BE49-F238E27FC236}">
                      <a16:creationId xmlns:a16="http://schemas.microsoft.com/office/drawing/2014/main" id="{23AF449A-9317-8FCC-699F-BEC647F67745}"/>
                    </a:ext>
                  </a:extLst>
                </p:cNvPr>
                <p:cNvSpPr/>
                <p:nvPr/>
              </p:nvSpPr>
              <p:spPr>
                <a:xfrm>
                  <a:off x="8298472" y="2739774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1" name="직사각형 370">
                  <a:extLst>
                    <a:ext uri="{FF2B5EF4-FFF2-40B4-BE49-F238E27FC236}">
                      <a16:creationId xmlns:a16="http://schemas.microsoft.com/office/drawing/2014/main" id="{23AF449A-9317-8FCC-699F-BEC647F677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739774"/>
                  <a:ext cx="440958" cy="268835"/>
                </a:xfrm>
                <a:prstGeom prst="rect">
                  <a:avLst/>
                </a:prstGeom>
                <a:blipFill>
                  <a:blip r:embed="rId29"/>
                  <a:stretch>
                    <a:fillRect l="-16216" t="-21739" b="-21739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2" name="직사각형 371">
                  <a:extLst>
                    <a:ext uri="{FF2B5EF4-FFF2-40B4-BE49-F238E27FC236}">
                      <a16:creationId xmlns:a16="http://schemas.microsoft.com/office/drawing/2014/main" id="{813463D2-27D1-A8D0-2F11-AEA2C73D5437}"/>
                    </a:ext>
                  </a:extLst>
                </p:cNvPr>
                <p:cNvSpPr/>
                <p:nvPr/>
              </p:nvSpPr>
              <p:spPr>
                <a:xfrm>
                  <a:off x="8298472" y="2394344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2" name="직사각형 371">
                  <a:extLst>
                    <a:ext uri="{FF2B5EF4-FFF2-40B4-BE49-F238E27FC236}">
                      <a16:creationId xmlns:a16="http://schemas.microsoft.com/office/drawing/2014/main" id="{813463D2-27D1-A8D0-2F11-AEA2C73D54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394344"/>
                  <a:ext cx="440958" cy="268835"/>
                </a:xfrm>
                <a:prstGeom prst="rect">
                  <a:avLst/>
                </a:prstGeom>
                <a:blipFill>
                  <a:blip r:embed="rId30"/>
                  <a:stretch>
                    <a:fillRect l="-16216" t="-17391" b="-26087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3" name="직사각형 372">
                  <a:extLst>
                    <a:ext uri="{FF2B5EF4-FFF2-40B4-BE49-F238E27FC236}">
                      <a16:creationId xmlns:a16="http://schemas.microsoft.com/office/drawing/2014/main" id="{401699D8-2C5F-B442-67C7-20EEA1E415D9}"/>
                    </a:ext>
                  </a:extLst>
                </p:cNvPr>
                <p:cNvSpPr/>
                <p:nvPr/>
              </p:nvSpPr>
              <p:spPr>
                <a:xfrm>
                  <a:off x="8298472" y="2048913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3" name="직사각형 372">
                  <a:extLst>
                    <a:ext uri="{FF2B5EF4-FFF2-40B4-BE49-F238E27FC236}">
                      <a16:creationId xmlns:a16="http://schemas.microsoft.com/office/drawing/2014/main" id="{401699D8-2C5F-B442-67C7-20EEA1E415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048913"/>
                  <a:ext cx="440958" cy="268835"/>
                </a:xfrm>
                <a:prstGeom prst="rect">
                  <a:avLst/>
                </a:prstGeom>
                <a:blipFill>
                  <a:blip r:embed="rId31"/>
                  <a:stretch>
                    <a:fillRect l="-16216" t="-16667" b="-20833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4" name="그룹 373">
            <a:extLst>
              <a:ext uri="{FF2B5EF4-FFF2-40B4-BE49-F238E27FC236}">
                <a16:creationId xmlns:a16="http://schemas.microsoft.com/office/drawing/2014/main" id="{E4E770ED-1D0F-B5D1-9591-03629B7A3B5A}"/>
              </a:ext>
            </a:extLst>
          </p:cNvPr>
          <p:cNvGrpSpPr/>
          <p:nvPr/>
        </p:nvGrpSpPr>
        <p:grpSpPr>
          <a:xfrm>
            <a:off x="8866770" y="2448377"/>
            <a:ext cx="225977" cy="2435509"/>
            <a:chOff x="8866771" y="2448377"/>
            <a:chExt cx="324884" cy="2435509"/>
          </a:xfrm>
        </p:grpSpPr>
        <p:cxnSp>
          <p:nvCxnSpPr>
            <p:cNvPr id="375" name="직선 화살표 연결선 374">
              <a:extLst>
                <a:ext uri="{FF2B5EF4-FFF2-40B4-BE49-F238E27FC236}">
                  <a16:creationId xmlns:a16="http://schemas.microsoft.com/office/drawing/2014/main" id="{881F2640-6F44-183D-1E4D-346DCB230AE4}"/>
                </a:ext>
              </a:extLst>
            </p:cNvPr>
            <p:cNvCxnSpPr>
              <a:cxnSpLocks/>
              <a:stCxn id="367" idx="3"/>
              <a:endCxn id="332" idx="1"/>
            </p:cNvCxnSpPr>
            <p:nvPr/>
          </p:nvCxnSpPr>
          <p:spPr>
            <a:xfrm>
              <a:off x="8866771" y="4883886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직선 화살표 연결선 375">
              <a:extLst>
                <a:ext uri="{FF2B5EF4-FFF2-40B4-BE49-F238E27FC236}">
                  <a16:creationId xmlns:a16="http://schemas.microsoft.com/office/drawing/2014/main" id="{376AA9AE-9A1F-138F-AD7E-8A9861535F26}"/>
                </a:ext>
              </a:extLst>
            </p:cNvPr>
            <p:cNvCxnSpPr>
              <a:cxnSpLocks/>
              <a:stCxn id="368" idx="3"/>
              <a:endCxn id="335" idx="1"/>
            </p:cNvCxnSpPr>
            <p:nvPr/>
          </p:nvCxnSpPr>
          <p:spPr>
            <a:xfrm>
              <a:off x="8866771" y="4538456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직선 화살표 연결선 376">
              <a:extLst>
                <a:ext uri="{FF2B5EF4-FFF2-40B4-BE49-F238E27FC236}">
                  <a16:creationId xmlns:a16="http://schemas.microsoft.com/office/drawing/2014/main" id="{352B8CF8-A80A-F794-B6BA-438FD750D18E}"/>
                </a:ext>
              </a:extLst>
            </p:cNvPr>
            <p:cNvCxnSpPr>
              <a:cxnSpLocks/>
              <a:stCxn id="369" idx="3"/>
              <a:endCxn id="338" idx="1"/>
            </p:cNvCxnSpPr>
            <p:nvPr/>
          </p:nvCxnSpPr>
          <p:spPr>
            <a:xfrm>
              <a:off x="8866771" y="4193025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직선 화살표 연결선 377">
              <a:extLst>
                <a:ext uri="{FF2B5EF4-FFF2-40B4-BE49-F238E27FC236}">
                  <a16:creationId xmlns:a16="http://schemas.microsoft.com/office/drawing/2014/main" id="{837F0A91-60F2-5D67-93DC-6852C600D523}"/>
                </a:ext>
              </a:extLst>
            </p:cNvPr>
            <p:cNvCxnSpPr>
              <a:cxnSpLocks/>
              <a:stCxn id="372" idx="3"/>
              <a:endCxn id="346" idx="1"/>
            </p:cNvCxnSpPr>
            <p:nvPr/>
          </p:nvCxnSpPr>
          <p:spPr>
            <a:xfrm>
              <a:off x="8866771" y="2793808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직선 화살표 연결선 378">
              <a:extLst>
                <a:ext uri="{FF2B5EF4-FFF2-40B4-BE49-F238E27FC236}">
                  <a16:creationId xmlns:a16="http://schemas.microsoft.com/office/drawing/2014/main" id="{2356248B-E34C-62FF-64B8-2A4C9168D4B1}"/>
                </a:ext>
              </a:extLst>
            </p:cNvPr>
            <p:cNvCxnSpPr>
              <a:cxnSpLocks/>
              <a:stCxn id="373" idx="3"/>
              <a:endCxn id="349" idx="1"/>
            </p:cNvCxnSpPr>
            <p:nvPr/>
          </p:nvCxnSpPr>
          <p:spPr>
            <a:xfrm>
              <a:off x="8866771" y="2448377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직선 화살표 연결선 379">
              <a:extLst>
                <a:ext uri="{FF2B5EF4-FFF2-40B4-BE49-F238E27FC236}">
                  <a16:creationId xmlns:a16="http://schemas.microsoft.com/office/drawing/2014/main" id="{E5C1084C-78F8-E186-590E-2A14AEF7EE08}"/>
                </a:ext>
              </a:extLst>
            </p:cNvPr>
            <p:cNvCxnSpPr>
              <a:cxnSpLocks/>
              <a:stCxn id="371" idx="3"/>
              <a:endCxn id="343" idx="1"/>
            </p:cNvCxnSpPr>
            <p:nvPr/>
          </p:nvCxnSpPr>
          <p:spPr>
            <a:xfrm>
              <a:off x="8866771" y="3139238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6CF897D1-DACC-BB1B-D5CE-FF9779CCC51E}"/>
              </a:ext>
            </a:extLst>
          </p:cNvPr>
          <p:cNvGrpSpPr/>
          <p:nvPr/>
        </p:nvGrpSpPr>
        <p:grpSpPr>
          <a:xfrm>
            <a:off x="7762219" y="4058607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2" name="직사각형 381">
                  <a:extLst>
                    <a:ext uri="{FF2B5EF4-FFF2-40B4-BE49-F238E27FC236}">
                      <a16:creationId xmlns:a16="http://schemas.microsoft.com/office/drawing/2014/main" id="{0552ED56-8443-369F-CC36-8040B2774385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2" name="직사각형 381">
                  <a:extLst>
                    <a:ext uri="{FF2B5EF4-FFF2-40B4-BE49-F238E27FC236}">
                      <a16:creationId xmlns:a16="http://schemas.microsoft.com/office/drawing/2014/main" id="{0552ED56-8443-369F-CC36-8040B27743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32"/>
                  <a:stretch>
                    <a:fillRect l="-16216" t="-21739" b="-21739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3" name="직사각형 382">
                  <a:extLst>
                    <a:ext uri="{FF2B5EF4-FFF2-40B4-BE49-F238E27FC236}">
                      <a16:creationId xmlns:a16="http://schemas.microsoft.com/office/drawing/2014/main" id="{C2AE1CBD-2004-9C9B-EF32-84130DEA1E61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3" name="직사각형 382">
                  <a:extLst>
                    <a:ext uri="{FF2B5EF4-FFF2-40B4-BE49-F238E27FC236}">
                      <a16:creationId xmlns:a16="http://schemas.microsoft.com/office/drawing/2014/main" id="{C2AE1CBD-2004-9C9B-EF32-84130DEA1E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33"/>
                  <a:stretch>
                    <a:fillRect l="-16216" t="-26087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4" name="직사각형 383">
                  <a:extLst>
                    <a:ext uri="{FF2B5EF4-FFF2-40B4-BE49-F238E27FC236}">
                      <a16:creationId xmlns:a16="http://schemas.microsoft.com/office/drawing/2014/main" id="{B774EDA2-C0AB-0D2B-2DA9-F2F802FE674C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4" name="직사각형 383">
                  <a:extLst>
                    <a:ext uri="{FF2B5EF4-FFF2-40B4-BE49-F238E27FC236}">
                      <a16:creationId xmlns:a16="http://schemas.microsoft.com/office/drawing/2014/main" id="{B774EDA2-C0AB-0D2B-2DA9-F2F802FE67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34"/>
                  <a:stretch>
                    <a:fillRect l="-16216" t="-26087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85" name="직선 화살표 연결선 384">
            <a:extLst>
              <a:ext uri="{FF2B5EF4-FFF2-40B4-BE49-F238E27FC236}">
                <a16:creationId xmlns:a16="http://schemas.microsoft.com/office/drawing/2014/main" id="{129CDD64-9608-3D80-12A0-2EFE69558783}"/>
              </a:ext>
            </a:extLst>
          </p:cNvPr>
          <p:cNvCxnSpPr>
            <a:cxnSpLocks/>
            <a:stCxn id="382" idx="3"/>
            <a:endCxn id="367" idx="1"/>
          </p:cNvCxnSpPr>
          <p:nvPr/>
        </p:nvCxnSpPr>
        <p:spPr>
          <a:xfrm>
            <a:off x="8203177" y="4883886"/>
            <a:ext cx="222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화살표 연결선 385">
            <a:extLst>
              <a:ext uri="{FF2B5EF4-FFF2-40B4-BE49-F238E27FC236}">
                <a16:creationId xmlns:a16="http://schemas.microsoft.com/office/drawing/2014/main" id="{FCB840C8-BE85-58A1-32C4-5DEC5F6E6FB7}"/>
              </a:ext>
            </a:extLst>
          </p:cNvPr>
          <p:cNvCxnSpPr>
            <a:cxnSpLocks/>
            <a:stCxn id="383" idx="3"/>
            <a:endCxn id="368" idx="1"/>
          </p:cNvCxnSpPr>
          <p:nvPr/>
        </p:nvCxnSpPr>
        <p:spPr>
          <a:xfrm>
            <a:off x="8203177" y="4538456"/>
            <a:ext cx="222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화살표 연결선 386">
            <a:extLst>
              <a:ext uri="{FF2B5EF4-FFF2-40B4-BE49-F238E27FC236}">
                <a16:creationId xmlns:a16="http://schemas.microsoft.com/office/drawing/2014/main" id="{35917CC6-5336-DB1F-3A3B-D602B7581801}"/>
              </a:ext>
            </a:extLst>
          </p:cNvPr>
          <p:cNvCxnSpPr>
            <a:cxnSpLocks/>
            <a:stCxn id="384" idx="3"/>
            <a:endCxn id="369" idx="1"/>
          </p:cNvCxnSpPr>
          <p:nvPr/>
        </p:nvCxnSpPr>
        <p:spPr>
          <a:xfrm>
            <a:off x="8203177" y="4193025"/>
            <a:ext cx="222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꺾인 연결선[E] 387">
            <a:extLst>
              <a:ext uri="{FF2B5EF4-FFF2-40B4-BE49-F238E27FC236}">
                <a16:creationId xmlns:a16="http://schemas.microsoft.com/office/drawing/2014/main" id="{FC01EF4A-2E62-00F0-9FB5-90F53197A890}"/>
              </a:ext>
            </a:extLst>
          </p:cNvPr>
          <p:cNvCxnSpPr>
            <a:cxnSpLocks/>
            <a:stCxn id="384" idx="1"/>
            <a:endCxn id="373" idx="1"/>
          </p:cNvCxnSpPr>
          <p:nvPr/>
        </p:nvCxnSpPr>
        <p:spPr>
          <a:xfrm rot="10800000" flipH="1">
            <a:off x="7762219" y="2448377"/>
            <a:ext cx="663594" cy="1744648"/>
          </a:xfrm>
          <a:prstGeom prst="bentConnector3">
            <a:avLst>
              <a:gd name="adj1" fmla="val -2019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꺾인 연결선[E] 388">
            <a:extLst>
              <a:ext uri="{FF2B5EF4-FFF2-40B4-BE49-F238E27FC236}">
                <a16:creationId xmlns:a16="http://schemas.microsoft.com/office/drawing/2014/main" id="{CA8229CF-3225-E772-9E18-AF7D49E6471E}"/>
              </a:ext>
            </a:extLst>
          </p:cNvPr>
          <p:cNvCxnSpPr>
            <a:cxnSpLocks/>
            <a:stCxn id="383" idx="1"/>
            <a:endCxn id="372" idx="1"/>
          </p:cNvCxnSpPr>
          <p:nvPr/>
        </p:nvCxnSpPr>
        <p:spPr>
          <a:xfrm rot="10800000" flipH="1">
            <a:off x="7762219" y="2793808"/>
            <a:ext cx="663594" cy="1744648"/>
          </a:xfrm>
          <a:prstGeom prst="bentConnector3">
            <a:avLst>
              <a:gd name="adj1" fmla="val -3444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꺾인 연결선[E] 389">
            <a:extLst>
              <a:ext uri="{FF2B5EF4-FFF2-40B4-BE49-F238E27FC236}">
                <a16:creationId xmlns:a16="http://schemas.microsoft.com/office/drawing/2014/main" id="{0F897AF9-266F-80DD-29B0-7684003099A2}"/>
              </a:ext>
            </a:extLst>
          </p:cNvPr>
          <p:cNvCxnSpPr>
            <a:cxnSpLocks/>
            <a:stCxn id="382" idx="1"/>
            <a:endCxn id="371" idx="1"/>
          </p:cNvCxnSpPr>
          <p:nvPr/>
        </p:nvCxnSpPr>
        <p:spPr>
          <a:xfrm rot="10800000" flipH="1">
            <a:off x="7762219" y="3139238"/>
            <a:ext cx="663594" cy="1744648"/>
          </a:xfrm>
          <a:prstGeom prst="bentConnector3">
            <a:avLst>
              <a:gd name="adj1" fmla="val -4870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1259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82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812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Query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812997"/>
              </a:xfrm>
              <a:prstGeom prst="rect">
                <a:avLst/>
              </a:prstGeom>
              <a:blipFill>
                <a:blip r:embed="rId2"/>
                <a:stretch>
                  <a:fillRect l="-1506" t="-2098" r="-301" b="-34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3977992"/>
                <a:ext cx="6436121" cy="1902957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977992"/>
                <a:ext cx="6436121" cy="1902957"/>
              </a:xfrm>
              <a:prstGeom prst="rect">
                <a:avLst/>
              </a:prstGeom>
              <a:blipFill>
                <a:blip r:embed="rId3"/>
                <a:stretch>
                  <a:fillRect l="-986" b="-317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7" name="그룹 326">
            <a:extLst>
              <a:ext uri="{FF2B5EF4-FFF2-40B4-BE49-F238E27FC236}">
                <a16:creationId xmlns:a16="http://schemas.microsoft.com/office/drawing/2014/main" id="{34114133-ACB4-6DD5-7219-A0F89B499C3A}"/>
              </a:ext>
            </a:extLst>
          </p:cNvPr>
          <p:cNvGrpSpPr/>
          <p:nvPr/>
        </p:nvGrpSpPr>
        <p:grpSpPr>
          <a:xfrm>
            <a:off x="9191655" y="5259726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8" name="직사각형 327">
                  <a:extLst>
                    <a:ext uri="{FF2B5EF4-FFF2-40B4-BE49-F238E27FC236}">
                      <a16:creationId xmlns:a16="http://schemas.microsoft.com/office/drawing/2014/main" id="{B2A9BF42-393D-2E71-FF28-963183931578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8" name="직사각형 327">
                  <a:extLst>
                    <a:ext uri="{FF2B5EF4-FFF2-40B4-BE49-F238E27FC236}">
                      <a16:creationId xmlns:a16="http://schemas.microsoft.com/office/drawing/2014/main" id="{B2A9BF42-393D-2E71-FF28-9631839315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4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9" name="직사각형 328">
                  <a:extLst>
                    <a:ext uri="{FF2B5EF4-FFF2-40B4-BE49-F238E27FC236}">
                      <a16:creationId xmlns:a16="http://schemas.microsoft.com/office/drawing/2014/main" id="{84C7D8EB-2285-791E-348B-3F449E89E96C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9" name="직사각형 328">
                  <a:extLst>
                    <a:ext uri="{FF2B5EF4-FFF2-40B4-BE49-F238E27FC236}">
                      <a16:creationId xmlns:a16="http://schemas.microsoft.com/office/drawing/2014/main" id="{84C7D8EB-2285-791E-348B-3F449E89E9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0" name="직사각형 329">
                  <a:extLst>
                    <a:ext uri="{FF2B5EF4-FFF2-40B4-BE49-F238E27FC236}">
                      <a16:creationId xmlns:a16="http://schemas.microsoft.com/office/drawing/2014/main" id="{F5E16D5C-887B-DF7B-3EA2-8DFF29F91A09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0" name="직사각형 329">
                  <a:extLst>
                    <a:ext uri="{FF2B5EF4-FFF2-40B4-BE49-F238E27FC236}">
                      <a16:creationId xmlns:a16="http://schemas.microsoft.com/office/drawing/2014/main" id="{F5E16D5C-887B-DF7B-3EA2-8DFF29F91A0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1" name="직사각형 330">
            <a:extLst>
              <a:ext uri="{FF2B5EF4-FFF2-40B4-BE49-F238E27FC236}">
                <a16:creationId xmlns:a16="http://schemas.microsoft.com/office/drawing/2014/main" id="{5632FBDC-3962-AA94-5B52-491BA53251D9}"/>
              </a:ext>
            </a:extLst>
          </p:cNvPr>
          <p:cNvSpPr/>
          <p:nvPr/>
        </p:nvSpPr>
        <p:spPr>
          <a:xfrm>
            <a:off x="9097062" y="3977992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직사각형 331">
                <a:extLst>
                  <a:ext uri="{FF2B5EF4-FFF2-40B4-BE49-F238E27FC236}">
                    <a16:creationId xmlns:a16="http://schemas.microsoft.com/office/drawing/2014/main" id="{BAE59A0C-F7D1-7429-5AC9-5A5E4B244B93}"/>
                  </a:ext>
                </a:extLst>
              </p:cNvPr>
              <p:cNvSpPr/>
              <p:nvPr/>
            </p:nvSpPr>
            <p:spPr>
              <a:xfrm>
                <a:off x="9191655" y="474946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2" name="직사각형 331">
                <a:extLst>
                  <a:ext uri="{FF2B5EF4-FFF2-40B4-BE49-F238E27FC236}">
                    <a16:creationId xmlns:a16="http://schemas.microsoft.com/office/drawing/2014/main" id="{BAE59A0C-F7D1-7429-5AC9-5A5E4B244B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749468"/>
                <a:ext cx="440958" cy="268835"/>
              </a:xfrm>
              <a:prstGeom prst="rect">
                <a:avLst/>
              </a:prstGeom>
              <a:blipFill>
                <a:blip r:embed="rId7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직사각형 332">
                <a:extLst>
                  <a:ext uri="{FF2B5EF4-FFF2-40B4-BE49-F238E27FC236}">
                    <a16:creationId xmlns:a16="http://schemas.microsoft.com/office/drawing/2014/main" id="{4EA0394B-6E0E-23F6-7CB7-7CBACE60BF85}"/>
                  </a:ext>
                </a:extLst>
              </p:cNvPr>
              <p:cNvSpPr/>
              <p:nvPr/>
            </p:nvSpPr>
            <p:spPr>
              <a:xfrm>
                <a:off x="9790745" y="474946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3" name="직사각형 332">
                <a:extLst>
                  <a:ext uri="{FF2B5EF4-FFF2-40B4-BE49-F238E27FC236}">
                    <a16:creationId xmlns:a16="http://schemas.microsoft.com/office/drawing/2014/main" id="{4EA0394B-6E0E-23F6-7CB7-7CBACE60BF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749468"/>
                <a:ext cx="440958" cy="268835"/>
              </a:xfrm>
              <a:prstGeom prst="rect">
                <a:avLst/>
              </a:prstGeom>
              <a:blipFill>
                <a:blip r:embed="rId8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8C02E36A-B74A-01AC-D9F9-3124BEC7AB81}"/>
                  </a:ext>
                </a:extLst>
              </p:cNvPr>
              <p:cNvSpPr/>
              <p:nvPr/>
            </p:nvSpPr>
            <p:spPr>
              <a:xfrm>
                <a:off x="10389834" y="474946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8C02E36A-B74A-01AC-D9F9-3124BEC7AB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749468"/>
                <a:ext cx="440958" cy="268835"/>
              </a:xfrm>
              <a:prstGeom prst="rect">
                <a:avLst/>
              </a:prstGeom>
              <a:blipFill>
                <a:blip r:embed="rId9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직사각형 334">
                <a:extLst>
                  <a:ext uri="{FF2B5EF4-FFF2-40B4-BE49-F238E27FC236}">
                    <a16:creationId xmlns:a16="http://schemas.microsoft.com/office/drawing/2014/main" id="{778F8B74-0925-4B98-FEC2-84F8C726EA13}"/>
                  </a:ext>
                </a:extLst>
              </p:cNvPr>
              <p:cNvSpPr/>
              <p:nvPr/>
            </p:nvSpPr>
            <p:spPr>
              <a:xfrm>
                <a:off x="9191655" y="440403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5" name="직사각형 334">
                <a:extLst>
                  <a:ext uri="{FF2B5EF4-FFF2-40B4-BE49-F238E27FC236}">
                    <a16:creationId xmlns:a16="http://schemas.microsoft.com/office/drawing/2014/main" id="{778F8B74-0925-4B98-FEC2-84F8C726EA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404038"/>
                <a:ext cx="440958" cy="268835"/>
              </a:xfrm>
              <a:prstGeom prst="rect">
                <a:avLst/>
              </a:prstGeom>
              <a:blipFill>
                <a:blip r:embed="rId10"/>
                <a:stretch>
                  <a:fillRect l="-27778" t="-17391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직사각형 335">
                <a:extLst>
                  <a:ext uri="{FF2B5EF4-FFF2-40B4-BE49-F238E27FC236}">
                    <a16:creationId xmlns:a16="http://schemas.microsoft.com/office/drawing/2014/main" id="{17842F30-611B-32E0-D6AE-60BC5F3FA8C9}"/>
                  </a:ext>
                </a:extLst>
              </p:cNvPr>
              <p:cNvSpPr/>
              <p:nvPr/>
            </p:nvSpPr>
            <p:spPr>
              <a:xfrm>
                <a:off x="9790745" y="440403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6" name="직사각형 335">
                <a:extLst>
                  <a:ext uri="{FF2B5EF4-FFF2-40B4-BE49-F238E27FC236}">
                    <a16:creationId xmlns:a16="http://schemas.microsoft.com/office/drawing/2014/main" id="{17842F30-611B-32E0-D6AE-60BC5F3FA8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404038"/>
                <a:ext cx="440958" cy="268835"/>
              </a:xfrm>
              <a:prstGeom prst="rect">
                <a:avLst/>
              </a:prstGeom>
              <a:blipFill>
                <a:blip r:embed="rId11"/>
                <a:stretch>
                  <a:fillRect l="-27778" t="-17391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97223D5D-2036-4036-0207-987162C174A9}"/>
                  </a:ext>
                </a:extLst>
              </p:cNvPr>
              <p:cNvSpPr/>
              <p:nvPr/>
            </p:nvSpPr>
            <p:spPr>
              <a:xfrm>
                <a:off x="10389834" y="440403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97223D5D-2036-4036-0207-987162C174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404038"/>
                <a:ext cx="440958" cy="268835"/>
              </a:xfrm>
              <a:prstGeom prst="rect">
                <a:avLst/>
              </a:prstGeom>
              <a:blipFill>
                <a:blip r:embed="rId12"/>
                <a:stretch>
                  <a:fillRect l="-27027" t="-17391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직사각형 337">
                <a:extLst>
                  <a:ext uri="{FF2B5EF4-FFF2-40B4-BE49-F238E27FC236}">
                    <a16:creationId xmlns:a16="http://schemas.microsoft.com/office/drawing/2014/main" id="{2DC2CB2A-2EA1-4849-EE4B-13426194613E}"/>
                  </a:ext>
                </a:extLst>
              </p:cNvPr>
              <p:cNvSpPr/>
              <p:nvPr/>
            </p:nvSpPr>
            <p:spPr>
              <a:xfrm>
                <a:off x="9191655" y="4058607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8" name="직사각형 337">
                <a:extLst>
                  <a:ext uri="{FF2B5EF4-FFF2-40B4-BE49-F238E27FC236}">
                    <a16:creationId xmlns:a16="http://schemas.microsoft.com/office/drawing/2014/main" id="{2DC2CB2A-2EA1-4849-EE4B-1342619461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058607"/>
                <a:ext cx="440958" cy="268835"/>
              </a:xfrm>
              <a:prstGeom prst="rect">
                <a:avLst/>
              </a:prstGeom>
              <a:blipFill>
                <a:blip r:embed="rId13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직사각형 338">
                <a:extLst>
                  <a:ext uri="{FF2B5EF4-FFF2-40B4-BE49-F238E27FC236}">
                    <a16:creationId xmlns:a16="http://schemas.microsoft.com/office/drawing/2014/main" id="{BC68F4BD-8C08-8A13-EA3F-0681E24E283C}"/>
                  </a:ext>
                </a:extLst>
              </p:cNvPr>
              <p:cNvSpPr/>
              <p:nvPr/>
            </p:nvSpPr>
            <p:spPr>
              <a:xfrm>
                <a:off x="9790745" y="4058607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9" name="직사각형 338">
                <a:extLst>
                  <a:ext uri="{FF2B5EF4-FFF2-40B4-BE49-F238E27FC236}">
                    <a16:creationId xmlns:a16="http://schemas.microsoft.com/office/drawing/2014/main" id="{BC68F4BD-8C08-8A13-EA3F-0681E24E28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058607"/>
                <a:ext cx="440958" cy="268835"/>
              </a:xfrm>
              <a:prstGeom prst="rect">
                <a:avLst/>
              </a:prstGeom>
              <a:blipFill>
                <a:blip r:embed="rId14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86EB91A1-7ADB-3716-587C-F5793485B3E6}"/>
                  </a:ext>
                </a:extLst>
              </p:cNvPr>
              <p:cNvSpPr/>
              <p:nvPr/>
            </p:nvSpPr>
            <p:spPr>
              <a:xfrm>
                <a:off x="10389834" y="4058607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86EB91A1-7ADB-3716-587C-F5793485B3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058607"/>
                <a:ext cx="440958" cy="268835"/>
              </a:xfrm>
              <a:prstGeom prst="rect">
                <a:avLst/>
              </a:prstGeom>
              <a:blipFill>
                <a:blip r:embed="rId15"/>
                <a:stretch>
                  <a:fillRect l="-27027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03FAD9E0-0AC5-A4E5-1B68-44ABC85F5FF3}"/>
                  </a:ext>
                </a:extLst>
              </p:cNvPr>
              <p:cNvSpPr/>
              <p:nvPr/>
            </p:nvSpPr>
            <p:spPr>
              <a:xfrm>
                <a:off x="9097062" y="3515078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03FAD9E0-0AC5-A4E5-1B68-44ABC85F5F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3515078"/>
                <a:ext cx="1828322" cy="302106"/>
              </a:xfrm>
              <a:prstGeom prst="rect">
                <a:avLst/>
              </a:prstGeom>
              <a:blipFill>
                <a:blip r:embed="rId16"/>
                <a:stretch>
                  <a:fillRect b="-200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2" name="직사각형 341">
            <a:extLst>
              <a:ext uri="{FF2B5EF4-FFF2-40B4-BE49-F238E27FC236}">
                <a16:creationId xmlns:a16="http://schemas.microsoft.com/office/drawing/2014/main" id="{416AC713-22FB-218F-BE7C-1A2FBD68BF25}"/>
              </a:ext>
            </a:extLst>
          </p:cNvPr>
          <p:cNvSpPr/>
          <p:nvPr/>
        </p:nvSpPr>
        <p:spPr>
          <a:xfrm>
            <a:off x="9097062" y="2233344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3" name="직사각형 342">
                <a:extLst>
                  <a:ext uri="{FF2B5EF4-FFF2-40B4-BE49-F238E27FC236}">
                    <a16:creationId xmlns:a16="http://schemas.microsoft.com/office/drawing/2014/main" id="{29F6BF2E-17B4-5C45-246E-981D5998D529}"/>
                  </a:ext>
                </a:extLst>
              </p:cNvPr>
              <p:cNvSpPr/>
              <p:nvPr/>
            </p:nvSpPr>
            <p:spPr>
              <a:xfrm>
                <a:off x="9191655" y="300482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3" name="직사각형 342">
                <a:extLst>
                  <a:ext uri="{FF2B5EF4-FFF2-40B4-BE49-F238E27FC236}">
                    <a16:creationId xmlns:a16="http://schemas.microsoft.com/office/drawing/2014/main" id="{29F6BF2E-17B4-5C45-246E-981D5998D5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3004820"/>
                <a:ext cx="440958" cy="268835"/>
              </a:xfrm>
              <a:prstGeom prst="rect">
                <a:avLst/>
              </a:prstGeom>
              <a:blipFill>
                <a:blip r:embed="rId17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직사각형 343">
                <a:extLst>
                  <a:ext uri="{FF2B5EF4-FFF2-40B4-BE49-F238E27FC236}">
                    <a16:creationId xmlns:a16="http://schemas.microsoft.com/office/drawing/2014/main" id="{67D40C9A-DC98-5E6F-6CC3-1722455AFBEF}"/>
                  </a:ext>
                </a:extLst>
              </p:cNvPr>
              <p:cNvSpPr/>
              <p:nvPr/>
            </p:nvSpPr>
            <p:spPr>
              <a:xfrm>
                <a:off x="9790745" y="300482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4" name="직사각형 343">
                <a:extLst>
                  <a:ext uri="{FF2B5EF4-FFF2-40B4-BE49-F238E27FC236}">
                    <a16:creationId xmlns:a16="http://schemas.microsoft.com/office/drawing/2014/main" id="{67D40C9A-DC98-5E6F-6CC3-1722455AFB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3004820"/>
                <a:ext cx="440958" cy="268835"/>
              </a:xfrm>
              <a:prstGeom prst="rect">
                <a:avLst/>
              </a:prstGeom>
              <a:blipFill>
                <a:blip r:embed="rId18"/>
                <a:stretch>
                  <a:fillRect l="-30556" t="-21739" r="-2778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7FA46631-5519-0384-72CC-E60351B8174C}"/>
                  </a:ext>
                </a:extLst>
              </p:cNvPr>
              <p:cNvSpPr/>
              <p:nvPr/>
            </p:nvSpPr>
            <p:spPr>
              <a:xfrm>
                <a:off x="10389834" y="300482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7FA46631-5519-0384-72CC-E60351B817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3004820"/>
                <a:ext cx="440958" cy="268835"/>
              </a:xfrm>
              <a:prstGeom prst="rect">
                <a:avLst/>
              </a:prstGeom>
              <a:blipFill>
                <a:blip r:embed="rId19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직사각형 345">
                <a:extLst>
                  <a:ext uri="{FF2B5EF4-FFF2-40B4-BE49-F238E27FC236}">
                    <a16:creationId xmlns:a16="http://schemas.microsoft.com/office/drawing/2014/main" id="{A5E286C6-75E5-0B48-E380-30B5904D6F28}"/>
                  </a:ext>
                </a:extLst>
              </p:cNvPr>
              <p:cNvSpPr/>
              <p:nvPr/>
            </p:nvSpPr>
            <p:spPr>
              <a:xfrm>
                <a:off x="9191655" y="265939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6" name="직사각형 345">
                <a:extLst>
                  <a:ext uri="{FF2B5EF4-FFF2-40B4-BE49-F238E27FC236}">
                    <a16:creationId xmlns:a16="http://schemas.microsoft.com/office/drawing/2014/main" id="{A5E286C6-75E5-0B48-E380-30B5904D6F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659390"/>
                <a:ext cx="440958" cy="268835"/>
              </a:xfrm>
              <a:prstGeom prst="rect">
                <a:avLst/>
              </a:prstGeom>
              <a:blipFill>
                <a:blip r:embed="rId20"/>
                <a:stretch>
                  <a:fillRect l="-30556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직사각형 346">
                <a:extLst>
                  <a:ext uri="{FF2B5EF4-FFF2-40B4-BE49-F238E27FC236}">
                    <a16:creationId xmlns:a16="http://schemas.microsoft.com/office/drawing/2014/main" id="{CE47327C-EBC1-3152-1EC8-A5BEC9938C1F}"/>
                  </a:ext>
                </a:extLst>
              </p:cNvPr>
              <p:cNvSpPr/>
              <p:nvPr/>
            </p:nvSpPr>
            <p:spPr>
              <a:xfrm>
                <a:off x="9790745" y="265939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7" name="직사각형 346">
                <a:extLst>
                  <a:ext uri="{FF2B5EF4-FFF2-40B4-BE49-F238E27FC236}">
                    <a16:creationId xmlns:a16="http://schemas.microsoft.com/office/drawing/2014/main" id="{CE47327C-EBC1-3152-1EC8-A5BEC9938C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659390"/>
                <a:ext cx="440958" cy="268835"/>
              </a:xfrm>
              <a:prstGeom prst="rect">
                <a:avLst/>
              </a:prstGeom>
              <a:blipFill>
                <a:blip r:embed="rId21"/>
                <a:stretch>
                  <a:fillRect l="-30556" t="-17391" r="-2778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직사각형 347">
                <a:extLst>
                  <a:ext uri="{FF2B5EF4-FFF2-40B4-BE49-F238E27FC236}">
                    <a16:creationId xmlns:a16="http://schemas.microsoft.com/office/drawing/2014/main" id="{DF40B8B0-2FEF-B1FF-0AF6-9F0ABB0C24BD}"/>
                  </a:ext>
                </a:extLst>
              </p:cNvPr>
              <p:cNvSpPr/>
              <p:nvPr/>
            </p:nvSpPr>
            <p:spPr>
              <a:xfrm>
                <a:off x="10389834" y="265939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8" name="직사각형 347">
                <a:extLst>
                  <a:ext uri="{FF2B5EF4-FFF2-40B4-BE49-F238E27FC236}">
                    <a16:creationId xmlns:a16="http://schemas.microsoft.com/office/drawing/2014/main" id="{DF40B8B0-2FEF-B1FF-0AF6-9F0ABB0C24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659390"/>
                <a:ext cx="440958" cy="268835"/>
              </a:xfrm>
              <a:prstGeom prst="rect">
                <a:avLst/>
              </a:prstGeom>
              <a:blipFill>
                <a:blip r:embed="rId22"/>
                <a:stretch>
                  <a:fillRect l="-29730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직사각형 348">
                <a:extLst>
                  <a:ext uri="{FF2B5EF4-FFF2-40B4-BE49-F238E27FC236}">
                    <a16:creationId xmlns:a16="http://schemas.microsoft.com/office/drawing/2014/main" id="{ACA01DA7-78C9-0C89-1D82-2BF0FD13C477}"/>
                  </a:ext>
                </a:extLst>
              </p:cNvPr>
              <p:cNvSpPr/>
              <p:nvPr/>
            </p:nvSpPr>
            <p:spPr>
              <a:xfrm>
                <a:off x="9191655" y="2313959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9" name="직사각형 348">
                <a:extLst>
                  <a:ext uri="{FF2B5EF4-FFF2-40B4-BE49-F238E27FC236}">
                    <a16:creationId xmlns:a16="http://schemas.microsoft.com/office/drawing/2014/main" id="{ACA01DA7-78C9-0C89-1D82-2BF0FD13C4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313959"/>
                <a:ext cx="440958" cy="268835"/>
              </a:xfrm>
              <a:prstGeom prst="rect">
                <a:avLst/>
              </a:prstGeom>
              <a:blipFill>
                <a:blip r:embed="rId23"/>
                <a:stretch>
                  <a:fillRect l="-30556" t="-16667" b="-20833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직사각형 349">
                <a:extLst>
                  <a:ext uri="{FF2B5EF4-FFF2-40B4-BE49-F238E27FC236}">
                    <a16:creationId xmlns:a16="http://schemas.microsoft.com/office/drawing/2014/main" id="{2AF2B96E-4166-2789-F90E-95ACC1EC8B42}"/>
                  </a:ext>
                </a:extLst>
              </p:cNvPr>
              <p:cNvSpPr/>
              <p:nvPr/>
            </p:nvSpPr>
            <p:spPr>
              <a:xfrm>
                <a:off x="9790745" y="2313959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0" name="직사각형 349">
                <a:extLst>
                  <a:ext uri="{FF2B5EF4-FFF2-40B4-BE49-F238E27FC236}">
                    <a16:creationId xmlns:a16="http://schemas.microsoft.com/office/drawing/2014/main" id="{2AF2B96E-4166-2789-F90E-95ACC1EC8B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313959"/>
                <a:ext cx="440958" cy="268835"/>
              </a:xfrm>
              <a:prstGeom prst="rect">
                <a:avLst/>
              </a:prstGeom>
              <a:blipFill>
                <a:blip r:embed="rId24"/>
                <a:stretch>
                  <a:fillRect l="-30556" t="-16667" r="-2778" b="-20833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직사각형 350">
                <a:extLst>
                  <a:ext uri="{FF2B5EF4-FFF2-40B4-BE49-F238E27FC236}">
                    <a16:creationId xmlns:a16="http://schemas.microsoft.com/office/drawing/2014/main" id="{76458799-53B4-E537-87B5-2CEB156241F6}"/>
                  </a:ext>
                </a:extLst>
              </p:cNvPr>
              <p:cNvSpPr/>
              <p:nvPr/>
            </p:nvSpPr>
            <p:spPr>
              <a:xfrm>
                <a:off x="10389834" y="2313959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1" name="직사각형 350">
                <a:extLst>
                  <a:ext uri="{FF2B5EF4-FFF2-40B4-BE49-F238E27FC236}">
                    <a16:creationId xmlns:a16="http://schemas.microsoft.com/office/drawing/2014/main" id="{76458799-53B4-E537-87B5-2CEB156241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313959"/>
                <a:ext cx="440958" cy="268835"/>
              </a:xfrm>
              <a:prstGeom prst="rect">
                <a:avLst/>
              </a:prstGeom>
              <a:blipFill>
                <a:blip r:embed="rId25"/>
                <a:stretch>
                  <a:fillRect l="-29730" t="-16667" b="-20833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직사각형 351">
                <a:extLst>
                  <a:ext uri="{FF2B5EF4-FFF2-40B4-BE49-F238E27FC236}">
                    <a16:creationId xmlns:a16="http://schemas.microsoft.com/office/drawing/2014/main" id="{D5F76FC1-C2A0-597C-FD21-F62C99FC3CD8}"/>
                  </a:ext>
                </a:extLst>
              </p:cNvPr>
              <p:cNvSpPr/>
              <p:nvPr/>
            </p:nvSpPr>
            <p:spPr>
              <a:xfrm>
                <a:off x="9097062" y="1770430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sz="16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2" name="직사각형 351">
                <a:extLst>
                  <a:ext uri="{FF2B5EF4-FFF2-40B4-BE49-F238E27FC236}">
                    <a16:creationId xmlns:a16="http://schemas.microsoft.com/office/drawing/2014/main" id="{D5F76FC1-C2A0-597C-FD21-F62C99FC3C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1770430"/>
                <a:ext cx="1828322" cy="302106"/>
              </a:xfrm>
              <a:prstGeom prst="rect">
                <a:avLst/>
              </a:prstGeom>
              <a:blipFill>
                <a:blip r:embed="rId26"/>
                <a:stretch>
                  <a:fillRect t="-11538" b="-2307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3" name="그룹 352">
            <a:extLst>
              <a:ext uri="{FF2B5EF4-FFF2-40B4-BE49-F238E27FC236}">
                <a16:creationId xmlns:a16="http://schemas.microsoft.com/office/drawing/2014/main" id="{4C1DBFBE-2A32-5E57-11A3-E42383D3BD51}"/>
              </a:ext>
            </a:extLst>
          </p:cNvPr>
          <p:cNvGrpSpPr/>
          <p:nvPr/>
        </p:nvGrpSpPr>
        <p:grpSpPr>
          <a:xfrm>
            <a:off x="9191655" y="1340787"/>
            <a:ext cx="1639137" cy="268835"/>
            <a:chOff x="8198547" y="5378798"/>
            <a:chExt cx="1639137" cy="312877"/>
          </a:xfrm>
          <a:solidFill>
            <a:srgbClr val="FFF3CC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4" name="직사각형 353">
                  <a:extLst>
                    <a:ext uri="{FF2B5EF4-FFF2-40B4-BE49-F238E27FC236}">
                      <a16:creationId xmlns:a16="http://schemas.microsoft.com/office/drawing/2014/main" id="{946EFEEE-BDBF-896D-E772-28A1E8D13B88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4" name="직사각형 353">
                  <a:extLst>
                    <a:ext uri="{FF2B5EF4-FFF2-40B4-BE49-F238E27FC236}">
                      <a16:creationId xmlns:a16="http://schemas.microsoft.com/office/drawing/2014/main" id="{946EFEEE-BDBF-896D-E772-28A1E8D13B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27"/>
                  <a:stretch>
                    <a:fillRect l="-16667" t="-21739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5" name="직사각형 354">
                  <a:extLst>
                    <a:ext uri="{FF2B5EF4-FFF2-40B4-BE49-F238E27FC236}">
                      <a16:creationId xmlns:a16="http://schemas.microsoft.com/office/drawing/2014/main" id="{33CEF24A-30DA-0961-6856-EC719A5C2B42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5" name="직사각형 354">
                  <a:extLst>
                    <a:ext uri="{FF2B5EF4-FFF2-40B4-BE49-F238E27FC236}">
                      <a16:creationId xmlns:a16="http://schemas.microsoft.com/office/drawing/2014/main" id="{33CEF24A-30DA-0961-6856-EC719A5C2B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28"/>
                  <a:stretch>
                    <a:fillRect l="-19444" t="-21739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6" name="직사각형 355">
                  <a:extLst>
                    <a:ext uri="{FF2B5EF4-FFF2-40B4-BE49-F238E27FC236}">
                      <a16:creationId xmlns:a16="http://schemas.microsoft.com/office/drawing/2014/main" id="{49563A62-E6A4-13EA-EDBC-96988F34ABD8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6" name="직사각형 355">
                  <a:extLst>
                    <a:ext uri="{FF2B5EF4-FFF2-40B4-BE49-F238E27FC236}">
                      <a16:creationId xmlns:a16="http://schemas.microsoft.com/office/drawing/2014/main" id="{49563A62-E6A4-13EA-EDBC-96988F34AB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29"/>
                  <a:stretch>
                    <a:fillRect l="-16216" t="-21739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57" name="직선 화살표 연결선 356">
            <a:extLst>
              <a:ext uri="{FF2B5EF4-FFF2-40B4-BE49-F238E27FC236}">
                <a16:creationId xmlns:a16="http://schemas.microsoft.com/office/drawing/2014/main" id="{71C4A729-76E3-63EE-8042-08978E82AD6A}"/>
              </a:ext>
            </a:extLst>
          </p:cNvPr>
          <p:cNvCxnSpPr>
            <a:cxnSpLocks/>
          </p:cNvCxnSpPr>
          <p:nvPr/>
        </p:nvCxnSpPr>
        <p:spPr>
          <a:xfrm flipV="1">
            <a:off x="9412134" y="5095009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직선 화살표 연결선 357">
            <a:extLst>
              <a:ext uri="{FF2B5EF4-FFF2-40B4-BE49-F238E27FC236}">
                <a16:creationId xmlns:a16="http://schemas.microsoft.com/office/drawing/2014/main" id="{D14F7F2C-E845-C12A-6D63-7A90BF43DE94}"/>
              </a:ext>
            </a:extLst>
          </p:cNvPr>
          <p:cNvCxnSpPr>
            <a:cxnSpLocks/>
          </p:cNvCxnSpPr>
          <p:nvPr/>
        </p:nvCxnSpPr>
        <p:spPr>
          <a:xfrm flipV="1">
            <a:off x="10011224" y="5095009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직선 화살표 연결선 358">
            <a:extLst>
              <a:ext uri="{FF2B5EF4-FFF2-40B4-BE49-F238E27FC236}">
                <a16:creationId xmlns:a16="http://schemas.microsoft.com/office/drawing/2014/main" id="{E648E67B-A140-F31E-797F-7A5B5478AC84}"/>
              </a:ext>
            </a:extLst>
          </p:cNvPr>
          <p:cNvCxnSpPr>
            <a:cxnSpLocks/>
          </p:cNvCxnSpPr>
          <p:nvPr/>
        </p:nvCxnSpPr>
        <p:spPr>
          <a:xfrm flipV="1">
            <a:off x="10610313" y="5095009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직선 화살표 연결선 359">
            <a:extLst>
              <a:ext uri="{FF2B5EF4-FFF2-40B4-BE49-F238E27FC236}">
                <a16:creationId xmlns:a16="http://schemas.microsoft.com/office/drawing/2014/main" id="{D4DE4253-FBFC-3CDC-72D9-251C3708890F}"/>
              </a:ext>
            </a:extLst>
          </p:cNvPr>
          <p:cNvCxnSpPr>
            <a:cxnSpLocks/>
            <a:stCxn id="341" idx="0"/>
            <a:endCxn id="342" idx="2"/>
          </p:cNvCxnSpPr>
          <p:nvPr/>
        </p:nvCxnSpPr>
        <p:spPr>
          <a:xfrm flipV="1">
            <a:off x="10011223" y="3354270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직선 화살표 연결선 360">
            <a:extLst>
              <a:ext uri="{FF2B5EF4-FFF2-40B4-BE49-F238E27FC236}">
                <a16:creationId xmlns:a16="http://schemas.microsoft.com/office/drawing/2014/main" id="{037FEE2B-776B-1D8A-A9CF-8248CC59AD6B}"/>
              </a:ext>
            </a:extLst>
          </p:cNvPr>
          <p:cNvCxnSpPr>
            <a:cxnSpLocks/>
            <a:stCxn id="331" idx="0"/>
            <a:endCxn id="341" idx="2"/>
          </p:cNvCxnSpPr>
          <p:nvPr/>
        </p:nvCxnSpPr>
        <p:spPr>
          <a:xfrm flipV="1">
            <a:off x="10011223" y="3817184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직선 화살표 연결선 361">
            <a:extLst>
              <a:ext uri="{FF2B5EF4-FFF2-40B4-BE49-F238E27FC236}">
                <a16:creationId xmlns:a16="http://schemas.microsoft.com/office/drawing/2014/main" id="{365C4C94-AE8B-A70D-6837-62764D4D78EE}"/>
              </a:ext>
            </a:extLst>
          </p:cNvPr>
          <p:cNvCxnSpPr>
            <a:cxnSpLocks/>
          </p:cNvCxnSpPr>
          <p:nvPr/>
        </p:nvCxnSpPr>
        <p:spPr>
          <a:xfrm flipV="1">
            <a:off x="9412134" y="1610830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직선 화살표 연결선 362">
            <a:extLst>
              <a:ext uri="{FF2B5EF4-FFF2-40B4-BE49-F238E27FC236}">
                <a16:creationId xmlns:a16="http://schemas.microsoft.com/office/drawing/2014/main" id="{3DC206FA-5ACF-639E-1263-8ED31B85AB6B}"/>
              </a:ext>
            </a:extLst>
          </p:cNvPr>
          <p:cNvCxnSpPr>
            <a:cxnSpLocks/>
          </p:cNvCxnSpPr>
          <p:nvPr/>
        </p:nvCxnSpPr>
        <p:spPr>
          <a:xfrm flipV="1">
            <a:off x="10011224" y="1610830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직선 화살표 연결선 363">
            <a:extLst>
              <a:ext uri="{FF2B5EF4-FFF2-40B4-BE49-F238E27FC236}">
                <a16:creationId xmlns:a16="http://schemas.microsoft.com/office/drawing/2014/main" id="{DC9BD14A-8D9C-663F-CC5D-53EE1D877C37}"/>
              </a:ext>
            </a:extLst>
          </p:cNvPr>
          <p:cNvCxnSpPr>
            <a:cxnSpLocks/>
          </p:cNvCxnSpPr>
          <p:nvPr/>
        </p:nvCxnSpPr>
        <p:spPr>
          <a:xfrm flipV="1">
            <a:off x="10610313" y="1610830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직선 화살표 연결선 364">
            <a:extLst>
              <a:ext uri="{FF2B5EF4-FFF2-40B4-BE49-F238E27FC236}">
                <a16:creationId xmlns:a16="http://schemas.microsoft.com/office/drawing/2014/main" id="{B5881949-0EFE-1786-3934-D075B510E8E3}"/>
              </a:ext>
            </a:extLst>
          </p:cNvPr>
          <p:cNvCxnSpPr>
            <a:cxnSpLocks/>
            <a:stCxn id="342" idx="0"/>
            <a:endCxn id="352" idx="2"/>
          </p:cNvCxnSpPr>
          <p:nvPr/>
        </p:nvCxnSpPr>
        <p:spPr>
          <a:xfrm flipV="1">
            <a:off x="10011223" y="2072536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6" name="그룹 365">
            <a:extLst>
              <a:ext uri="{FF2B5EF4-FFF2-40B4-BE49-F238E27FC236}">
                <a16:creationId xmlns:a16="http://schemas.microsoft.com/office/drawing/2014/main" id="{12816140-3117-418C-993E-5E116EB56985}"/>
              </a:ext>
            </a:extLst>
          </p:cNvPr>
          <p:cNvGrpSpPr/>
          <p:nvPr/>
        </p:nvGrpSpPr>
        <p:grpSpPr>
          <a:xfrm>
            <a:off x="8425813" y="4058607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7" name="직사각형 366">
                  <a:extLst>
                    <a:ext uri="{FF2B5EF4-FFF2-40B4-BE49-F238E27FC236}">
                      <a16:creationId xmlns:a16="http://schemas.microsoft.com/office/drawing/2014/main" id="{15FDEF93-CC06-0365-54D7-5AA21627C5F7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7" name="직사각형 366">
                  <a:extLst>
                    <a:ext uri="{FF2B5EF4-FFF2-40B4-BE49-F238E27FC236}">
                      <a16:creationId xmlns:a16="http://schemas.microsoft.com/office/drawing/2014/main" id="{15FDEF93-CC06-0365-54D7-5AA21627C5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30"/>
                  <a:stretch>
                    <a:fillRect l="-18919" t="-4348" b="-43478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" name="직사각형 367">
                  <a:extLst>
                    <a:ext uri="{FF2B5EF4-FFF2-40B4-BE49-F238E27FC236}">
                      <a16:creationId xmlns:a16="http://schemas.microsoft.com/office/drawing/2014/main" id="{40E7F6F5-DF61-BB60-9EB9-7983B5C6A81E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8" name="직사각형 367">
                  <a:extLst>
                    <a:ext uri="{FF2B5EF4-FFF2-40B4-BE49-F238E27FC236}">
                      <a16:creationId xmlns:a16="http://schemas.microsoft.com/office/drawing/2014/main" id="{40E7F6F5-DF61-BB60-9EB9-7983B5C6A8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31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9" name="직사각형 368">
                  <a:extLst>
                    <a:ext uri="{FF2B5EF4-FFF2-40B4-BE49-F238E27FC236}">
                      <a16:creationId xmlns:a16="http://schemas.microsoft.com/office/drawing/2014/main" id="{4D970C4A-975B-84ED-BFDE-2E837EF3647F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9" name="직사각형 368">
                  <a:extLst>
                    <a:ext uri="{FF2B5EF4-FFF2-40B4-BE49-F238E27FC236}">
                      <a16:creationId xmlns:a16="http://schemas.microsoft.com/office/drawing/2014/main" id="{4D970C4A-975B-84ED-BFDE-2E837EF364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32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0" name="그룹 369">
            <a:extLst>
              <a:ext uri="{FF2B5EF4-FFF2-40B4-BE49-F238E27FC236}">
                <a16:creationId xmlns:a16="http://schemas.microsoft.com/office/drawing/2014/main" id="{3720EC4B-73B9-DF59-52DB-89052B4CEB65}"/>
              </a:ext>
            </a:extLst>
          </p:cNvPr>
          <p:cNvGrpSpPr/>
          <p:nvPr/>
        </p:nvGrpSpPr>
        <p:grpSpPr>
          <a:xfrm>
            <a:off x="8425813" y="2313959"/>
            <a:ext cx="440958" cy="959696"/>
            <a:chOff x="8298472" y="2048913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1" name="직사각형 370">
                  <a:extLst>
                    <a:ext uri="{FF2B5EF4-FFF2-40B4-BE49-F238E27FC236}">
                      <a16:creationId xmlns:a16="http://schemas.microsoft.com/office/drawing/2014/main" id="{23AF449A-9317-8FCC-699F-BEC647F67745}"/>
                    </a:ext>
                  </a:extLst>
                </p:cNvPr>
                <p:cNvSpPr/>
                <p:nvPr/>
              </p:nvSpPr>
              <p:spPr>
                <a:xfrm>
                  <a:off x="8298472" y="2739774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1" name="직사각형 370">
                  <a:extLst>
                    <a:ext uri="{FF2B5EF4-FFF2-40B4-BE49-F238E27FC236}">
                      <a16:creationId xmlns:a16="http://schemas.microsoft.com/office/drawing/2014/main" id="{23AF449A-9317-8FCC-699F-BEC647F677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739774"/>
                  <a:ext cx="440958" cy="268835"/>
                </a:xfrm>
                <a:prstGeom prst="rect">
                  <a:avLst/>
                </a:prstGeom>
                <a:blipFill>
                  <a:blip r:embed="rId33"/>
                  <a:stretch>
                    <a:fillRect l="-16216" t="-21739" b="-21739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2" name="직사각형 371">
                  <a:extLst>
                    <a:ext uri="{FF2B5EF4-FFF2-40B4-BE49-F238E27FC236}">
                      <a16:creationId xmlns:a16="http://schemas.microsoft.com/office/drawing/2014/main" id="{813463D2-27D1-A8D0-2F11-AEA2C73D5437}"/>
                    </a:ext>
                  </a:extLst>
                </p:cNvPr>
                <p:cNvSpPr/>
                <p:nvPr/>
              </p:nvSpPr>
              <p:spPr>
                <a:xfrm>
                  <a:off x="8298472" y="2394344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2" name="직사각형 371">
                  <a:extLst>
                    <a:ext uri="{FF2B5EF4-FFF2-40B4-BE49-F238E27FC236}">
                      <a16:creationId xmlns:a16="http://schemas.microsoft.com/office/drawing/2014/main" id="{813463D2-27D1-A8D0-2F11-AEA2C73D54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394344"/>
                  <a:ext cx="440958" cy="268835"/>
                </a:xfrm>
                <a:prstGeom prst="rect">
                  <a:avLst/>
                </a:prstGeom>
                <a:blipFill>
                  <a:blip r:embed="rId34"/>
                  <a:stretch>
                    <a:fillRect l="-16216" t="-17391" b="-26087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3" name="직사각형 372">
                  <a:extLst>
                    <a:ext uri="{FF2B5EF4-FFF2-40B4-BE49-F238E27FC236}">
                      <a16:creationId xmlns:a16="http://schemas.microsoft.com/office/drawing/2014/main" id="{401699D8-2C5F-B442-67C7-20EEA1E415D9}"/>
                    </a:ext>
                  </a:extLst>
                </p:cNvPr>
                <p:cNvSpPr/>
                <p:nvPr/>
              </p:nvSpPr>
              <p:spPr>
                <a:xfrm>
                  <a:off x="8298472" y="2048913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3" name="직사각형 372">
                  <a:extLst>
                    <a:ext uri="{FF2B5EF4-FFF2-40B4-BE49-F238E27FC236}">
                      <a16:creationId xmlns:a16="http://schemas.microsoft.com/office/drawing/2014/main" id="{401699D8-2C5F-B442-67C7-20EEA1E415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048913"/>
                  <a:ext cx="440958" cy="268835"/>
                </a:xfrm>
                <a:prstGeom prst="rect">
                  <a:avLst/>
                </a:prstGeom>
                <a:blipFill>
                  <a:blip r:embed="rId35"/>
                  <a:stretch>
                    <a:fillRect l="-16216" t="-16667" b="-20833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4" name="그룹 373">
            <a:extLst>
              <a:ext uri="{FF2B5EF4-FFF2-40B4-BE49-F238E27FC236}">
                <a16:creationId xmlns:a16="http://schemas.microsoft.com/office/drawing/2014/main" id="{E4E770ED-1D0F-B5D1-9591-03629B7A3B5A}"/>
              </a:ext>
            </a:extLst>
          </p:cNvPr>
          <p:cNvGrpSpPr/>
          <p:nvPr/>
        </p:nvGrpSpPr>
        <p:grpSpPr>
          <a:xfrm>
            <a:off x="8866770" y="2448377"/>
            <a:ext cx="225977" cy="2435509"/>
            <a:chOff x="8866771" y="2448377"/>
            <a:chExt cx="324884" cy="2435509"/>
          </a:xfrm>
        </p:grpSpPr>
        <p:cxnSp>
          <p:nvCxnSpPr>
            <p:cNvPr id="375" name="직선 화살표 연결선 374">
              <a:extLst>
                <a:ext uri="{FF2B5EF4-FFF2-40B4-BE49-F238E27FC236}">
                  <a16:creationId xmlns:a16="http://schemas.microsoft.com/office/drawing/2014/main" id="{881F2640-6F44-183D-1E4D-346DCB230AE4}"/>
                </a:ext>
              </a:extLst>
            </p:cNvPr>
            <p:cNvCxnSpPr>
              <a:cxnSpLocks/>
              <a:stCxn id="367" idx="3"/>
              <a:endCxn id="332" idx="1"/>
            </p:cNvCxnSpPr>
            <p:nvPr/>
          </p:nvCxnSpPr>
          <p:spPr>
            <a:xfrm>
              <a:off x="8866771" y="4883886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직선 화살표 연결선 375">
              <a:extLst>
                <a:ext uri="{FF2B5EF4-FFF2-40B4-BE49-F238E27FC236}">
                  <a16:creationId xmlns:a16="http://schemas.microsoft.com/office/drawing/2014/main" id="{376AA9AE-9A1F-138F-AD7E-8A9861535F26}"/>
                </a:ext>
              </a:extLst>
            </p:cNvPr>
            <p:cNvCxnSpPr>
              <a:cxnSpLocks/>
              <a:stCxn id="368" idx="3"/>
              <a:endCxn id="335" idx="1"/>
            </p:cNvCxnSpPr>
            <p:nvPr/>
          </p:nvCxnSpPr>
          <p:spPr>
            <a:xfrm>
              <a:off x="8866771" y="4538456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직선 화살표 연결선 376">
              <a:extLst>
                <a:ext uri="{FF2B5EF4-FFF2-40B4-BE49-F238E27FC236}">
                  <a16:creationId xmlns:a16="http://schemas.microsoft.com/office/drawing/2014/main" id="{352B8CF8-A80A-F794-B6BA-438FD750D18E}"/>
                </a:ext>
              </a:extLst>
            </p:cNvPr>
            <p:cNvCxnSpPr>
              <a:cxnSpLocks/>
              <a:stCxn id="369" idx="3"/>
              <a:endCxn id="338" idx="1"/>
            </p:cNvCxnSpPr>
            <p:nvPr/>
          </p:nvCxnSpPr>
          <p:spPr>
            <a:xfrm>
              <a:off x="8866771" y="4193025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직선 화살표 연결선 377">
              <a:extLst>
                <a:ext uri="{FF2B5EF4-FFF2-40B4-BE49-F238E27FC236}">
                  <a16:creationId xmlns:a16="http://schemas.microsoft.com/office/drawing/2014/main" id="{837F0A91-60F2-5D67-93DC-6852C600D523}"/>
                </a:ext>
              </a:extLst>
            </p:cNvPr>
            <p:cNvCxnSpPr>
              <a:cxnSpLocks/>
              <a:stCxn id="372" idx="3"/>
              <a:endCxn id="346" idx="1"/>
            </p:cNvCxnSpPr>
            <p:nvPr/>
          </p:nvCxnSpPr>
          <p:spPr>
            <a:xfrm>
              <a:off x="8866771" y="2793808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직선 화살표 연결선 378">
              <a:extLst>
                <a:ext uri="{FF2B5EF4-FFF2-40B4-BE49-F238E27FC236}">
                  <a16:creationId xmlns:a16="http://schemas.microsoft.com/office/drawing/2014/main" id="{2356248B-E34C-62FF-64B8-2A4C9168D4B1}"/>
                </a:ext>
              </a:extLst>
            </p:cNvPr>
            <p:cNvCxnSpPr>
              <a:cxnSpLocks/>
              <a:stCxn id="373" idx="3"/>
              <a:endCxn id="349" idx="1"/>
            </p:cNvCxnSpPr>
            <p:nvPr/>
          </p:nvCxnSpPr>
          <p:spPr>
            <a:xfrm>
              <a:off x="8866771" y="2448377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직선 화살표 연결선 379">
              <a:extLst>
                <a:ext uri="{FF2B5EF4-FFF2-40B4-BE49-F238E27FC236}">
                  <a16:creationId xmlns:a16="http://schemas.microsoft.com/office/drawing/2014/main" id="{E5C1084C-78F8-E186-590E-2A14AEF7EE08}"/>
                </a:ext>
              </a:extLst>
            </p:cNvPr>
            <p:cNvCxnSpPr>
              <a:cxnSpLocks/>
              <a:stCxn id="371" idx="3"/>
              <a:endCxn id="343" idx="1"/>
            </p:cNvCxnSpPr>
            <p:nvPr/>
          </p:nvCxnSpPr>
          <p:spPr>
            <a:xfrm>
              <a:off x="8866771" y="3139238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6CF897D1-DACC-BB1B-D5CE-FF9779CCC51E}"/>
              </a:ext>
            </a:extLst>
          </p:cNvPr>
          <p:cNvGrpSpPr/>
          <p:nvPr/>
        </p:nvGrpSpPr>
        <p:grpSpPr>
          <a:xfrm>
            <a:off x="7762219" y="4058607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2" name="직사각형 381">
                  <a:extLst>
                    <a:ext uri="{FF2B5EF4-FFF2-40B4-BE49-F238E27FC236}">
                      <a16:creationId xmlns:a16="http://schemas.microsoft.com/office/drawing/2014/main" id="{0552ED56-8443-369F-CC36-8040B2774385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2" name="직사각형 381">
                  <a:extLst>
                    <a:ext uri="{FF2B5EF4-FFF2-40B4-BE49-F238E27FC236}">
                      <a16:creationId xmlns:a16="http://schemas.microsoft.com/office/drawing/2014/main" id="{0552ED56-8443-369F-CC36-8040B27743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36"/>
                  <a:stretch>
                    <a:fillRect l="-16216" t="-21739" b="-21739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3" name="직사각형 382">
                  <a:extLst>
                    <a:ext uri="{FF2B5EF4-FFF2-40B4-BE49-F238E27FC236}">
                      <a16:creationId xmlns:a16="http://schemas.microsoft.com/office/drawing/2014/main" id="{C2AE1CBD-2004-9C9B-EF32-84130DEA1E61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3" name="직사각형 382">
                  <a:extLst>
                    <a:ext uri="{FF2B5EF4-FFF2-40B4-BE49-F238E27FC236}">
                      <a16:creationId xmlns:a16="http://schemas.microsoft.com/office/drawing/2014/main" id="{C2AE1CBD-2004-9C9B-EF32-84130DEA1E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37"/>
                  <a:stretch>
                    <a:fillRect l="-16216" t="-26087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4" name="직사각형 383">
                  <a:extLst>
                    <a:ext uri="{FF2B5EF4-FFF2-40B4-BE49-F238E27FC236}">
                      <a16:creationId xmlns:a16="http://schemas.microsoft.com/office/drawing/2014/main" id="{B774EDA2-C0AB-0D2B-2DA9-F2F802FE674C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4" name="직사각형 383">
                  <a:extLst>
                    <a:ext uri="{FF2B5EF4-FFF2-40B4-BE49-F238E27FC236}">
                      <a16:creationId xmlns:a16="http://schemas.microsoft.com/office/drawing/2014/main" id="{B774EDA2-C0AB-0D2B-2DA9-F2F802FE67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38"/>
                  <a:stretch>
                    <a:fillRect l="-16216" t="-26087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85" name="직선 화살표 연결선 384">
            <a:extLst>
              <a:ext uri="{FF2B5EF4-FFF2-40B4-BE49-F238E27FC236}">
                <a16:creationId xmlns:a16="http://schemas.microsoft.com/office/drawing/2014/main" id="{129CDD64-9608-3D80-12A0-2EFE69558783}"/>
              </a:ext>
            </a:extLst>
          </p:cNvPr>
          <p:cNvCxnSpPr>
            <a:cxnSpLocks/>
            <a:stCxn id="382" idx="3"/>
            <a:endCxn id="367" idx="1"/>
          </p:cNvCxnSpPr>
          <p:nvPr/>
        </p:nvCxnSpPr>
        <p:spPr>
          <a:xfrm>
            <a:off x="8203177" y="4883886"/>
            <a:ext cx="222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화살표 연결선 385">
            <a:extLst>
              <a:ext uri="{FF2B5EF4-FFF2-40B4-BE49-F238E27FC236}">
                <a16:creationId xmlns:a16="http://schemas.microsoft.com/office/drawing/2014/main" id="{FCB840C8-BE85-58A1-32C4-5DEC5F6E6FB7}"/>
              </a:ext>
            </a:extLst>
          </p:cNvPr>
          <p:cNvCxnSpPr>
            <a:cxnSpLocks/>
            <a:stCxn id="383" idx="3"/>
            <a:endCxn id="368" idx="1"/>
          </p:cNvCxnSpPr>
          <p:nvPr/>
        </p:nvCxnSpPr>
        <p:spPr>
          <a:xfrm>
            <a:off x="8203177" y="4538456"/>
            <a:ext cx="222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화살표 연결선 386">
            <a:extLst>
              <a:ext uri="{FF2B5EF4-FFF2-40B4-BE49-F238E27FC236}">
                <a16:creationId xmlns:a16="http://schemas.microsoft.com/office/drawing/2014/main" id="{35917CC6-5336-DB1F-3A3B-D602B7581801}"/>
              </a:ext>
            </a:extLst>
          </p:cNvPr>
          <p:cNvCxnSpPr>
            <a:cxnSpLocks/>
            <a:stCxn id="384" idx="3"/>
            <a:endCxn id="369" idx="1"/>
          </p:cNvCxnSpPr>
          <p:nvPr/>
        </p:nvCxnSpPr>
        <p:spPr>
          <a:xfrm>
            <a:off x="8203177" y="4193025"/>
            <a:ext cx="222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꺾인 연결선[E] 387">
            <a:extLst>
              <a:ext uri="{FF2B5EF4-FFF2-40B4-BE49-F238E27FC236}">
                <a16:creationId xmlns:a16="http://schemas.microsoft.com/office/drawing/2014/main" id="{FC01EF4A-2E62-00F0-9FB5-90F53197A890}"/>
              </a:ext>
            </a:extLst>
          </p:cNvPr>
          <p:cNvCxnSpPr>
            <a:cxnSpLocks/>
            <a:stCxn id="384" idx="1"/>
            <a:endCxn id="373" idx="1"/>
          </p:cNvCxnSpPr>
          <p:nvPr/>
        </p:nvCxnSpPr>
        <p:spPr>
          <a:xfrm rot="10800000" flipH="1">
            <a:off x="7762219" y="2448377"/>
            <a:ext cx="663594" cy="1744648"/>
          </a:xfrm>
          <a:prstGeom prst="bentConnector3">
            <a:avLst>
              <a:gd name="adj1" fmla="val -2019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꺾인 연결선[E] 388">
            <a:extLst>
              <a:ext uri="{FF2B5EF4-FFF2-40B4-BE49-F238E27FC236}">
                <a16:creationId xmlns:a16="http://schemas.microsoft.com/office/drawing/2014/main" id="{CA8229CF-3225-E772-9E18-AF7D49E6471E}"/>
              </a:ext>
            </a:extLst>
          </p:cNvPr>
          <p:cNvCxnSpPr>
            <a:cxnSpLocks/>
            <a:stCxn id="383" idx="1"/>
            <a:endCxn id="372" idx="1"/>
          </p:cNvCxnSpPr>
          <p:nvPr/>
        </p:nvCxnSpPr>
        <p:spPr>
          <a:xfrm rot="10800000" flipH="1">
            <a:off x="7762219" y="2793808"/>
            <a:ext cx="663594" cy="1744648"/>
          </a:xfrm>
          <a:prstGeom prst="bentConnector3">
            <a:avLst>
              <a:gd name="adj1" fmla="val -3444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꺾인 연결선[E] 389">
            <a:extLst>
              <a:ext uri="{FF2B5EF4-FFF2-40B4-BE49-F238E27FC236}">
                <a16:creationId xmlns:a16="http://schemas.microsoft.com/office/drawing/2014/main" id="{0F897AF9-266F-80DD-29B0-7684003099A2}"/>
              </a:ext>
            </a:extLst>
          </p:cNvPr>
          <p:cNvCxnSpPr>
            <a:cxnSpLocks/>
            <a:stCxn id="382" idx="1"/>
            <a:endCxn id="371" idx="1"/>
          </p:cNvCxnSpPr>
          <p:nvPr/>
        </p:nvCxnSpPr>
        <p:spPr>
          <a:xfrm rot="10800000" flipH="1">
            <a:off x="7762219" y="3139238"/>
            <a:ext cx="663594" cy="1744648"/>
          </a:xfrm>
          <a:prstGeom prst="bentConnector3">
            <a:avLst>
              <a:gd name="adj1" fmla="val -4870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41348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83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812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Query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812997"/>
              </a:xfrm>
              <a:prstGeom prst="rect">
                <a:avLst/>
              </a:prstGeom>
              <a:blipFill>
                <a:blip r:embed="rId2"/>
                <a:stretch>
                  <a:fillRect l="-1506" t="-2098" r="-301" b="-34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3977992"/>
                <a:ext cx="6436121" cy="1902957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977992"/>
                <a:ext cx="6436121" cy="1902957"/>
              </a:xfrm>
              <a:prstGeom prst="rect">
                <a:avLst/>
              </a:prstGeom>
              <a:blipFill>
                <a:blip r:embed="rId3"/>
                <a:stretch>
                  <a:fillRect l="-986" b="-317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7" name="그룹 326">
            <a:extLst>
              <a:ext uri="{FF2B5EF4-FFF2-40B4-BE49-F238E27FC236}">
                <a16:creationId xmlns:a16="http://schemas.microsoft.com/office/drawing/2014/main" id="{34114133-ACB4-6DD5-7219-A0F89B499C3A}"/>
              </a:ext>
            </a:extLst>
          </p:cNvPr>
          <p:cNvGrpSpPr/>
          <p:nvPr/>
        </p:nvGrpSpPr>
        <p:grpSpPr>
          <a:xfrm>
            <a:off x="9191655" y="5259726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8" name="직사각형 327">
                  <a:extLst>
                    <a:ext uri="{FF2B5EF4-FFF2-40B4-BE49-F238E27FC236}">
                      <a16:creationId xmlns:a16="http://schemas.microsoft.com/office/drawing/2014/main" id="{B2A9BF42-393D-2E71-FF28-963183931578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8" name="직사각형 327">
                  <a:extLst>
                    <a:ext uri="{FF2B5EF4-FFF2-40B4-BE49-F238E27FC236}">
                      <a16:creationId xmlns:a16="http://schemas.microsoft.com/office/drawing/2014/main" id="{B2A9BF42-393D-2E71-FF28-9631839315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4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9" name="직사각형 328">
                  <a:extLst>
                    <a:ext uri="{FF2B5EF4-FFF2-40B4-BE49-F238E27FC236}">
                      <a16:creationId xmlns:a16="http://schemas.microsoft.com/office/drawing/2014/main" id="{84C7D8EB-2285-791E-348B-3F449E89E96C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9" name="직사각형 328">
                  <a:extLst>
                    <a:ext uri="{FF2B5EF4-FFF2-40B4-BE49-F238E27FC236}">
                      <a16:creationId xmlns:a16="http://schemas.microsoft.com/office/drawing/2014/main" id="{84C7D8EB-2285-791E-348B-3F449E89E9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0" name="직사각형 329">
                  <a:extLst>
                    <a:ext uri="{FF2B5EF4-FFF2-40B4-BE49-F238E27FC236}">
                      <a16:creationId xmlns:a16="http://schemas.microsoft.com/office/drawing/2014/main" id="{F5E16D5C-887B-DF7B-3EA2-8DFF29F91A09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0" name="직사각형 329">
                  <a:extLst>
                    <a:ext uri="{FF2B5EF4-FFF2-40B4-BE49-F238E27FC236}">
                      <a16:creationId xmlns:a16="http://schemas.microsoft.com/office/drawing/2014/main" id="{F5E16D5C-887B-DF7B-3EA2-8DFF29F91A0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1" name="직사각형 330">
            <a:extLst>
              <a:ext uri="{FF2B5EF4-FFF2-40B4-BE49-F238E27FC236}">
                <a16:creationId xmlns:a16="http://schemas.microsoft.com/office/drawing/2014/main" id="{5632FBDC-3962-AA94-5B52-491BA53251D9}"/>
              </a:ext>
            </a:extLst>
          </p:cNvPr>
          <p:cNvSpPr/>
          <p:nvPr/>
        </p:nvSpPr>
        <p:spPr>
          <a:xfrm>
            <a:off x="9097062" y="3977992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직사각형 331">
                <a:extLst>
                  <a:ext uri="{FF2B5EF4-FFF2-40B4-BE49-F238E27FC236}">
                    <a16:creationId xmlns:a16="http://schemas.microsoft.com/office/drawing/2014/main" id="{BAE59A0C-F7D1-7429-5AC9-5A5E4B244B93}"/>
                  </a:ext>
                </a:extLst>
              </p:cNvPr>
              <p:cNvSpPr/>
              <p:nvPr/>
            </p:nvSpPr>
            <p:spPr>
              <a:xfrm>
                <a:off x="9191655" y="474946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2" name="직사각형 331">
                <a:extLst>
                  <a:ext uri="{FF2B5EF4-FFF2-40B4-BE49-F238E27FC236}">
                    <a16:creationId xmlns:a16="http://schemas.microsoft.com/office/drawing/2014/main" id="{BAE59A0C-F7D1-7429-5AC9-5A5E4B244B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749468"/>
                <a:ext cx="440958" cy="268835"/>
              </a:xfrm>
              <a:prstGeom prst="rect">
                <a:avLst/>
              </a:prstGeom>
              <a:blipFill>
                <a:blip r:embed="rId7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직사각형 332">
                <a:extLst>
                  <a:ext uri="{FF2B5EF4-FFF2-40B4-BE49-F238E27FC236}">
                    <a16:creationId xmlns:a16="http://schemas.microsoft.com/office/drawing/2014/main" id="{4EA0394B-6E0E-23F6-7CB7-7CBACE60BF85}"/>
                  </a:ext>
                </a:extLst>
              </p:cNvPr>
              <p:cNvSpPr/>
              <p:nvPr/>
            </p:nvSpPr>
            <p:spPr>
              <a:xfrm>
                <a:off x="9790745" y="474946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3" name="직사각형 332">
                <a:extLst>
                  <a:ext uri="{FF2B5EF4-FFF2-40B4-BE49-F238E27FC236}">
                    <a16:creationId xmlns:a16="http://schemas.microsoft.com/office/drawing/2014/main" id="{4EA0394B-6E0E-23F6-7CB7-7CBACE60BF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749468"/>
                <a:ext cx="440958" cy="268835"/>
              </a:xfrm>
              <a:prstGeom prst="rect">
                <a:avLst/>
              </a:prstGeom>
              <a:blipFill>
                <a:blip r:embed="rId8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8C02E36A-B74A-01AC-D9F9-3124BEC7AB81}"/>
                  </a:ext>
                </a:extLst>
              </p:cNvPr>
              <p:cNvSpPr/>
              <p:nvPr/>
            </p:nvSpPr>
            <p:spPr>
              <a:xfrm>
                <a:off x="10389834" y="474946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8C02E36A-B74A-01AC-D9F9-3124BEC7AB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749468"/>
                <a:ext cx="440958" cy="268835"/>
              </a:xfrm>
              <a:prstGeom prst="rect">
                <a:avLst/>
              </a:prstGeom>
              <a:blipFill>
                <a:blip r:embed="rId9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직사각형 334">
                <a:extLst>
                  <a:ext uri="{FF2B5EF4-FFF2-40B4-BE49-F238E27FC236}">
                    <a16:creationId xmlns:a16="http://schemas.microsoft.com/office/drawing/2014/main" id="{778F8B74-0925-4B98-FEC2-84F8C726EA13}"/>
                  </a:ext>
                </a:extLst>
              </p:cNvPr>
              <p:cNvSpPr/>
              <p:nvPr/>
            </p:nvSpPr>
            <p:spPr>
              <a:xfrm>
                <a:off x="9191655" y="440403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5" name="직사각형 334">
                <a:extLst>
                  <a:ext uri="{FF2B5EF4-FFF2-40B4-BE49-F238E27FC236}">
                    <a16:creationId xmlns:a16="http://schemas.microsoft.com/office/drawing/2014/main" id="{778F8B74-0925-4B98-FEC2-84F8C726EA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404038"/>
                <a:ext cx="440958" cy="268835"/>
              </a:xfrm>
              <a:prstGeom prst="rect">
                <a:avLst/>
              </a:prstGeom>
              <a:blipFill>
                <a:blip r:embed="rId10"/>
                <a:stretch>
                  <a:fillRect l="-27778" t="-17391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직사각형 335">
                <a:extLst>
                  <a:ext uri="{FF2B5EF4-FFF2-40B4-BE49-F238E27FC236}">
                    <a16:creationId xmlns:a16="http://schemas.microsoft.com/office/drawing/2014/main" id="{17842F30-611B-32E0-D6AE-60BC5F3FA8C9}"/>
                  </a:ext>
                </a:extLst>
              </p:cNvPr>
              <p:cNvSpPr/>
              <p:nvPr/>
            </p:nvSpPr>
            <p:spPr>
              <a:xfrm>
                <a:off x="9790745" y="440403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6" name="직사각형 335">
                <a:extLst>
                  <a:ext uri="{FF2B5EF4-FFF2-40B4-BE49-F238E27FC236}">
                    <a16:creationId xmlns:a16="http://schemas.microsoft.com/office/drawing/2014/main" id="{17842F30-611B-32E0-D6AE-60BC5F3FA8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404038"/>
                <a:ext cx="440958" cy="268835"/>
              </a:xfrm>
              <a:prstGeom prst="rect">
                <a:avLst/>
              </a:prstGeom>
              <a:blipFill>
                <a:blip r:embed="rId11"/>
                <a:stretch>
                  <a:fillRect l="-27778" t="-17391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97223D5D-2036-4036-0207-987162C174A9}"/>
                  </a:ext>
                </a:extLst>
              </p:cNvPr>
              <p:cNvSpPr/>
              <p:nvPr/>
            </p:nvSpPr>
            <p:spPr>
              <a:xfrm>
                <a:off x="10389834" y="4404038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97223D5D-2036-4036-0207-987162C174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404038"/>
                <a:ext cx="440958" cy="268835"/>
              </a:xfrm>
              <a:prstGeom prst="rect">
                <a:avLst/>
              </a:prstGeom>
              <a:blipFill>
                <a:blip r:embed="rId12"/>
                <a:stretch>
                  <a:fillRect l="-27027" t="-17391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직사각형 337">
                <a:extLst>
                  <a:ext uri="{FF2B5EF4-FFF2-40B4-BE49-F238E27FC236}">
                    <a16:creationId xmlns:a16="http://schemas.microsoft.com/office/drawing/2014/main" id="{2DC2CB2A-2EA1-4849-EE4B-13426194613E}"/>
                  </a:ext>
                </a:extLst>
              </p:cNvPr>
              <p:cNvSpPr/>
              <p:nvPr/>
            </p:nvSpPr>
            <p:spPr>
              <a:xfrm>
                <a:off x="9191655" y="4058607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8" name="직사각형 337">
                <a:extLst>
                  <a:ext uri="{FF2B5EF4-FFF2-40B4-BE49-F238E27FC236}">
                    <a16:creationId xmlns:a16="http://schemas.microsoft.com/office/drawing/2014/main" id="{2DC2CB2A-2EA1-4849-EE4B-1342619461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058607"/>
                <a:ext cx="440958" cy="268835"/>
              </a:xfrm>
              <a:prstGeom prst="rect">
                <a:avLst/>
              </a:prstGeom>
              <a:blipFill>
                <a:blip r:embed="rId13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직사각형 338">
                <a:extLst>
                  <a:ext uri="{FF2B5EF4-FFF2-40B4-BE49-F238E27FC236}">
                    <a16:creationId xmlns:a16="http://schemas.microsoft.com/office/drawing/2014/main" id="{BC68F4BD-8C08-8A13-EA3F-0681E24E283C}"/>
                  </a:ext>
                </a:extLst>
              </p:cNvPr>
              <p:cNvSpPr/>
              <p:nvPr/>
            </p:nvSpPr>
            <p:spPr>
              <a:xfrm>
                <a:off x="9790745" y="4058607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9" name="직사각형 338">
                <a:extLst>
                  <a:ext uri="{FF2B5EF4-FFF2-40B4-BE49-F238E27FC236}">
                    <a16:creationId xmlns:a16="http://schemas.microsoft.com/office/drawing/2014/main" id="{BC68F4BD-8C08-8A13-EA3F-0681E24E28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058607"/>
                <a:ext cx="440958" cy="268835"/>
              </a:xfrm>
              <a:prstGeom prst="rect">
                <a:avLst/>
              </a:prstGeom>
              <a:blipFill>
                <a:blip r:embed="rId14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86EB91A1-7ADB-3716-587C-F5793485B3E6}"/>
                  </a:ext>
                </a:extLst>
              </p:cNvPr>
              <p:cNvSpPr/>
              <p:nvPr/>
            </p:nvSpPr>
            <p:spPr>
              <a:xfrm>
                <a:off x="10389834" y="4058607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86EB91A1-7ADB-3716-587C-F5793485B3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058607"/>
                <a:ext cx="440958" cy="268835"/>
              </a:xfrm>
              <a:prstGeom prst="rect">
                <a:avLst/>
              </a:prstGeom>
              <a:blipFill>
                <a:blip r:embed="rId15"/>
                <a:stretch>
                  <a:fillRect l="-27027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03FAD9E0-0AC5-A4E5-1B68-44ABC85F5FF3}"/>
                  </a:ext>
                </a:extLst>
              </p:cNvPr>
              <p:cNvSpPr/>
              <p:nvPr/>
            </p:nvSpPr>
            <p:spPr>
              <a:xfrm>
                <a:off x="9097062" y="3515078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03FAD9E0-0AC5-A4E5-1B68-44ABC85F5F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3515078"/>
                <a:ext cx="1828322" cy="302106"/>
              </a:xfrm>
              <a:prstGeom prst="rect">
                <a:avLst/>
              </a:prstGeom>
              <a:blipFill>
                <a:blip r:embed="rId16"/>
                <a:stretch>
                  <a:fillRect b="-200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2" name="직사각형 341">
            <a:extLst>
              <a:ext uri="{FF2B5EF4-FFF2-40B4-BE49-F238E27FC236}">
                <a16:creationId xmlns:a16="http://schemas.microsoft.com/office/drawing/2014/main" id="{416AC713-22FB-218F-BE7C-1A2FBD68BF25}"/>
              </a:ext>
            </a:extLst>
          </p:cNvPr>
          <p:cNvSpPr/>
          <p:nvPr/>
        </p:nvSpPr>
        <p:spPr>
          <a:xfrm>
            <a:off x="9097062" y="2233344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3" name="직사각형 342">
                <a:extLst>
                  <a:ext uri="{FF2B5EF4-FFF2-40B4-BE49-F238E27FC236}">
                    <a16:creationId xmlns:a16="http://schemas.microsoft.com/office/drawing/2014/main" id="{29F6BF2E-17B4-5C45-246E-981D5998D529}"/>
                  </a:ext>
                </a:extLst>
              </p:cNvPr>
              <p:cNvSpPr/>
              <p:nvPr/>
            </p:nvSpPr>
            <p:spPr>
              <a:xfrm>
                <a:off x="9191655" y="300482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3" name="직사각형 342">
                <a:extLst>
                  <a:ext uri="{FF2B5EF4-FFF2-40B4-BE49-F238E27FC236}">
                    <a16:creationId xmlns:a16="http://schemas.microsoft.com/office/drawing/2014/main" id="{29F6BF2E-17B4-5C45-246E-981D5998D5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3004820"/>
                <a:ext cx="440958" cy="268835"/>
              </a:xfrm>
              <a:prstGeom prst="rect">
                <a:avLst/>
              </a:prstGeom>
              <a:blipFill>
                <a:blip r:embed="rId17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직사각형 343">
                <a:extLst>
                  <a:ext uri="{FF2B5EF4-FFF2-40B4-BE49-F238E27FC236}">
                    <a16:creationId xmlns:a16="http://schemas.microsoft.com/office/drawing/2014/main" id="{67D40C9A-DC98-5E6F-6CC3-1722455AFBEF}"/>
                  </a:ext>
                </a:extLst>
              </p:cNvPr>
              <p:cNvSpPr/>
              <p:nvPr/>
            </p:nvSpPr>
            <p:spPr>
              <a:xfrm>
                <a:off x="9790745" y="300482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4" name="직사각형 343">
                <a:extLst>
                  <a:ext uri="{FF2B5EF4-FFF2-40B4-BE49-F238E27FC236}">
                    <a16:creationId xmlns:a16="http://schemas.microsoft.com/office/drawing/2014/main" id="{67D40C9A-DC98-5E6F-6CC3-1722455AFB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3004820"/>
                <a:ext cx="440958" cy="268835"/>
              </a:xfrm>
              <a:prstGeom prst="rect">
                <a:avLst/>
              </a:prstGeom>
              <a:blipFill>
                <a:blip r:embed="rId18"/>
                <a:stretch>
                  <a:fillRect l="-30556" t="-21739" r="-2778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7FA46631-5519-0384-72CC-E60351B8174C}"/>
                  </a:ext>
                </a:extLst>
              </p:cNvPr>
              <p:cNvSpPr/>
              <p:nvPr/>
            </p:nvSpPr>
            <p:spPr>
              <a:xfrm>
                <a:off x="10389834" y="300482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7FA46631-5519-0384-72CC-E60351B817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3004820"/>
                <a:ext cx="440958" cy="268835"/>
              </a:xfrm>
              <a:prstGeom prst="rect">
                <a:avLst/>
              </a:prstGeom>
              <a:blipFill>
                <a:blip r:embed="rId19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직사각형 345">
                <a:extLst>
                  <a:ext uri="{FF2B5EF4-FFF2-40B4-BE49-F238E27FC236}">
                    <a16:creationId xmlns:a16="http://schemas.microsoft.com/office/drawing/2014/main" id="{A5E286C6-75E5-0B48-E380-30B5904D6F28}"/>
                  </a:ext>
                </a:extLst>
              </p:cNvPr>
              <p:cNvSpPr/>
              <p:nvPr/>
            </p:nvSpPr>
            <p:spPr>
              <a:xfrm>
                <a:off x="9191655" y="265939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6" name="직사각형 345">
                <a:extLst>
                  <a:ext uri="{FF2B5EF4-FFF2-40B4-BE49-F238E27FC236}">
                    <a16:creationId xmlns:a16="http://schemas.microsoft.com/office/drawing/2014/main" id="{A5E286C6-75E5-0B48-E380-30B5904D6F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659390"/>
                <a:ext cx="440958" cy="268835"/>
              </a:xfrm>
              <a:prstGeom prst="rect">
                <a:avLst/>
              </a:prstGeom>
              <a:blipFill>
                <a:blip r:embed="rId20"/>
                <a:stretch>
                  <a:fillRect l="-30556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직사각형 346">
                <a:extLst>
                  <a:ext uri="{FF2B5EF4-FFF2-40B4-BE49-F238E27FC236}">
                    <a16:creationId xmlns:a16="http://schemas.microsoft.com/office/drawing/2014/main" id="{CE47327C-EBC1-3152-1EC8-A5BEC9938C1F}"/>
                  </a:ext>
                </a:extLst>
              </p:cNvPr>
              <p:cNvSpPr/>
              <p:nvPr/>
            </p:nvSpPr>
            <p:spPr>
              <a:xfrm>
                <a:off x="9790745" y="265939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7" name="직사각형 346">
                <a:extLst>
                  <a:ext uri="{FF2B5EF4-FFF2-40B4-BE49-F238E27FC236}">
                    <a16:creationId xmlns:a16="http://schemas.microsoft.com/office/drawing/2014/main" id="{CE47327C-EBC1-3152-1EC8-A5BEC9938C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659390"/>
                <a:ext cx="440958" cy="268835"/>
              </a:xfrm>
              <a:prstGeom prst="rect">
                <a:avLst/>
              </a:prstGeom>
              <a:blipFill>
                <a:blip r:embed="rId21"/>
                <a:stretch>
                  <a:fillRect l="-30556" t="-17391" r="-2778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직사각형 347">
                <a:extLst>
                  <a:ext uri="{FF2B5EF4-FFF2-40B4-BE49-F238E27FC236}">
                    <a16:creationId xmlns:a16="http://schemas.microsoft.com/office/drawing/2014/main" id="{DF40B8B0-2FEF-B1FF-0AF6-9F0ABB0C24BD}"/>
                  </a:ext>
                </a:extLst>
              </p:cNvPr>
              <p:cNvSpPr/>
              <p:nvPr/>
            </p:nvSpPr>
            <p:spPr>
              <a:xfrm>
                <a:off x="10389834" y="2659390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8" name="직사각형 347">
                <a:extLst>
                  <a:ext uri="{FF2B5EF4-FFF2-40B4-BE49-F238E27FC236}">
                    <a16:creationId xmlns:a16="http://schemas.microsoft.com/office/drawing/2014/main" id="{DF40B8B0-2FEF-B1FF-0AF6-9F0ABB0C24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659390"/>
                <a:ext cx="440958" cy="268835"/>
              </a:xfrm>
              <a:prstGeom prst="rect">
                <a:avLst/>
              </a:prstGeom>
              <a:blipFill>
                <a:blip r:embed="rId22"/>
                <a:stretch>
                  <a:fillRect l="-29730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직사각형 348">
                <a:extLst>
                  <a:ext uri="{FF2B5EF4-FFF2-40B4-BE49-F238E27FC236}">
                    <a16:creationId xmlns:a16="http://schemas.microsoft.com/office/drawing/2014/main" id="{ACA01DA7-78C9-0C89-1D82-2BF0FD13C477}"/>
                  </a:ext>
                </a:extLst>
              </p:cNvPr>
              <p:cNvSpPr/>
              <p:nvPr/>
            </p:nvSpPr>
            <p:spPr>
              <a:xfrm>
                <a:off x="9191655" y="2313959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9" name="직사각형 348">
                <a:extLst>
                  <a:ext uri="{FF2B5EF4-FFF2-40B4-BE49-F238E27FC236}">
                    <a16:creationId xmlns:a16="http://schemas.microsoft.com/office/drawing/2014/main" id="{ACA01DA7-78C9-0C89-1D82-2BF0FD13C4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313959"/>
                <a:ext cx="440958" cy="268835"/>
              </a:xfrm>
              <a:prstGeom prst="rect">
                <a:avLst/>
              </a:prstGeom>
              <a:blipFill>
                <a:blip r:embed="rId23"/>
                <a:stretch>
                  <a:fillRect l="-30556" t="-16667" b="-20833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직사각형 349">
                <a:extLst>
                  <a:ext uri="{FF2B5EF4-FFF2-40B4-BE49-F238E27FC236}">
                    <a16:creationId xmlns:a16="http://schemas.microsoft.com/office/drawing/2014/main" id="{2AF2B96E-4166-2789-F90E-95ACC1EC8B42}"/>
                  </a:ext>
                </a:extLst>
              </p:cNvPr>
              <p:cNvSpPr/>
              <p:nvPr/>
            </p:nvSpPr>
            <p:spPr>
              <a:xfrm>
                <a:off x="9790745" y="2313959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0" name="직사각형 349">
                <a:extLst>
                  <a:ext uri="{FF2B5EF4-FFF2-40B4-BE49-F238E27FC236}">
                    <a16:creationId xmlns:a16="http://schemas.microsoft.com/office/drawing/2014/main" id="{2AF2B96E-4166-2789-F90E-95ACC1EC8B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313959"/>
                <a:ext cx="440958" cy="268835"/>
              </a:xfrm>
              <a:prstGeom prst="rect">
                <a:avLst/>
              </a:prstGeom>
              <a:blipFill>
                <a:blip r:embed="rId24"/>
                <a:stretch>
                  <a:fillRect l="-30556" t="-16667" r="-2778" b="-20833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직사각형 350">
                <a:extLst>
                  <a:ext uri="{FF2B5EF4-FFF2-40B4-BE49-F238E27FC236}">
                    <a16:creationId xmlns:a16="http://schemas.microsoft.com/office/drawing/2014/main" id="{76458799-53B4-E537-87B5-2CEB156241F6}"/>
                  </a:ext>
                </a:extLst>
              </p:cNvPr>
              <p:cNvSpPr/>
              <p:nvPr/>
            </p:nvSpPr>
            <p:spPr>
              <a:xfrm>
                <a:off x="10389834" y="2313959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1" name="직사각형 350">
                <a:extLst>
                  <a:ext uri="{FF2B5EF4-FFF2-40B4-BE49-F238E27FC236}">
                    <a16:creationId xmlns:a16="http://schemas.microsoft.com/office/drawing/2014/main" id="{76458799-53B4-E537-87B5-2CEB156241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313959"/>
                <a:ext cx="440958" cy="268835"/>
              </a:xfrm>
              <a:prstGeom prst="rect">
                <a:avLst/>
              </a:prstGeom>
              <a:blipFill>
                <a:blip r:embed="rId25"/>
                <a:stretch>
                  <a:fillRect l="-29730" t="-16667" b="-20833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직사각형 351">
                <a:extLst>
                  <a:ext uri="{FF2B5EF4-FFF2-40B4-BE49-F238E27FC236}">
                    <a16:creationId xmlns:a16="http://schemas.microsoft.com/office/drawing/2014/main" id="{D5F76FC1-C2A0-597C-FD21-F62C99FC3CD8}"/>
                  </a:ext>
                </a:extLst>
              </p:cNvPr>
              <p:cNvSpPr/>
              <p:nvPr/>
            </p:nvSpPr>
            <p:spPr>
              <a:xfrm>
                <a:off x="9097062" y="1770430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sz="16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2" name="직사각형 351">
                <a:extLst>
                  <a:ext uri="{FF2B5EF4-FFF2-40B4-BE49-F238E27FC236}">
                    <a16:creationId xmlns:a16="http://schemas.microsoft.com/office/drawing/2014/main" id="{D5F76FC1-C2A0-597C-FD21-F62C99FC3C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1770430"/>
                <a:ext cx="1828322" cy="302106"/>
              </a:xfrm>
              <a:prstGeom prst="rect">
                <a:avLst/>
              </a:prstGeom>
              <a:blipFill>
                <a:blip r:embed="rId26"/>
                <a:stretch>
                  <a:fillRect t="-11538" b="-2307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3" name="그룹 352">
            <a:extLst>
              <a:ext uri="{FF2B5EF4-FFF2-40B4-BE49-F238E27FC236}">
                <a16:creationId xmlns:a16="http://schemas.microsoft.com/office/drawing/2014/main" id="{4C1DBFBE-2A32-5E57-11A3-E42383D3BD51}"/>
              </a:ext>
            </a:extLst>
          </p:cNvPr>
          <p:cNvGrpSpPr/>
          <p:nvPr/>
        </p:nvGrpSpPr>
        <p:grpSpPr>
          <a:xfrm>
            <a:off x="9191655" y="1340787"/>
            <a:ext cx="1639137" cy="268835"/>
            <a:chOff x="8198547" y="5378798"/>
            <a:chExt cx="1639137" cy="312877"/>
          </a:xfrm>
          <a:solidFill>
            <a:srgbClr val="FFF3CC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4" name="직사각형 353">
                  <a:extLst>
                    <a:ext uri="{FF2B5EF4-FFF2-40B4-BE49-F238E27FC236}">
                      <a16:creationId xmlns:a16="http://schemas.microsoft.com/office/drawing/2014/main" id="{946EFEEE-BDBF-896D-E772-28A1E8D13B88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4" name="직사각형 353">
                  <a:extLst>
                    <a:ext uri="{FF2B5EF4-FFF2-40B4-BE49-F238E27FC236}">
                      <a16:creationId xmlns:a16="http://schemas.microsoft.com/office/drawing/2014/main" id="{946EFEEE-BDBF-896D-E772-28A1E8D13B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27"/>
                  <a:stretch>
                    <a:fillRect l="-16667" t="-21739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5" name="직사각형 354">
                  <a:extLst>
                    <a:ext uri="{FF2B5EF4-FFF2-40B4-BE49-F238E27FC236}">
                      <a16:creationId xmlns:a16="http://schemas.microsoft.com/office/drawing/2014/main" id="{33CEF24A-30DA-0961-6856-EC719A5C2B42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5" name="직사각형 354">
                  <a:extLst>
                    <a:ext uri="{FF2B5EF4-FFF2-40B4-BE49-F238E27FC236}">
                      <a16:creationId xmlns:a16="http://schemas.microsoft.com/office/drawing/2014/main" id="{33CEF24A-30DA-0961-6856-EC719A5C2B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28"/>
                  <a:stretch>
                    <a:fillRect l="-19444" t="-21739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6" name="직사각형 355">
                  <a:extLst>
                    <a:ext uri="{FF2B5EF4-FFF2-40B4-BE49-F238E27FC236}">
                      <a16:creationId xmlns:a16="http://schemas.microsoft.com/office/drawing/2014/main" id="{49563A62-E6A4-13EA-EDBC-96988F34ABD8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6" name="직사각형 355">
                  <a:extLst>
                    <a:ext uri="{FF2B5EF4-FFF2-40B4-BE49-F238E27FC236}">
                      <a16:creationId xmlns:a16="http://schemas.microsoft.com/office/drawing/2014/main" id="{49563A62-E6A4-13EA-EDBC-96988F34AB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29"/>
                  <a:stretch>
                    <a:fillRect l="-16216" t="-21739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57" name="직선 화살표 연결선 356">
            <a:extLst>
              <a:ext uri="{FF2B5EF4-FFF2-40B4-BE49-F238E27FC236}">
                <a16:creationId xmlns:a16="http://schemas.microsoft.com/office/drawing/2014/main" id="{71C4A729-76E3-63EE-8042-08978E82AD6A}"/>
              </a:ext>
            </a:extLst>
          </p:cNvPr>
          <p:cNvCxnSpPr>
            <a:cxnSpLocks/>
          </p:cNvCxnSpPr>
          <p:nvPr/>
        </p:nvCxnSpPr>
        <p:spPr>
          <a:xfrm flipV="1">
            <a:off x="9412134" y="5095009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직선 화살표 연결선 357">
            <a:extLst>
              <a:ext uri="{FF2B5EF4-FFF2-40B4-BE49-F238E27FC236}">
                <a16:creationId xmlns:a16="http://schemas.microsoft.com/office/drawing/2014/main" id="{D14F7F2C-E845-C12A-6D63-7A90BF43DE94}"/>
              </a:ext>
            </a:extLst>
          </p:cNvPr>
          <p:cNvCxnSpPr>
            <a:cxnSpLocks/>
          </p:cNvCxnSpPr>
          <p:nvPr/>
        </p:nvCxnSpPr>
        <p:spPr>
          <a:xfrm flipV="1">
            <a:off x="10011224" y="5095009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직선 화살표 연결선 358">
            <a:extLst>
              <a:ext uri="{FF2B5EF4-FFF2-40B4-BE49-F238E27FC236}">
                <a16:creationId xmlns:a16="http://schemas.microsoft.com/office/drawing/2014/main" id="{E648E67B-A140-F31E-797F-7A5B5478AC84}"/>
              </a:ext>
            </a:extLst>
          </p:cNvPr>
          <p:cNvCxnSpPr>
            <a:cxnSpLocks/>
          </p:cNvCxnSpPr>
          <p:nvPr/>
        </p:nvCxnSpPr>
        <p:spPr>
          <a:xfrm flipV="1">
            <a:off x="10610313" y="5095009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직선 화살표 연결선 359">
            <a:extLst>
              <a:ext uri="{FF2B5EF4-FFF2-40B4-BE49-F238E27FC236}">
                <a16:creationId xmlns:a16="http://schemas.microsoft.com/office/drawing/2014/main" id="{D4DE4253-FBFC-3CDC-72D9-251C3708890F}"/>
              </a:ext>
            </a:extLst>
          </p:cNvPr>
          <p:cNvCxnSpPr>
            <a:cxnSpLocks/>
            <a:stCxn id="341" idx="0"/>
            <a:endCxn id="342" idx="2"/>
          </p:cNvCxnSpPr>
          <p:nvPr/>
        </p:nvCxnSpPr>
        <p:spPr>
          <a:xfrm flipV="1">
            <a:off x="10011223" y="3354270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직선 화살표 연결선 360">
            <a:extLst>
              <a:ext uri="{FF2B5EF4-FFF2-40B4-BE49-F238E27FC236}">
                <a16:creationId xmlns:a16="http://schemas.microsoft.com/office/drawing/2014/main" id="{037FEE2B-776B-1D8A-A9CF-8248CC59AD6B}"/>
              </a:ext>
            </a:extLst>
          </p:cNvPr>
          <p:cNvCxnSpPr>
            <a:cxnSpLocks/>
            <a:stCxn id="331" idx="0"/>
            <a:endCxn id="341" idx="2"/>
          </p:cNvCxnSpPr>
          <p:nvPr/>
        </p:nvCxnSpPr>
        <p:spPr>
          <a:xfrm flipV="1">
            <a:off x="10011223" y="3817184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직선 화살표 연결선 361">
            <a:extLst>
              <a:ext uri="{FF2B5EF4-FFF2-40B4-BE49-F238E27FC236}">
                <a16:creationId xmlns:a16="http://schemas.microsoft.com/office/drawing/2014/main" id="{365C4C94-AE8B-A70D-6837-62764D4D78EE}"/>
              </a:ext>
            </a:extLst>
          </p:cNvPr>
          <p:cNvCxnSpPr>
            <a:cxnSpLocks/>
          </p:cNvCxnSpPr>
          <p:nvPr/>
        </p:nvCxnSpPr>
        <p:spPr>
          <a:xfrm flipV="1">
            <a:off x="9412134" y="1610830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직선 화살표 연결선 362">
            <a:extLst>
              <a:ext uri="{FF2B5EF4-FFF2-40B4-BE49-F238E27FC236}">
                <a16:creationId xmlns:a16="http://schemas.microsoft.com/office/drawing/2014/main" id="{3DC206FA-5ACF-639E-1263-8ED31B85AB6B}"/>
              </a:ext>
            </a:extLst>
          </p:cNvPr>
          <p:cNvCxnSpPr>
            <a:cxnSpLocks/>
          </p:cNvCxnSpPr>
          <p:nvPr/>
        </p:nvCxnSpPr>
        <p:spPr>
          <a:xfrm flipV="1">
            <a:off x="10011224" y="1610830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직선 화살표 연결선 363">
            <a:extLst>
              <a:ext uri="{FF2B5EF4-FFF2-40B4-BE49-F238E27FC236}">
                <a16:creationId xmlns:a16="http://schemas.microsoft.com/office/drawing/2014/main" id="{DC9BD14A-8D9C-663F-CC5D-53EE1D877C37}"/>
              </a:ext>
            </a:extLst>
          </p:cNvPr>
          <p:cNvCxnSpPr>
            <a:cxnSpLocks/>
          </p:cNvCxnSpPr>
          <p:nvPr/>
        </p:nvCxnSpPr>
        <p:spPr>
          <a:xfrm flipV="1">
            <a:off x="10610313" y="1610830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직선 화살표 연결선 364">
            <a:extLst>
              <a:ext uri="{FF2B5EF4-FFF2-40B4-BE49-F238E27FC236}">
                <a16:creationId xmlns:a16="http://schemas.microsoft.com/office/drawing/2014/main" id="{B5881949-0EFE-1786-3934-D075B510E8E3}"/>
              </a:ext>
            </a:extLst>
          </p:cNvPr>
          <p:cNvCxnSpPr>
            <a:cxnSpLocks/>
            <a:stCxn id="342" idx="0"/>
            <a:endCxn id="352" idx="2"/>
          </p:cNvCxnSpPr>
          <p:nvPr/>
        </p:nvCxnSpPr>
        <p:spPr>
          <a:xfrm flipV="1">
            <a:off x="10011223" y="2072536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6" name="그룹 365">
            <a:extLst>
              <a:ext uri="{FF2B5EF4-FFF2-40B4-BE49-F238E27FC236}">
                <a16:creationId xmlns:a16="http://schemas.microsoft.com/office/drawing/2014/main" id="{12816140-3117-418C-993E-5E116EB56985}"/>
              </a:ext>
            </a:extLst>
          </p:cNvPr>
          <p:cNvGrpSpPr/>
          <p:nvPr/>
        </p:nvGrpSpPr>
        <p:grpSpPr>
          <a:xfrm>
            <a:off x="8425813" y="4058607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7" name="직사각형 366">
                  <a:extLst>
                    <a:ext uri="{FF2B5EF4-FFF2-40B4-BE49-F238E27FC236}">
                      <a16:creationId xmlns:a16="http://schemas.microsoft.com/office/drawing/2014/main" id="{15FDEF93-CC06-0365-54D7-5AA21627C5F7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7" name="직사각형 366">
                  <a:extLst>
                    <a:ext uri="{FF2B5EF4-FFF2-40B4-BE49-F238E27FC236}">
                      <a16:creationId xmlns:a16="http://schemas.microsoft.com/office/drawing/2014/main" id="{15FDEF93-CC06-0365-54D7-5AA21627C5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30"/>
                  <a:stretch>
                    <a:fillRect l="-18919" t="-4348" b="-43478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" name="직사각형 367">
                  <a:extLst>
                    <a:ext uri="{FF2B5EF4-FFF2-40B4-BE49-F238E27FC236}">
                      <a16:creationId xmlns:a16="http://schemas.microsoft.com/office/drawing/2014/main" id="{40E7F6F5-DF61-BB60-9EB9-7983B5C6A81E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8" name="직사각형 367">
                  <a:extLst>
                    <a:ext uri="{FF2B5EF4-FFF2-40B4-BE49-F238E27FC236}">
                      <a16:creationId xmlns:a16="http://schemas.microsoft.com/office/drawing/2014/main" id="{40E7F6F5-DF61-BB60-9EB9-7983B5C6A8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31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9" name="직사각형 368">
                  <a:extLst>
                    <a:ext uri="{FF2B5EF4-FFF2-40B4-BE49-F238E27FC236}">
                      <a16:creationId xmlns:a16="http://schemas.microsoft.com/office/drawing/2014/main" id="{4D970C4A-975B-84ED-BFDE-2E837EF3647F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9" name="직사각형 368">
                  <a:extLst>
                    <a:ext uri="{FF2B5EF4-FFF2-40B4-BE49-F238E27FC236}">
                      <a16:creationId xmlns:a16="http://schemas.microsoft.com/office/drawing/2014/main" id="{4D970C4A-975B-84ED-BFDE-2E837EF364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32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0" name="그룹 369">
            <a:extLst>
              <a:ext uri="{FF2B5EF4-FFF2-40B4-BE49-F238E27FC236}">
                <a16:creationId xmlns:a16="http://schemas.microsoft.com/office/drawing/2014/main" id="{3720EC4B-73B9-DF59-52DB-89052B4CEB65}"/>
              </a:ext>
            </a:extLst>
          </p:cNvPr>
          <p:cNvGrpSpPr/>
          <p:nvPr/>
        </p:nvGrpSpPr>
        <p:grpSpPr>
          <a:xfrm>
            <a:off x="8425813" y="2313959"/>
            <a:ext cx="440958" cy="959696"/>
            <a:chOff x="8298472" y="2048913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1" name="직사각형 370">
                  <a:extLst>
                    <a:ext uri="{FF2B5EF4-FFF2-40B4-BE49-F238E27FC236}">
                      <a16:creationId xmlns:a16="http://schemas.microsoft.com/office/drawing/2014/main" id="{23AF449A-9317-8FCC-699F-BEC647F67745}"/>
                    </a:ext>
                  </a:extLst>
                </p:cNvPr>
                <p:cNvSpPr/>
                <p:nvPr/>
              </p:nvSpPr>
              <p:spPr>
                <a:xfrm>
                  <a:off x="8298472" y="2739774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1" name="직사각형 370">
                  <a:extLst>
                    <a:ext uri="{FF2B5EF4-FFF2-40B4-BE49-F238E27FC236}">
                      <a16:creationId xmlns:a16="http://schemas.microsoft.com/office/drawing/2014/main" id="{23AF449A-9317-8FCC-699F-BEC647F677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739774"/>
                  <a:ext cx="440958" cy="268835"/>
                </a:xfrm>
                <a:prstGeom prst="rect">
                  <a:avLst/>
                </a:prstGeom>
                <a:blipFill>
                  <a:blip r:embed="rId33"/>
                  <a:stretch>
                    <a:fillRect l="-16216" t="-21739" b="-21739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2" name="직사각형 371">
                  <a:extLst>
                    <a:ext uri="{FF2B5EF4-FFF2-40B4-BE49-F238E27FC236}">
                      <a16:creationId xmlns:a16="http://schemas.microsoft.com/office/drawing/2014/main" id="{813463D2-27D1-A8D0-2F11-AEA2C73D5437}"/>
                    </a:ext>
                  </a:extLst>
                </p:cNvPr>
                <p:cNvSpPr/>
                <p:nvPr/>
              </p:nvSpPr>
              <p:spPr>
                <a:xfrm>
                  <a:off x="8298472" y="2394344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2" name="직사각형 371">
                  <a:extLst>
                    <a:ext uri="{FF2B5EF4-FFF2-40B4-BE49-F238E27FC236}">
                      <a16:creationId xmlns:a16="http://schemas.microsoft.com/office/drawing/2014/main" id="{813463D2-27D1-A8D0-2F11-AEA2C73D54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394344"/>
                  <a:ext cx="440958" cy="268835"/>
                </a:xfrm>
                <a:prstGeom prst="rect">
                  <a:avLst/>
                </a:prstGeom>
                <a:blipFill>
                  <a:blip r:embed="rId34"/>
                  <a:stretch>
                    <a:fillRect l="-16216" t="-17391" b="-26087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3" name="직사각형 372">
                  <a:extLst>
                    <a:ext uri="{FF2B5EF4-FFF2-40B4-BE49-F238E27FC236}">
                      <a16:creationId xmlns:a16="http://schemas.microsoft.com/office/drawing/2014/main" id="{401699D8-2C5F-B442-67C7-20EEA1E415D9}"/>
                    </a:ext>
                  </a:extLst>
                </p:cNvPr>
                <p:cNvSpPr/>
                <p:nvPr/>
              </p:nvSpPr>
              <p:spPr>
                <a:xfrm>
                  <a:off x="8298472" y="2048913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3" name="직사각형 372">
                  <a:extLst>
                    <a:ext uri="{FF2B5EF4-FFF2-40B4-BE49-F238E27FC236}">
                      <a16:creationId xmlns:a16="http://schemas.microsoft.com/office/drawing/2014/main" id="{401699D8-2C5F-B442-67C7-20EEA1E415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048913"/>
                  <a:ext cx="440958" cy="268835"/>
                </a:xfrm>
                <a:prstGeom prst="rect">
                  <a:avLst/>
                </a:prstGeom>
                <a:blipFill>
                  <a:blip r:embed="rId35"/>
                  <a:stretch>
                    <a:fillRect l="-16216" t="-16667" b="-20833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4" name="그룹 373">
            <a:extLst>
              <a:ext uri="{FF2B5EF4-FFF2-40B4-BE49-F238E27FC236}">
                <a16:creationId xmlns:a16="http://schemas.microsoft.com/office/drawing/2014/main" id="{E4E770ED-1D0F-B5D1-9591-03629B7A3B5A}"/>
              </a:ext>
            </a:extLst>
          </p:cNvPr>
          <p:cNvGrpSpPr/>
          <p:nvPr/>
        </p:nvGrpSpPr>
        <p:grpSpPr>
          <a:xfrm>
            <a:off x="8866770" y="2448377"/>
            <a:ext cx="225977" cy="2435509"/>
            <a:chOff x="8866771" y="2448377"/>
            <a:chExt cx="324884" cy="2435509"/>
          </a:xfrm>
        </p:grpSpPr>
        <p:cxnSp>
          <p:nvCxnSpPr>
            <p:cNvPr id="375" name="직선 화살표 연결선 374">
              <a:extLst>
                <a:ext uri="{FF2B5EF4-FFF2-40B4-BE49-F238E27FC236}">
                  <a16:creationId xmlns:a16="http://schemas.microsoft.com/office/drawing/2014/main" id="{881F2640-6F44-183D-1E4D-346DCB230AE4}"/>
                </a:ext>
              </a:extLst>
            </p:cNvPr>
            <p:cNvCxnSpPr>
              <a:cxnSpLocks/>
              <a:stCxn id="367" idx="3"/>
              <a:endCxn id="332" idx="1"/>
            </p:cNvCxnSpPr>
            <p:nvPr/>
          </p:nvCxnSpPr>
          <p:spPr>
            <a:xfrm>
              <a:off x="8866771" y="4883886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직선 화살표 연결선 375">
              <a:extLst>
                <a:ext uri="{FF2B5EF4-FFF2-40B4-BE49-F238E27FC236}">
                  <a16:creationId xmlns:a16="http://schemas.microsoft.com/office/drawing/2014/main" id="{376AA9AE-9A1F-138F-AD7E-8A9861535F26}"/>
                </a:ext>
              </a:extLst>
            </p:cNvPr>
            <p:cNvCxnSpPr>
              <a:cxnSpLocks/>
              <a:stCxn id="368" idx="3"/>
              <a:endCxn id="335" idx="1"/>
            </p:cNvCxnSpPr>
            <p:nvPr/>
          </p:nvCxnSpPr>
          <p:spPr>
            <a:xfrm>
              <a:off x="8866771" y="4538456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직선 화살표 연결선 376">
              <a:extLst>
                <a:ext uri="{FF2B5EF4-FFF2-40B4-BE49-F238E27FC236}">
                  <a16:creationId xmlns:a16="http://schemas.microsoft.com/office/drawing/2014/main" id="{352B8CF8-A80A-F794-B6BA-438FD750D18E}"/>
                </a:ext>
              </a:extLst>
            </p:cNvPr>
            <p:cNvCxnSpPr>
              <a:cxnSpLocks/>
              <a:stCxn id="369" idx="3"/>
              <a:endCxn id="338" idx="1"/>
            </p:cNvCxnSpPr>
            <p:nvPr/>
          </p:nvCxnSpPr>
          <p:spPr>
            <a:xfrm>
              <a:off x="8866771" y="4193025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직선 화살표 연결선 377">
              <a:extLst>
                <a:ext uri="{FF2B5EF4-FFF2-40B4-BE49-F238E27FC236}">
                  <a16:creationId xmlns:a16="http://schemas.microsoft.com/office/drawing/2014/main" id="{837F0A91-60F2-5D67-93DC-6852C600D523}"/>
                </a:ext>
              </a:extLst>
            </p:cNvPr>
            <p:cNvCxnSpPr>
              <a:cxnSpLocks/>
              <a:stCxn id="372" idx="3"/>
              <a:endCxn id="346" idx="1"/>
            </p:cNvCxnSpPr>
            <p:nvPr/>
          </p:nvCxnSpPr>
          <p:spPr>
            <a:xfrm>
              <a:off x="8866771" y="2793808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직선 화살표 연결선 378">
              <a:extLst>
                <a:ext uri="{FF2B5EF4-FFF2-40B4-BE49-F238E27FC236}">
                  <a16:creationId xmlns:a16="http://schemas.microsoft.com/office/drawing/2014/main" id="{2356248B-E34C-62FF-64B8-2A4C9168D4B1}"/>
                </a:ext>
              </a:extLst>
            </p:cNvPr>
            <p:cNvCxnSpPr>
              <a:cxnSpLocks/>
              <a:stCxn id="373" idx="3"/>
              <a:endCxn id="349" idx="1"/>
            </p:cNvCxnSpPr>
            <p:nvPr/>
          </p:nvCxnSpPr>
          <p:spPr>
            <a:xfrm>
              <a:off x="8866771" y="2448377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직선 화살표 연결선 379">
              <a:extLst>
                <a:ext uri="{FF2B5EF4-FFF2-40B4-BE49-F238E27FC236}">
                  <a16:creationId xmlns:a16="http://schemas.microsoft.com/office/drawing/2014/main" id="{E5C1084C-78F8-E186-590E-2A14AEF7EE08}"/>
                </a:ext>
              </a:extLst>
            </p:cNvPr>
            <p:cNvCxnSpPr>
              <a:cxnSpLocks/>
              <a:stCxn id="371" idx="3"/>
              <a:endCxn id="343" idx="1"/>
            </p:cNvCxnSpPr>
            <p:nvPr/>
          </p:nvCxnSpPr>
          <p:spPr>
            <a:xfrm>
              <a:off x="8866771" y="3139238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6CF897D1-DACC-BB1B-D5CE-FF9779CCC51E}"/>
              </a:ext>
            </a:extLst>
          </p:cNvPr>
          <p:cNvGrpSpPr/>
          <p:nvPr/>
        </p:nvGrpSpPr>
        <p:grpSpPr>
          <a:xfrm>
            <a:off x="7762219" y="4058607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2" name="직사각형 381">
                  <a:extLst>
                    <a:ext uri="{FF2B5EF4-FFF2-40B4-BE49-F238E27FC236}">
                      <a16:creationId xmlns:a16="http://schemas.microsoft.com/office/drawing/2014/main" id="{0552ED56-8443-369F-CC36-8040B2774385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2" name="직사각형 381">
                  <a:extLst>
                    <a:ext uri="{FF2B5EF4-FFF2-40B4-BE49-F238E27FC236}">
                      <a16:creationId xmlns:a16="http://schemas.microsoft.com/office/drawing/2014/main" id="{0552ED56-8443-369F-CC36-8040B27743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36"/>
                  <a:stretch>
                    <a:fillRect l="-16216" t="-21739" b="-21739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3" name="직사각형 382">
                  <a:extLst>
                    <a:ext uri="{FF2B5EF4-FFF2-40B4-BE49-F238E27FC236}">
                      <a16:creationId xmlns:a16="http://schemas.microsoft.com/office/drawing/2014/main" id="{C2AE1CBD-2004-9C9B-EF32-84130DEA1E61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3" name="직사각형 382">
                  <a:extLst>
                    <a:ext uri="{FF2B5EF4-FFF2-40B4-BE49-F238E27FC236}">
                      <a16:creationId xmlns:a16="http://schemas.microsoft.com/office/drawing/2014/main" id="{C2AE1CBD-2004-9C9B-EF32-84130DEA1E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37"/>
                  <a:stretch>
                    <a:fillRect l="-16216" t="-26087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4" name="직사각형 383">
                  <a:extLst>
                    <a:ext uri="{FF2B5EF4-FFF2-40B4-BE49-F238E27FC236}">
                      <a16:creationId xmlns:a16="http://schemas.microsoft.com/office/drawing/2014/main" id="{B774EDA2-C0AB-0D2B-2DA9-F2F802FE674C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4" name="직사각형 383">
                  <a:extLst>
                    <a:ext uri="{FF2B5EF4-FFF2-40B4-BE49-F238E27FC236}">
                      <a16:creationId xmlns:a16="http://schemas.microsoft.com/office/drawing/2014/main" id="{B774EDA2-C0AB-0D2B-2DA9-F2F802FE67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38"/>
                  <a:stretch>
                    <a:fillRect l="-16216" t="-26087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85" name="직선 화살표 연결선 384">
            <a:extLst>
              <a:ext uri="{FF2B5EF4-FFF2-40B4-BE49-F238E27FC236}">
                <a16:creationId xmlns:a16="http://schemas.microsoft.com/office/drawing/2014/main" id="{129CDD64-9608-3D80-12A0-2EFE69558783}"/>
              </a:ext>
            </a:extLst>
          </p:cNvPr>
          <p:cNvCxnSpPr>
            <a:cxnSpLocks/>
            <a:stCxn id="382" idx="3"/>
            <a:endCxn id="367" idx="1"/>
          </p:cNvCxnSpPr>
          <p:nvPr/>
        </p:nvCxnSpPr>
        <p:spPr>
          <a:xfrm>
            <a:off x="8203177" y="4883886"/>
            <a:ext cx="222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화살표 연결선 385">
            <a:extLst>
              <a:ext uri="{FF2B5EF4-FFF2-40B4-BE49-F238E27FC236}">
                <a16:creationId xmlns:a16="http://schemas.microsoft.com/office/drawing/2014/main" id="{FCB840C8-BE85-58A1-32C4-5DEC5F6E6FB7}"/>
              </a:ext>
            </a:extLst>
          </p:cNvPr>
          <p:cNvCxnSpPr>
            <a:cxnSpLocks/>
            <a:stCxn id="383" idx="3"/>
            <a:endCxn id="368" idx="1"/>
          </p:cNvCxnSpPr>
          <p:nvPr/>
        </p:nvCxnSpPr>
        <p:spPr>
          <a:xfrm>
            <a:off x="8203177" y="4538456"/>
            <a:ext cx="222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화살표 연결선 386">
            <a:extLst>
              <a:ext uri="{FF2B5EF4-FFF2-40B4-BE49-F238E27FC236}">
                <a16:creationId xmlns:a16="http://schemas.microsoft.com/office/drawing/2014/main" id="{35917CC6-5336-DB1F-3A3B-D602B7581801}"/>
              </a:ext>
            </a:extLst>
          </p:cNvPr>
          <p:cNvCxnSpPr>
            <a:cxnSpLocks/>
            <a:stCxn id="384" idx="3"/>
            <a:endCxn id="369" idx="1"/>
          </p:cNvCxnSpPr>
          <p:nvPr/>
        </p:nvCxnSpPr>
        <p:spPr>
          <a:xfrm>
            <a:off x="8203177" y="4193025"/>
            <a:ext cx="222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꺾인 연결선[E] 387">
            <a:extLst>
              <a:ext uri="{FF2B5EF4-FFF2-40B4-BE49-F238E27FC236}">
                <a16:creationId xmlns:a16="http://schemas.microsoft.com/office/drawing/2014/main" id="{FC01EF4A-2E62-00F0-9FB5-90F53197A890}"/>
              </a:ext>
            </a:extLst>
          </p:cNvPr>
          <p:cNvCxnSpPr>
            <a:cxnSpLocks/>
            <a:stCxn id="384" idx="1"/>
            <a:endCxn id="373" idx="1"/>
          </p:cNvCxnSpPr>
          <p:nvPr/>
        </p:nvCxnSpPr>
        <p:spPr>
          <a:xfrm rot="10800000" flipH="1">
            <a:off x="7762219" y="2448377"/>
            <a:ext cx="663594" cy="1744648"/>
          </a:xfrm>
          <a:prstGeom prst="bentConnector3">
            <a:avLst>
              <a:gd name="adj1" fmla="val -2019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꺾인 연결선[E] 388">
            <a:extLst>
              <a:ext uri="{FF2B5EF4-FFF2-40B4-BE49-F238E27FC236}">
                <a16:creationId xmlns:a16="http://schemas.microsoft.com/office/drawing/2014/main" id="{CA8229CF-3225-E772-9E18-AF7D49E6471E}"/>
              </a:ext>
            </a:extLst>
          </p:cNvPr>
          <p:cNvCxnSpPr>
            <a:cxnSpLocks/>
            <a:stCxn id="383" idx="1"/>
            <a:endCxn id="372" idx="1"/>
          </p:cNvCxnSpPr>
          <p:nvPr/>
        </p:nvCxnSpPr>
        <p:spPr>
          <a:xfrm rot="10800000" flipH="1">
            <a:off x="7762219" y="2793808"/>
            <a:ext cx="663594" cy="1744648"/>
          </a:xfrm>
          <a:prstGeom prst="bentConnector3">
            <a:avLst>
              <a:gd name="adj1" fmla="val -3444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꺾인 연결선[E] 389">
            <a:extLst>
              <a:ext uri="{FF2B5EF4-FFF2-40B4-BE49-F238E27FC236}">
                <a16:creationId xmlns:a16="http://schemas.microsoft.com/office/drawing/2014/main" id="{0F897AF9-266F-80DD-29B0-7684003099A2}"/>
              </a:ext>
            </a:extLst>
          </p:cNvPr>
          <p:cNvCxnSpPr>
            <a:cxnSpLocks/>
            <a:stCxn id="382" idx="1"/>
            <a:endCxn id="371" idx="1"/>
          </p:cNvCxnSpPr>
          <p:nvPr/>
        </p:nvCxnSpPr>
        <p:spPr>
          <a:xfrm rot="10800000" flipH="1">
            <a:off x="7762219" y="3139238"/>
            <a:ext cx="663594" cy="1744648"/>
          </a:xfrm>
          <a:prstGeom prst="bentConnector3">
            <a:avLst>
              <a:gd name="adj1" fmla="val -4870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5A27A4D-8466-8190-A8F9-C6CE3900FD27}"/>
              </a:ext>
            </a:extLst>
          </p:cNvPr>
          <p:cNvCxnSpPr>
            <a:cxnSpLocks/>
          </p:cNvCxnSpPr>
          <p:nvPr/>
        </p:nvCxnSpPr>
        <p:spPr>
          <a:xfrm flipH="1">
            <a:off x="3626069" y="1761977"/>
            <a:ext cx="1141972" cy="2597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bject 64">
            <a:extLst>
              <a:ext uri="{FF2B5EF4-FFF2-40B4-BE49-F238E27FC236}">
                <a16:creationId xmlns:a16="http://schemas.microsoft.com/office/drawing/2014/main" id="{B8709587-7648-A60B-CF92-1948DF228EFE}"/>
              </a:ext>
            </a:extLst>
          </p:cNvPr>
          <p:cNvSpPr txBox="1"/>
          <p:nvPr/>
        </p:nvSpPr>
        <p:spPr>
          <a:xfrm>
            <a:off x="4768041" y="1227609"/>
            <a:ext cx="4098729" cy="1068736"/>
          </a:xfrm>
          <a:prstGeom prst="rect">
            <a:avLst/>
          </a:prstGeom>
          <a:solidFill>
            <a:srgbClr val="FFFFFF">
              <a:alpha val="89804"/>
            </a:srgbClr>
          </a:solidFill>
          <a:ln w="28575">
            <a:solidFill>
              <a:srgbClr val="C00000"/>
            </a:solidFill>
          </a:ln>
        </p:spPr>
        <p:txBody>
          <a:bodyPr vert="horz" wrap="square" lIns="72000" tIns="72000" rIns="72000" bIns="72000" rtlCol="0" anchor="ctr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we use attention layer to cross-contextualize within a set of input vectors?</a:t>
            </a:r>
            <a:endParaRPr lang="en-US" sz="2000" spc="-1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80686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84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2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3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bject 11">
            <a:extLst>
              <a:ext uri="{FF2B5EF4-FFF2-40B4-BE49-F238E27FC236}">
                <a16:creationId xmlns:a16="http://schemas.microsoft.com/office/drawing/2014/main" id="{9E5858FC-3F9A-71E3-DC13-A16FCDBA11E3}"/>
              </a:ext>
            </a:extLst>
          </p:cNvPr>
          <p:cNvSpPr/>
          <p:nvPr/>
        </p:nvSpPr>
        <p:spPr>
          <a:xfrm>
            <a:off x="138222" y="2448377"/>
            <a:ext cx="3677033" cy="384634"/>
          </a:xfrm>
          <a:custGeom>
            <a:avLst/>
            <a:gdLst/>
            <a:ahLst/>
            <a:cxnLst/>
            <a:rect l="l" t="t" r="r" b="b"/>
            <a:pathLst>
              <a:path w="1338579" h="265430">
                <a:moveTo>
                  <a:pt x="0" y="0"/>
                </a:moveTo>
                <a:lnTo>
                  <a:pt x="1337982" y="0"/>
                </a:lnTo>
                <a:lnTo>
                  <a:pt x="1337982" y="265044"/>
                </a:lnTo>
                <a:lnTo>
                  <a:pt x="0" y="2650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11">
            <a:extLst>
              <a:ext uri="{FF2B5EF4-FFF2-40B4-BE49-F238E27FC236}">
                <a16:creationId xmlns:a16="http://schemas.microsoft.com/office/drawing/2014/main" id="{B8529B7F-C0BD-BA8D-FAFA-FA4A5E9D7425}"/>
              </a:ext>
            </a:extLst>
          </p:cNvPr>
          <p:cNvSpPr/>
          <p:nvPr/>
        </p:nvSpPr>
        <p:spPr>
          <a:xfrm>
            <a:off x="138222" y="4009164"/>
            <a:ext cx="4402247" cy="384634"/>
          </a:xfrm>
          <a:custGeom>
            <a:avLst/>
            <a:gdLst/>
            <a:ahLst/>
            <a:cxnLst/>
            <a:rect l="l" t="t" r="r" b="b"/>
            <a:pathLst>
              <a:path w="1338579" h="265430">
                <a:moveTo>
                  <a:pt x="0" y="0"/>
                </a:moveTo>
                <a:lnTo>
                  <a:pt x="1337982" y="0"/>
                </a:lnTo>
                <a:lnTo>
                  <a:pt x="1337982" y="265044"/>
                </a:lnTo>
                <a:lnTo>
                  <a:pt x="0" y="2650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562CB-5F87-96CC-11D2-3AC065A5E25D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89416218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85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2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3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7649A745-3909-482C-E38C-EFB35C0EBD91}"/>
              </a:ext>
            </a:extLst>
          </p:cNvPr>
          <p:cNvGrpSpPr/>
          <p:nvPr/>
        </p:nvGrpSpPr>
        <p:grpSpPr>
          <a:xfrm>
            <a:off x="9191655" y="5424321"/>
            <a:ext cx="1639137" cy="268835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4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A276674-B91D-1BBA-4377-A7E33E7663AF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399124002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86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2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3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7649A745-3909-482C-E38C-EFB35C0EBD91}"/>
              </a:ext>
            </a:extLst>
          </p:cNvPr>
          <p:cNvGrpSpPr/>
          <p:nvPr/>
        </p:nvGrpSpPr>
        <p:grpSpPr>
          <a:xfrm>
            <a:off x="9191655" y="5424321"/>
            <a:ext cx="1639137" cy="268835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4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3266F940-2089-C6C6-5AE2-4AF7B47027CA}"/>
              </a:ext>
            </a:extLst>
          </p:cNvPr>
          <p:cNvGrpSpPr/>
          <p:nvPr/>
        </p:nvGrpSpPr>
        <p:grpSpPr>
          <a:xfrm>
            <a:off x="9191655" y="4994680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88488036-BD87-F49F-D8C8-5E6422AAE39A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88488036-BD87-F49F-D8C8-5E6422AAE3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5C9046CE-E29E-F48E-494B-7CFFDE434D5E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5C9046CE-E29E-F48E-494B-7CFFDE434D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8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53AAD0EA-97EC-1E28-55E8-B4F75EB437B6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53AAD0EA-97EC-1E28-55E8-B4F75EB437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9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0924A4B-347B-BF1B-9360-A2F4C662ABE3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941213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B874533-5CC4-1098-733A-795E286594CB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001122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E36031D-FF03-53A8-EBCB-D9034491D115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10610313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8458D86-1E74-C3AD-8915-A4821BA4E1D3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120871308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87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2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3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7649A745-3909-482C-E38C-EFB35C0EBD91}"/>
              </a:ext>
            </a:extLst>
          </p:cNvPr>
          <p:cNvGrpSpPr/>
          <p:nvPr/>
        </p:nvGrpSpPr>
        <p:grpSpPr>
          <a:xfrm>
            <a:off x="9191655" y="5424321"/>
            <a:ext cx="1639137" cy="268835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4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3266F940-2089-C6C6-5AE2-4AF7B47027CA}"/>
              </a:ext>
            </a:extLst>
          </p:cNvPr>
          <p:cNvGrpSpPr/>
          <p:nvPr/>
        </p:nvGrpSpPr>
        <p:grpSpPr>
          <a:xfrm>
            <a:off x="9191655" y="4994680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88488036-BD87-F49F-D8C8-5E6422AAE39A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88488036-BD87-F49F-D8C8-5E6422AAE3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5C9046CE-E29E-F48E-494B-7CFFDE434D5E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5C9046CE-E29E-F48E-494B-7CFFDE434D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8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53AAD0EA-97EC-1E28-55E8-B4F75EB437B6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53AAD0EA-97EC-1E28-55E8-B4F75EB437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9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0924A4B-347B-BF1B-9360-A2F4C662ABE3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941213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B874533-5CC4-1098-733A-795E286594CB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001122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E36031D-FF03-53A8-EBCB-D9034491D115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10610313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07A39F6-0BA4-EDDF-A71E-8CDD13D2A2DD}"/>
              </a:ext>
            </a:extLst>
          </p:cNvPr>
          <p:cNvGrpSpPr/>
          <p:nvPr/>
        </p:nvGrpSpPr>
        <p:grpSpPr>
          <a:xfrm>
            <a:off x="8425813" y="3793561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6B43188A-C375-ABD2-7268-CC40C62A8D40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6B43188A-C375-ABD2-7268-CC40C62A8D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10"/>
                  <a:stretch>
                    <a:fillRect l="-18919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8BD219E2-9AE0-C64C-FD9D-4F710C379D00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8BD219E2-9AE0-C64C-FD9D-4F710C379D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11"/>
                  <a:stretch>
                    <a:fillRect l="-18919" t="-4348" b="-43478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94E77567-933D-A133-2E86-86F06265D92D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94E77567-933D-A133-2E86-86F06265D9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12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6B36B89-F625-7394-A69E-2000206741F1}"/>
              </a:ext>
            </a:extLst>
          </p:cNvPr>
          <p:cNvGrpSpPr/>
          <p:nvPr/>
        </p:nvGrpSpPr>
        <p:grpSpPr>
          <a:xfrm>
            <a:off x="8420045" y="3933309"/>
            <a:ext cx="2057158" cy="1765178"/>
            <a:chOff x="8553155" y="3927979"/>
            <a:chExt cx="2057158" cy="1765178"/>
          </a:xfrm>
        </p:grpSpPr>
        <p:cxnSp>
          <p:nvCxnSpPr>
            <p:cNvPr id="23" name="꺾인 연결선[E] 22">
              <a:extLst>
                <a:ext uri="{FF2B5EF4-FFF2-40B4-BE49-F238E27FC236}">
                  <a16:creationId xmlns:a16="http://schemas.microsoft.com/office/drawing/2014/main" id="{C9DF8CA4-DF59-BC0C-40DE-565CEBA861DD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445487" y="4726509"/>
              <a:ext cx="1074316" cy="858979"/>
            </a:xfrm>
            <a:prstGeom prst="bentConnector4">
              <a:avLst>
                <a:gd name="adj1" fmla="val -21279"/>
                <a:gd name="adj2" fmla="val 126613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꺾인 연결선[E] 23">
              <a:extLst>
                <a:ext uri="{FF2B5EF4-FFF2-40B4-BE49-F238E27FC236}">
                  <a16:creationId xmlns:a16="http://schemas.microsoft.com/office/drawing/2014/main" id="{A6FC0A5D-43A7-ED49-05FE-371B0437C7B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572317" y="4254249"/>
              <a:ext cx="1419746" cy="1458069"/>
            </a:xfrm>
            <a:prstGeom prst="bentConnector4">
              <a:avLst>
                <a:gd name="adj1" fmla="val -19988"/>
                <a:gd name="adj2" fmla="val 119462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꺾인 연결선[E] 24">
              <a:extLst>
                <a:ext uri="{FF2B5EF4-FFF2-40B4-BE49-F238E27FC236}">
                  <a16:creationId xmlns:a16="http://schemas.microsoft.com/office/drawing/2014/main" id="{4A0DA78F-1703-6A7C-B4C3-48BA842DC83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699145" y="3781989"/>
              <a:ext cx="1765177" cy="2057158"/>
            </a:xfrm>
            <a:prstGeom prst="bentConnector4">
              <a:avLst>
                <a:gd name="adj1" fmla="val -18757"/>
                <a:gd name="adj2" fmla="val 116476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F31F317-2F10-1990-D023-D7B620BEBCB5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420864323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88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2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3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7649A745-3909-482C-E38C-EFB35C0EBD91}"/>
              </a:ext>
            </a:extLst>
          </p:cNvPr>
          <p:cNvGrpSpPr/>
          <p:nvPr/>
        </p:nvGrpSpPr>
        <p:grpSpPr>
          <a:xfrm>
            <a:off x="9191655" y="5424321"/>
            <a:ext cx="1639137" cy="268835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4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3266F940-2089-C6C6-5AE2-4AF7B47027CA}"/>
              </a:ext>
            </a:extLst>
          </p:cNvPr>
          <p:cNvGrpSpPr/>
          <p:nvPr/>
        </p:nvGrpSpPr>
        <p:grpSpPr>
          <a:xfrm>
            <a:off x="9191655" y="4994680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88488036-BD87-F49F-D8C8-5E6422AAE39A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88488036-BD87-F49F-D8C8-5E6422AAE3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5C9046CE-E29E-F48E-494B-7CFFDE434D5E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5C9046CE-E29E-F48E-494B-7CFFDE434D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8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53AAD0EA-97EC-1E28-55E8-B4F75EB437B6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53AAD0EA-97EC-1E28-55E8-B4F75EB437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9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0924A4B-347B-BF1B-9360-A2F4C662ABE3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941213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B874533-5CC4-1098-733A-795E286594CB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001122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E36031D-FF03-53A8-EBCB-D9034491D115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10610313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07A39F6-0BA4-EDDF-A71E-8CDD13D2A2DD}"/>
              </a:ext>
            </a:extLst>
          </p:cNvPr>
          <p:cNvGrpSpPr/>
          <p:nvPr/>
        </p:nvGrpSpPr>
        <p:grpSpPr>
          <a:xfrm>
            <a:off x="8425813" y="3793561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6B43188A-C375-ABD2-7268-CC40C62A8D40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6B43188A-C375-ABD2-7268-CC40C62A8D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10"/>
                  <a:stretch>
                    <a:fillRect l="-18919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8BD219E2-9AE0-C64C-FD9D-4F710C379D00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8BD219E2-9AE0-C64C-FD9D-4F710C379D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11"/>
                  <a:stretch>
                    <a:fillRect l="-18919" t="-4348" b="-43478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94E77567-933D-A133-2E86-86F06265D92D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94E77567-933D-A133-2E86-86F06265D9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12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6B36B89-F625-7394-A69E-2000206741F1}"/>
              </a:ext>
            </a:extLst>
          </p:cNvPr>
          <p:cNvGrpSpPr/>
          <p:nvPr/>
        </p:nvGrpSpPr>
        <p:grpSpPr>
          <a:xfrm>
            <a:off x="8420045" y="3933309"/>
            <a:ext cx="2057158" cy="1765178"/>
            <a:chOff x="8553155" y="3927979"/>
            <a:chExt cx="2057158" cy="1765178"/>
          </a:xfrm>
        </p:grpSpPr>
        <p:cxnSp>
          <p:nvCxnSpPr>
            <p:cNvPr id="23" name="꺾인 연결선[E] 22">
              <a:extLst>
                <a:ext uri="{FF2B5EF4-FFF2-40B4-BE49-F238E27FC236}">
                  <a16:creationId xmlns:a16="http://schemas.microsoft.com/office/drawing/2014/main" id="{C9DF8CA4-DF59-BC0C-40DE-565CEBA861DD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445487" y="4726509"/>
              <a:ext cx="1074316" cy="858979"/>
            </a:xfrm>
            <a:prstGeom prst="bentConnector4">
              <a:avLst>
                <a:gd name="adj1" fmla="val -21279"/>
                <a:gd name="adj2" fmla="val 126613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꺾인 연결선[E] 23">
              <a:extLst>
                <a:ext uri="{FF2B5EF4-FFF2-40B4-BE49-F238E27FC236}">
                  <a16:creationId xmlns:a16="http://schemas.microsoft.com/office/drawing/2014/main" id="{A6FC0A5D-43A7-ED49-05FE-371B0437C7B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572317" y="4254249"/>
              <a:ext cx="1419746" cy="1458069"/>
            </a:xfrm>
            <a:prstGeom prst="bentConnector4">
              <a:avLst>
                <a:gd name="adj1" fmla="val -19988"/>
                <a:gd name="adj2" fmla="val 119462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꺾인 연결선[E] 24">
              <a:extLst>
                <a:ext uri="{FF2B5EF4-FFF2-40B4-BE49-F238E27FC236}">
                  <a16:creationId xmlns:a16="http://schemas.microsoft.com/office/drawing/2014/main" id="{4A0DA78F-1703-6A7C-B4C3-48BA842DC83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699145" y="3781989"/>
              <a:ext cx="1765177" cy="2057158"/>
            </a:xfrm>
            <a:prstGeom prst="bentConnector4">
              <a:avLst>
                <a:gd name="adj1" fmla="val -18757"/>
                <a:gd name="adj2" fmla="val 116476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03D70AF-0443-E2E9-37F0-36A3B918C384}"/>
              </a:ext>
            </a:extLst>
          </p:cNvPr>
          <p:cNvSpPr/>
          <p:nvPr/>
        </p:nvSpPr>
        <p:spPr>
          <a:xfrm>
            <a:off x="9097062" y="3712946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50F34F1F-B19C-E8AF-DA7C-2672669614D8}"/>
                  </a:ext>
                </a:extLst>
              </p:cNvPr>
              <p:cNvSpPr/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50F34F1F-B19C-E8AF-DA7C-2672669614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blipFill>
                <a:blip r:embed="rId13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F080999C-B615-EAC1-1CF8-1C8154620976}"/>
                  </a:ext>
                </a:extLst>
              </p:cNvPr>
              <p:cNvSpPr/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F080999C-B615-EAC1-1CF8-1C81546209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blipFill>
                <a:blip r:embed="rId14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328C40F5-18E8-9380-73D4-CF58D479CC31}"/>
                  </a:ext>
                </a:extLst>
              </p:cNvPr>
              <p:cNvSpPr/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328C40F5-18E8-9380-73D4-CF58D479CC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blipFill>
                <a:blip r:embed="rId15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81253C2E-DA2B-0489-988D-39F0F2B62658}"/>
                  </a:ext>
                </a:extLst>
              </p:cNvPr>
              <p:cNvSpPr/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81253C2E-DA2B-0489-988D-39F0F2B626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blipFill>
                <a:blip r:embed="rId16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563FE48A-20AF-221C-F09F-ED70FC0A128A}"/>
                  </a:ext>
                </a:extLst>
              </p:cNvPr>
              <p:cNvSpPr/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563FE48A-20AF-221C-F09F-ED70FC0A12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blipFill>
                <a:blip r:embed="rId17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39E7118C-400C-6372-D855-866AABA7EBF8}"/>
                  </a:ext>
                </a:extLst>
              </p:cNvPr>
              <p:cNvSpPr/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39E7118C-400C-6372-D855-866AABA7EB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blipFill>
                <a:blip r:embed="rId18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55D69655-BB52-72A7-D7BD-8EDDB90A34B5}"/>
                  </a:ext>
                </a:extLst>
              </p:cNvPr>
              <p:cNvSpPr/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55D69655-BB52-72A7-D7BD-8EDDB90A34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blipFill>
                <a:blip r:embed="rId19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D5D05344-A5D5-BBD4-4D07-0421DCCEBEA2}"/>
                  </a:ext>
                </a:extLst>
              </p:cNvPr>
              <p:cNvSpPr/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D5D05344-A5D5-BBD4-4D07-0421DCCEBE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blipFill>
                <a:blip r:embed="rId20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FCB15CB1-A37D-88F5-C031-CD0E0660DB8F}"/>
                  </a:ext>
                </a:extLst>
              </p:cNvPr>
              <p:cNvSpPr/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FCB15CB1-A37D-88F5-C031-CD0E0660DB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blipFill>
                <a:blip r:embed="rId21"/>
                <a:stretch>
                  <a:fillRect l="-27027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D3C3D030-5462-5CFE-2073-A7E54629292E}"/>
              </a:ext>
            </a:extLst>
          </p:cNvPr>
          <p:cNvCxnSpPr>
            <a:cxnSpLocks/>
          </p:cNvCxnSpPr>
          <p:nvPr/>
        </p:nvCxnSpPr>
        <p:spPr>
          <a:xfrm flipV="1">
            <a:off x="941213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D88C72B4-D7A9-C613-14E3-977AAEB95D0F}"/>
              </a:ext>
            </a:extLst>
          </p:cNvPr>
          <p:cNvCxnSpPr>
            <a:cxnSpLocks/>
          </p:cNvCxnSpPr>
          <p:nvPr/>
        </p:nvCxnSpPr>
        <p:spPr>
          <a:xfrm flipV="1">
            <a:off x="1001122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2CEE8B76-5BB1-2AD8-CFD4-17AABAE31B6D}"/>
              </a:ext>
            </a:extLst>
          </p:cNvPr>
          <p:cNvCxnSpPr>
            <a:cxnSpLocks/>
          </p:cNvCxnSpPr>
          <p:nvPr/>
        </p:nvCxnSpPr>
        <p:spPr>
          <a:xfrm flipV="1">
            <a:off x="10610313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8ACD462F-8F75-9E07-955A-86A888907B1F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866770" y="4618840"/>
            <a:ext cx="22597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18CFE97-410C-CB07-DE69-1EE5740D33AB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8866770" y="4273410"/>
            <a:ext cx="22597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70CD965-695E-9F49-1D09-14FDE3717C6E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8866770" y="3927979"/>
            <a:ext cx="22597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D66B462-603B-FD9D-FA9C-CDCDD875C60F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102774166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89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2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3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7649A745-3909-482C-E38C-EFB35C0EBD91}"/>
              </a:ext>
            </a:extLst>
          </p:cNvPr>
          <p:cNvGrpSpPr/>
          <p:nvPr/>
        </p:nvGrpSpPr>
        <p:grpSpPr>
          <a:xfrm>
            <a:off x="9191655" y="5424321"/>
            <a:ext cx="1639137" cy="268835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4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3266F940-2089-C6C6-5AE2-4AF7B47027CA}"/>
              </a:ext>
            </a:extLst>
          </p:cNvPr>
          <p:cNvGrpSpPr/>
          <p:nvPr/>
        </p:nvGrpSpPr>
        <p:grpSpPr>
          <a:xfrm>
            <a:off x="9191655" y="4994680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88488036-BD87-F49F-D8C8-5E6422AAE39A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88488036-BD87-F49F-D8C8-5E6422AAE3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5C9046CE-E29E-F48E-494B-7CFFDE434D5E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5C9046CE-E29E-F48E-494B-7CFFDE434D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8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53AAD0EA-97EC-1E28-55E8-B4F75EB437B6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53AAD0EA-97EC-1E28-55E8-B4F75EB437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9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0924A4B-347B-BF1B-9360-A2F4C662ABE3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941213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B874533-5CC4-1098-733A-795E286594CB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001122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E36031D-FF03-53A8-EBCB-D9034491D115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10610313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07A39F6-0BA4-EDDF-A71E-8CDD13D2A2DD}"/>
              </a:ext>
            </a:extLst>
          </p:cNvPr>
          <p:cNvGrpSpPr/>
          <p:nvPr/>
        </p:nvGrpSpPr>
        <p:grpSpPr>
          <a:xfrm>
            <a:off x="8425813" y="3793561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6B43188A-C375-ABD2-7268-CC40C62A8D40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6B43188A-C375-ABD2-7268-CC40C62A8D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10"/>
                  <a:stretch>
                    <a:fillRect l="-18919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8BD219E2-9AE0-C64C-FD9D-4F710C379D00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8BD219E2-9AE0-C64C-FD9D-4F710C379D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11"/>
                  <a:stretch>
                    <a:fillRect l="-18919" t="-4348" b="-43478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94E77567-933D-A133-2E86-86F06265D92D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94E77567-933D-A133-2E86-86F06265D9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12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6B36B89-F625-7394-A69E-2000206741F1}"/>
              </a:ext>
            </a:extLst>
          </p:cNvPr>
          <p:cNvGrpSpPr/>
          <p:nvPr/>
        </p:nvGrpSpPr>
        <p:grpSpPr>
          <a:xfrm>
            <a:off x="8420045" y="3933309"/>
            <a:ext cx="2057158" cy="1765178"/>
            <a:chOff x="8553155" y="3927979"/>
            <a:chExt cx="2057158" cy="1765178"/>
          </a:xfrm>
        </p:grpSpPr>
        <p:cxnSp>
          <p:nvCxnSpPr>
            <p:cNvPr id="23" name="꺾인 연결선[E] 22">
              <a:extLst>
                <a:ext uri="{FF2B5EF4-FFF2-40B4-BE49-F238E27FC236}">
                  <a16:creationId xmlns:a16="http://schemas.microsoft.com/office/drawing/2014/main" id="{C9DF8CA4-DF59-BC0C-40DE-565CEBA861DD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445487" y="4726509"/>
              <a:ext cx="1074316" cy="858979"/>
            </a:xfrm>
            <a:prstGeom prst="bentConnector4">
              <a:avLst>
                <a:gd name="adj1" fmla="val -21279"/>
                <a:gd name="adj2" fmla="val 126613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꺾인 연결선[E] 23">
              <a:extLst>
                <a:ext uri="{FF2B5EF4-FFF2-40B4-BE49-F238E27FC236}">
                  <a16:creationId xmlns:a16="http://schemas.microsoft.com/office/drawing/2014/main" id="{A6FC0A5D-43A7-ED49-05FE-371B0437C7B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572317" y="4254249"/>
              <a:ext cx="1419746" cy="1458069"/>
            </a:xfrm>
            <a:prstGeom prst="bentConnector4">
              <a:avLst>
                <a:gd name="adj1" fmla="val -19988"/>
                <a:gd name="adj2" fmla="val 119462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꺾인 연결선[E] 24">
              <a:extLst>
                <a:ext uri="{FF2B5EF4-FFF2-40B4-BE49-F238E27FC236}">
                  <a16:creationId xmlns:a16="http://schemas.microsoft.com/office/drawing/2014/main" id="{4A0DA78F-1703-6A7C-B4C3-48BA842DC83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699145" y="3781989"/>
              <a:ext cx="1765177" cy="2057158"/>
            </a:xfrm>
            <a:prstGeom prst="bentConnector4">
              <a:avLst>
                <a:gd name="adj1" fmla="val -18757"/>
                <a:gd name="adj2" fmla="val 116476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03D70AF-0443-E2E9-37F0-36A3B918C384}"/>
              </a:ext>
            </a:extLst>
          </p:cNvPr>
          <p:cNvSpPr/>
          <p:nvPr/>
        </p:nvSpPr>
        <p:spPr>
          <a:xfrm>
            <a:off x="9097062" y="3712946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50F34F1F-B19C-E8AF-DA7C-2672669614D8}"/>
                  </a:ext>
                </a:extLst>
              </p:cNvPr>
              <p:cNvSpPr/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50F34F1F-B19C-E8AF-DA7C-2672669614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blipFill>
                <a:blip r:embed="rId13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F080999C-B615-EAC1-1CF8-1C8154620976}"/>
                  </a:ext>
                </a:extLst>
              </p:cNvPr>
              <p:cNvSpPr/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F080999C-B615-EAC1-1CF8-1C81546209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blipFill>
                <a:blip r:embed="rId14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328C40F5-18E8-9380-73D4-CF58D479CC31}"/>
                  </a:ext>
                </a:extLst>
              </p:cNvPr>
              <p:cNvSpPr/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328C40F5-18E8-9380-73D4-CF58D479CC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blipFill>
                <a:blip r:embed="rId15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81253C2E-DA2B-0489-988D-39F0F2B62658}"/>
                  </a:ext>
                </a:extLst>
              </p:cNvPr>
              <p:cNvSpPr/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81253C2E-DA2B-0489-988D-39F0F2B626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blipFill>
                <a:blip r:embed="rId16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563FE48A-20AF-221C-F09F-ED70FC0A128A}"/>
                  </a:ext>
                </a:extLst>
              </p:cNvPr>
              <p:cNvSpPr/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563FE48A-20AF-221C-F09F-ED70FC0A12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blipFill>
                <a:blip r:embed="rId17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39E7118C-400C-6372-D855-866AABA7EBF8}"/>
                  </a:ext>
                </a:extLst>
              </p:cNvPr>
              <p:cNvSpPr/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39E7118C-400C-6372-D855-866AABA7EB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blipFill>
                <a:blip r:embed="rId18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55D69655-BB52-72A7-D7BD-8EDDB90A34B5}"/>
                  </a:ext>
                </a:extLst>
              </p:cNvPr>
              <p:cNvSpPr/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55D69655-BB52-72A7-D7BD-8EDDB90A34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blipFill>
                <a:blip r:embed="rId19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D5D05344-A5D5-BBD4-4D07-0421DCCEBEA2}"/>
                  </a:ext>
                </a:extLst>
              </p:cNvPr>
              <p:cNvSpPr/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D5D05344-A5D5-BBD4-4D07-0421DCCEBE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blipFill>
                <a:blip r:embed="rId20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FCB15CB1-A37D-88F5-C031-CD0E0660DB8F}"/>
                  </a:ext>
                </a:extLst>
              </p:cNvPr>
              <p:cNvSpPr/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FCB15CB1-A37D-88F5-C031-CD0E0660DB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blipFill>
                <a:blip r:embed="rId21"/>
                <a:stretch>
                  <a:fillRect l="-27027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D3C3D030-5462-5CFE-2073-A7E54629292E}"/>
              </a:ext>
            </a:extLst>
          </p:cNvPr>
          <p:cNvCxnSpPr>
            <a:cxnSpLocks/>
          </p:cNvCxnSpPr>
          <p:nvPr/>
        </p:nvCxnSpPr>
        <p:spPr>
          <a:xfrm flipV="1">
            <a:off x="941213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D88C72B4-D7A9-C613-14E3-977AAEB95D0F}"/>
              </a:ext>
            </a:extLst>
          </p:cNvPr>
          <p:cNvCxnSpPr>
            <a:cxnSpLocks/>
          </p:cNvCxnSpPr>
          <p:nvPr/>
        </p:nvCxnSpPr>
        <p:spPr>
          <a:xfrm flipV="1">
            <a:off x="1001122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2CEE8B76-5BB1-2AD8-CFD4-17AABAE31B6D}"/>
              </a:ext>
            </a:extLst>
          </p:cNvPr>
          <p:cNvCxnSpPr>
            <a:cxnSpLocks/>
          </p:cNvCxnSpPr>
          <p:nvPr/>
        </p:nvCxnSpPr>
        <p:spPr>
          <a:xfrm flipV="1">
            <a:off x="10610313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8ACD462F-8F75-9E07-955A-86A888907B1F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866770" y="4618840"/>
            <a:ext cx="22597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18CFE97-410C-CB07-DE69-1EE5740D33AB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8866770" y="4273410"/>
            <a:ext cx="22597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70CD965-695E-9F49-1D09-14FDE3717C6E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8866770" y="3927979"/>
            <a:ext cx="22597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1776BD16-8757-9D45-8846-3D400B38E378}"/>
                  </a:ext>
                </a:extLst>
              </p:cNvPr>
              <p:cNvSpPr/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1776BD16-8757-9D45-8846-3D400B38E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blipFill>
                <a:blip r:embed="rId22"/>
                <a:stretch>
                  <a:fillRect b="-1538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직사각형 42">
            <a:extLst>
              <a:ext uri="{FF2B5EF4-FFF2-40B4-BE49-F238E27FC236}">
                <a16:creationId xmlns:a16="http://schemas.microsoft.com/office/drawing/2014/main" id="{1FE8FB93-7754-96D5-EECA-7B1BEC5B0EF3}"/>
              </a:ext>
            </a:extLst>
          </p:cNvPr>
          <p:cNvSpPr/>
          <p:nvPr/>
        </p:nvSpPr>
        <p:spPr>
          <a:xfrm>
            <a:off x="9097062" y="1968298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E7B7B3A7-FCEB-17CF-DFEA-9375911EFAD6}"/>
                  </a:ext>
                </a:extLst>
              </p:cNvPr>
              <p:cNvSpPr/>
              <p:nvPr/>
            </p:nvSpPr>
            <p:spPr>
              <a:xfrm>
                <a:off x="9191655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E7B7B3A7-FCEB-17CF-DFEA-9375911EFA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739774"/>
                <a:ext cx="440958" cy="268835"/>
              </a:xfrm>
              <a:prstGeom prst="rect">
                <a:avLst/>
              </a:prstGeom>
              <a:blipFill>
                <a:blip r:embed="rId23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6495EA6F-DD32-FA94-51C6-EBDFFCDC55DF}"/>
                  </a:ext>
                </a:extLst>
              </p:cNvPr>
              <p:cNvSpPr/>
              <p:nvPr/>
            </p:nvSpPr>
            <p:spPr>
              <a:xfrm>
                <a:off x="9790745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6495EA6F-DD32-FA94-51C6-EBDFFCDC55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739774"/>
                <a:ext cx="440958" cy="268835"/>
              </a:xfrm>
              <a:prstGeom prst="rect">
                <a:avLst/>
              </a:prstGeom>
              <a:blipFill>
                <a:blip r:embed="rId24"/>
                <a:stretch>
                  <a:fillRect l="-30556" t="-21739" r="-2778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FF1A1A7B-2B43-38DE-344F-8142F14C304A}"/>
                  </a:ext>
                </a:extLst>
              </p:cNvPr>
              <p:cNvSpPr/>
              <p:nvPr/>
            </p:nvSpPr>
            <p:spPr>
              <a:xfrm>
                <a:off x="10389834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FF1A1A7B-2B43-38DE-344F-8142F14C30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739774"/>
                <a:ext cx="440958" cy="268835"/>
              </a:xfrm>
              <a:prstGeom prst="rect">
                <a:avLst/>
              </a:prstGeom>
              <a:blipFill>
                <a:blip r:embed="rId25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BD1B4C82-5CAD-CA3D-89D3-EFB43A9D4E73}"/>
                  </a:ext>
                </a:extLst>
              </p:cNvPr>
              <p:cNvSpPr/>
              <p:nvPr/>
            </p:nvSpPr>
            <p:spPr>
              <a:xfrm>
                <a:off x="9191655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BD1B4C82-5CAD-CA3D-89D3-EFB43A9D4E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394344"/>
                <a:ext cx="440958" cy="268835"/>
              </a:xfrm>
              <a:prstGeom prst="rect">
                <a:avLst/>
              </a:prstGeom>
              <a:blipFill>
                <a:blip r:embed="rId26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D5A2CE65-3AB4-DD9C-E6ED-94187CBD0EC0}"/>
                  </a:ext>
                </a:extLst>
              </p:cNvPr>
              <p:cNvSpPr/>
              <p:nvPr/>
            </p:nvSpPr>
            <p:spPr>
              <a:xfrm>
                <a:off x="9790745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D5A2CE65-3AB4-DD9C-E6ED-94187CBD0E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394344"/>
                <a:ext cx="440958" cy="268835"/>
              </a:xfrm>
              <a:prstGeom prst="rect">
                <a:avLst/>
              </a:prstGeom>
              <a:blipFill>
                <a:blip r:embed="rId27"/>
                <a:stretch>
                  <a:fillRect l="-30556" t="-21739" r="-2778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A230D4B9-A12C-3989-E5EE-AA7EC38A0038}"/>
                  </a:ext>
                </a:extLst>
              </p:cNvPr>
              <p:cNvSpPr/>
              <p:nvPr/>
            </p:nvSpPr>
            <p:spPr>
              <a:xfrm>
                <a:off x="10389834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A230D4B9-A12C-3989-E5EE-AA7EC38A00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394344"/>
                <a:ext cx="440958" cy="268835"/>
              </a:xfrm>
              <a:prstGeom prst="rect">
                <a:avLst/>
              </a:prstGeom>
              <a:blipFill>
                <a:blip r:embed="rId28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12787281-7802-712F-6986-85A981C0B9DF}"/>
                  </a:ext>
                </a:extLst>
              </p:cNvPr>
              <p:cNvSpPr/>
              <p:nvPr/>
            </p:nvSpPr>
            <p:spPr>
              <a:xfrm>
                <a:off x="9191655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12787281-7802-712F-6986-85A981C0B9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048913"/>
                <a:ext cx="440958" cy="268835"/>
              </a:xfrm>
              <a:prstGeom prst="rect">
                <a:avLst/>
              </a:prstGeom>
              <a:blipFill>
                <a:blip r:embed="rId29"/>
                <a:stretch>
                  <a:fillRect l="-30556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AA596703-1AA0-344D-BEEE-C0C21BAE04AA}"/>
                  </a:ext>
                </a:extLst>
              </p:cNvPr>
              <p:cNvSpPr/>
              <p:nvPr/>
            </p:nvSpPr>
            <p:spPr>
              <a:xfrm>
                <a:off x="9790745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AA596703-1AA0-344D-BEEE-C0C21BAE0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048913"/>
                <a:ext cx="440958" cy="268835"/>
              </a:xfrm>
              <a:prstGeom prst="rect">
                <a:avLst/>
              </a:prstGeom>
              <a:blipFill>
                <a:blip r:embed="rId30"/>
                <a:stretch>
                  <a:fillRect l="-30556" t="-17391" r="-2778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5A5D1779-0E79-5F6D-E453-A9663C362356}"/>
                  </a:ext>
                </a:extLst>
              </p:cNvPr>
              <p:cNvSpPr/>
              <p:nvPr/>
            </p:nvSpPr>
            <p:spPr>
              <a:xfrm>
                <a:off x="10389834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5A5D1779-0E79-5F6D-E453-A9663C3623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048913"/>
                <a:ext cx="440958" cy="268835"/>
              </a:xfrm>
              <a:prstGeom prst="rect">
                <a:avLst/>
              </a:prstGeom>
              <a:blipFill>
                <a:blip r:embed="rId31"/>
                <a:stretch>
                  <a:fillRect l="-29730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B297FDE3-B56D-B0BC-AFE4-2072C19C5D6B}"/>
              </a:ext>
            </a:extLst>
          </p:cNvPr>
          <p:cNvCxnSpPr>
            <a:cxnSpLocks/>
            <a:stCxn id="39" idx="0"/>
            <a:endCxn id="43" idx="2"/>
          </p:cNvCxnSpPr>
          <p:nvPr/>
        </p:nvCxnSpPr>
        <p:spPr>
          <a:xfrm flipV="1">
            <a:off x="10011223" y="3089224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20047698-C6AD-7889-C950-73FDDED790E9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10011223" y="3552138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0AC0B52-F977-2847-E21F-2ADD6C671527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316975316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90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2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3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7649A745-3909-482C-E38C-EFB35C0EBD91}"/>
              </a:ext>
            </a:extLst>
          </p:cNvPr>
          <p:cNvGrpSpPr/>
          <p:nvPr/>
        </p:nvGrpSpPr>
        <p:grpSpPr>
          <a:xfrm>
            <a:off x="9191655" y="5424321"/>
            <a:ext cx="1639137" cy="268835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4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FAD4A5B-67BD-E1C4-5A4B-3CBA356302DA}"/>
              </a:ext>
            </a:extLst>
          </p:cNvPr>
          <p:cNvGrpSpPr/>
          <p:nvPr/>
        </p:nvGrpSpPr>
        <p:grpSpPr>
          <a:xfrm>
            <a:off x="9191655" y="4994680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4D0EEF5E-CE6F-5064-859E-22A6D2D620DC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4D0EEF5E-CE6F-5064-859E-22A6D2D620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BDBB78CA-592B-85F7-8ABA-5DB3216EDF4B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BDBB78CA-592B-85F7-8ABA-5DB3216EDF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8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54A6B319-B96E-451B-933B-355AB7DFA187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54A6B319-B96E-451B-933B-355AB7DFA1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9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99B2BD-DE77-E911-5687-008CF9914538}"/>
              </a:ext>
            </a:extLst>
          </p:cNvPr>
          <p:cNvSpPr/>
          <p:nvPr/>
        </p:nvSpPr>
        <p:spPr>
          <a:xfrm>
            <a:off x="9097062" y="3712946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B64D6D38-0655-2CF7-24F9-5977D131D516}"/>
                  </a:ext>
                </a:extLst>
              </p:cNvPr>
              <p:cNvSpPr/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B64D6D38-0655-2CF7-24F9-5977D131D5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blipFill>
                <a:blip r:embed="rId10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0953765A-6FEE-1C25-6BF5-A866943D0736}"/>
                  </a:ext>
                </a:extLst>
              </p:cNvPr>
              <p:cNvSpPr/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0953765A-6FEE-1C25-6BF5-A866943D07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blipFill>
                <a:blip r:embed="rId11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4B0381D-04FD-3BD5-7637-E3E6FBD18BD5}"/>
                  </a:ext>
                </a:extLst>
              </p:cNvPr>
              <p:cNvSpPr/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4B0381D-04FD-3BD5-7637-E3E6FBD18B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blipFill>
                <a:blip r:embed="rId12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DF82F624-B4FB-643E-03FC-37BB217029B7}"/>
                  </a:ext>
                </a:extLst>
              </p:cNvPr>
              <p:cNvSpPr/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DF82F624-B4FB-643E-03FC-37BB217029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blipFill>
                <a:blip r:embed="rId13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6B58053E-225A-72A1-1CD2-A39EEDF680FF}"/>
                  </a:ext>
                </a:extLst>
              </p:cNvPr>
              <p:cNvSpPr/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6B58053E-225A-72A1-1CD2-A39EEDF680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blipFill>
                <a:blip r:embed="rId14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62C5CD32-6279-C624-5E41-2C3819DBC26E}"/>
                  </a:ext>
                </a:extLst>
              </p:cNvPr>
              <p:cNvSpPr/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62C5CD32-6279-C624-5E41-2C3819DBC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blipFill>
                <a:blip r:embed="rId15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5E48A11C-8CC1-B843-BC9A-A60DDEDB29B5}"/>
                  </a:ext>
                </a:extLst>
              </p:cNvPr>
              <p:cNvSpPr/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5E48A11C-8CC1-B843-BC9A-A60DDEDB29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blipFill>
                <a:blip r:embed="rId16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15B1127-0B45-7FBD-B1B7-08FB3AF3C5BE}"/>
                  </a:ext>
                </a:extLst>
              </p:cNvPr>
              <p:cNvSpPr/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15B1127-0B45-7FBD-B1B7-08FB3AF3C5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blipFill>
                <a:blip r:embed="rId17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69CE50F8-FE0E-CD96-21ED-5E79180C0933}"/>
                  </a:ext>
                </a:extLst>
              </p:cNvPr>
              <p:cNvSpPr/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69CE50F8-FE0E-CD96-21ED-5E79180C09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blipFill>
                <a:blip r:embed="rId18"/>
                <a:stretch>
                  <a:fillRect l="-27027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55866675-2F64-1AC7-DE3B-F4FBF33EDB3A}"/>
                  </a:ext>
                </a:extLst>
              </p:cNvPr>
              <p:cNvSpPr/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55866675-2F64-1AC7-DE3B-F4FBF33EDB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blipFill>
                <a:blip r:embed="rId19"/>
                <a:stretch>
                  <a:fillRect b="-1538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직사각형 26">
            <a:extLst>
              <a:ext uri="{FF2B5EF4-FFF2-40B4-BE49-F238E27FC236}">
                <a16:creationId xmlns:a16="http://schemas.microsoft.com/office/drawing/2014/main" id="{9F0A0B66-CEA3-80BB-7FC5-7D75A48190FA}"/>
              </a:ext>
            </a:extLst>
          </p:cNvPr>
          <p:cNvSpPr/>
          <p:nvPr/>
        </p:nvSpPr>
        <p:spPr>
          <a:xfrm>
            <a:off x="9097062" y="1968298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33A32DF8-B0DD-1888-94AE-07F2BA3FC685}"/>
                  </a:ext>
                </a:extLst>
              </p:cNvPr>
              <p:cNvSpPr/>
              <p:nvPr/>
            </p:nvSpPr>
            <p:spPr>
              <a:xfrm>
                <a:off x="9191655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33A32DF8-B0DD-1888-94AE-07F2BA3FC6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739774"/>
                <a:ext cx="440958" cy="268835"/>
              </a:xfrm>
              <a:prstGeom prst="rect">
                <a:avLst/>
              </a:prstGeom>
              <a:blipFill>
                <a:blip r:embed="rId20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B892AEA5-B3CB-A0AC-2F7F-E4EB7CFE953E}"/>
                  </a:ext>
                </a:extLst>
              </p:cNvPr>
              <p:cNvSpPr/>
              <p:nvPr/>
            </p:nvSpPr>
            <p:spPr>
              <a:xfrm>
                <a:off x="9790745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B892AEA5-B3CB-A0AC-2F7F-E4EB7CFE95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739774"/>
                <a:ext cx="440958" cy="268835"/>
              </a:xfrm>
              <a:prstGeom prst="rect">
                <a:avLst/>
              </a:prstGeom>
              <a:blipFill>
                <a:blip r:embed="rId21"/>
                <a:stretch>
                  <a:fillRect l="-30556" t="-21739" r="-2778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CCC92B85-347A-64A9-6962-C7707E5AF9A6}"/>
                  </a:ext>
                </a:extLst>
              </p:cNvPr>
              <p:cNvSpPr/>
              <p:nvPr/>
            </p:nvSpPr>
            <p:spPr>
              <a:xfrm>
                <a:off x="10389834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CCC92B85-347A-64A9-6962-C7707E5AF9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739774"/>
                <a:ext cx="440958" cy="268835"/>
              </a:xfrm>
              <a:prstGeom prst="rect">
                <a:avLst/>
              </a:prstGeom>
              <a:blipFill>
                <a:blip r:embed="rId22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DBDE204B-7827-F400-05FF-6DC91DADFB4D}"/>
                  </a:ext>
                </a:extLst>
              </p:cNvPr>
              <p:cNvSpPr/>
              <p:nvPr/>
            </p:nvSpPr>
            <p:spPr>
              <a:xfrm>
                <a:off x="9191655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DBDE204B-7827-F400-05FF-6DC91DADFB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394344"/>
                <a:ext cx="440958" cy="268835"/>
              </a:xfrm>
              <a:prstGeom prst="rect">
                <a:avLst/>
              </a:prstGeom>
              <a:blipFill>
                <a:blip r:embed="rId23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E145A8D4-B04C-69D8-3905-7D5995AD6BE3}"/>
                  </a:ext>
                </a:extLst>
              </p:cNvPr>
              <p:cNvSpPr/>
              <p:nvPr/>
            </p:nvSpPr>
            <p:spPr>
              <a:xfrm>
                <a:off x="9790745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E145A8D4-B04C-69D8-3905-7D5995AD6B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394344"/>
                <a:ext cx="440958" cy="268835"/>
              </a:xfrm>
              <a:prstGeom prst="rect">
                <a:avLst/>
              </a:prstGeom>
              <a:blipFill>
                <a:blip r:embed="rId24"/>
                <a:stretch>
                  <a:fillRect l="-30556" t="-21739" r="-2778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C02CF31D-02C8-B93A-910D-83C8723759AB}"/>
                  </a:ext>
                </a:extLst>
              </p:cNvPr>
              <p:cNvSpPr/>
              <p:nvPr/>
            </p:nvSpPr>
            <p:spPr>
              <a:xfrm>
                <a:off x="10389834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C02CF31D-02C8-B93A-910D-83C872375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394344"/>
                <a:ext cx="440958" cy="268835"/>
              </a:xfrm>
              <a:prstGeom prst="rect">
                <a:avLst/>
              </a:prstGeom>
              <a:blipFill>
                <a:blip r:embed="rId25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69CCF20A-0065-55EB-B04E-31128437F589}"/>
                  </a:ext>
                </a:extLst>
              </p:cNvPr>
              <p:cNvSpPr/>
              <p:nvPr/>
            </p:nvSpPr>
            <p:spPr>
              <a:xfrm>
                <a:off x="9191655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69CCF20A-0065-55EB-B04E-31128437F5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048913"/>
                <a:ext cx="440958" cy="268835"/>
              </a:xfrm>
              <a:prstGeom prst="rect">
                <a:avLst/>
              </a:prstGeom>
              <a:blipFill>
                <a:blip r:embed="rId26"/>
                <a:stretch>
                  <a:fillRect l="-30556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C6B3C59F-306A-062E-EB82-1AB104B8F5F5}"/>
                  </a:ext>
                </a:extLst>
              </p:cNvPr>
              <p:cNvSpPr/>
              <p:nvPr/>
            </p:nvSpPr>
            <p:spPr>
              <a:xfrm>
                <a:off x="9790745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C6B3C59F-306A-062E-EB82-1AB104B8F5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048913"/>
                <a:ext cx="440958" cy="268835"/>
              </a:xfrm>
              <a:prstGeom prst="rect">
                <a:avLst/>
              </a:prstGeom>
              <a:blipFill>
                <a:blip r:embed="rId27"/>
                <a:stretch>
                  <a:fillRect l="-30556" t="-17391" r="-2778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29C9B960-B1C5-4E9E-607C-2B7392F63AD2}"/>
                  </a:ext>
                </a:extLst>
              </p:cNvPr>
              <p:cNvSpPr/>
              <p:nvPr/>
            </p:nvSpPr>
            <p:spPr>
              <a:xfrm>
                <a:off x="10389834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29C9B960-B1C5-4E9E-607C-2B7392F63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048913"/>
                <a:ext cx="440958" cy="268835"/>
              </a:xfrm>
              <a:prstGeom prst="rect">
                <a:avLst/>
              </a:prstGeom>
              <a:blipFill>
                <a:blip r:embed="rId28"/>
                <a:stretch>
                  <a:fillRect l="-29730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26E5D3A-F8B2-EFD6-F8C4-6D2D9253351B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flipV="1">
            <a:off x="941213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716B542D-F0E9-FD7E-85D5-60054C68559B}"/>
              </a:ext>
            </a:extLst>
          </p:cNvPr>
          <p:cNvCxnSpPr>
            <a:cxnSpLocks/>
            <a:stCxn id="8" idx="0"/>
            <a:endCxn id="12" idx="2"/>
          </p:cNvCxnSpPr>
          <p:nvPr/>
        </p:nvCxnSpPr>
        <p:spPr>
          <a:xfrm flipV="1">
            <a:off x="1001122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976EF124-EA27-6BAC-4770-1416EB14CFDE}"/>
              </a:ext>
            </a:extLst>
          </p:cNvPr>
          <p:cNvCxnSpPr>
            <a:cxnSpLocks/>
            <a:stCxn id="9" idx="0"/>
            <a:endCxn id="13" idx="2"/>
          </p:cNvCxnSpPr>
          <p:nvPr/>
        </p:nvCxnSpPr>
        <p:spPr>
          <a:xfrm flipV="1">
            <a:off x="10610313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3AA8F058-02E6-CECE-794B-DE71AF1AB8BC}"/>
              </a:ext>
            </a:extLst>
          </p:cNvPr>
          <p:cNvCxnSpPr>
            <a:cxnSpLocks/>
          </p:cNvCxnSpPr>
          <p:nvPr/>
        </p:nvCxnSpPr>
        <p:spPr>
          <a:xfrm flipV="1">
            <a:off x="941213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0B3DF70C-EB8F-24C2-F7B3-A9F2C458EB84}"/>
              </a:ext>
            </a:extLst>
          </p:cNvPr>
          <p:cNvCxnSpPr>
            <a:cxnSpLocks/>
          </p:cNvCxnSpPr>
          <p:nvPr/>
        </p:nvCxnSpPr>
        <p:spPr>
          <a:xfrm flipV="1">
            <a:off x="1001122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1B0A5EDF-84B1-3C65-F245-D731496E6018}"/>
              </a:ext>
            </a:extLst>
          </p:cNvPr>
          <p:cNvCxnSpPr>
            <a:cxnSpLocks/>
          </p:cNvCxnSpPr>
          <p:nvPr/>
        </p:nvCxnSpPr>
        <p:spPr>
          <a:xfrm flipV="1">
            <a:off x="10610313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50FD0128-D932-6DD1-8056-23D23E88D35B}"/>
              </a:ext>
            </a:extLst>
          </p:cNvPr>
          <p:cNvCxnSpPr>
            <a:cxnSpLocks/>
            <a:stCxn id="26" idx="0"/>
            <a:endCxn id="27" idx="2"/>
          </p:cNvCxnSpPr>
          <p:nvPr/>
        </p:nvCxnSpPr>
        <p:spPr>
          <a:xfrm flipV="1">
            <a:off x="10011223" y="3089224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A21B7F09-BE3B-B1F8-BB6D-7CBBF72E97DD}"/>
              </a:ext>
            </a:extLst>
          </p:cNvPr>
          <p:cNvCxnSpPr>
            <a:cxnSpLocks/>
            <a:stCxn id="14" idx="0"/>
            <a:endCxn id="26" idx="2"/>
          </p:cNvCxnSpPr>
          <p:nvPr/>
        </p:nvCxnSpPr>
        <p:spPr>
          <a:xfrm flipV="1">
            <a:off x="10011223" y="3552138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B649565A-92E2-6F05-A63E-4591C6336707}"/>
              </a:ext>
            </a:extLst>
          </p:cNvPr>
          <p:cNvGrpSpPr/>
          <p:nvPr/>
        </p:nvGrpSpPr>
        <p:grpSpPr>
          <a:xfrm>
            <a:off x="8425813" y="3793561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직사각형 54">
                  <a:extLst>
                    <a:ext uri="{FF2B5EF4-FFF2-40B4-BE49-F238E27FC236}">
                      <a16:creationId xmlns:a16="http://schemas.microsoft.com/office/drawing/2014/main" id="{7C422282-8B23-3EEC-6358-DDFD373C8232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직사각형 54">
                  <a:extLst>
                    <a:ext uri="{FF2B5EF4-FFF2-40B4-BE49-F238E27FC236}">
                      <a16:creationId xmlns:a16="http://schemas.microsoft.com/office/drawing/2014/main" id="{7C422282-8B23-3EEC-6358-DDFD373C82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29"/>
                  <a:stretch>
                    <a:fillRect l="-18919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4ACD1716-E93A-7AC5-5DDE-3BF6854A7091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4ACD1716-E93A-7AC5-5DDE-3BF6854A70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30"/>
                  <a:stretch>
                    <a:fillRect l="-18919" t="-4348" b="-43478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8723DF0C-2DE4-AD32-FD61-1EB7757F1433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8723DF0C-2DE4-AD32-FD61-1EB7757F14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31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83EDCE15-54FE-5730-7802-DFD7ADE6F6F2}"/>
              </a:ext>
            </a:extLst>
          </p:cNvPr>
          <p:cNvGrpSpPr/>
          <p:nvPr/>
        </p:nvGrpSpPr>
        <p:grpSpPr>
          <a:xfrm>
            <a:off x="8425813" y="2048913"/>
            <a:ext cx="440958" cy="959696"/>
            <a:chOff x="8298472" y="2048913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DFF66705-B650-B7B1-B3D1-F60B7FAA045A}"/>
                    </a:ext>
                  </a:extLst>
                </p:cNvPr>
                <p:cNvSpPr/>
                <p:nvPr/>
              </p:nvSpPr>
              <p:spPr>
                <a:xfrm>
                  <a:off x="8298472" y="2739774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DFF66705-B650-B7B1-B3D1-F60B7FAA04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739774"/>
                  <a:ext cx="440958" cy="268835"/>
                </a:xfrm>
                <a:prstGeom prst="rect">
                  <a:avLst/>
                </a:prstGeom>
                <a:blipFill>
                  <a:blip r:embed="rId32"/>
                  <a:stretch>
                    <a:fillRect l="-16216" t="-21739" b="-21739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ADC94271-FC69-97DB-7D59-0679522CF282}"/>
                    </a:ext>
                  </a:extLst>
                </p:cNvPr>
                <p:cNvSpPr/>
                <p:nvPr/>
              </p:nvSpPr>
              <p:spPr>
                <a:xfrm>
                  <a:off x="8298472" y="2394344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ADC94271-FC69-97DB-7D59-0679522CF2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394344"/>
                  <a:ext cx="440958" cy="268835"/>
                </a:xfrm>
                <a:prstGeom prst="rect">
                  <a:avLst/>
                </a:prstGeom>
                <a:blipFill>
                  <a:blip r:embed="rId33"/>
                  <a:stretch>
                    <a:fillRect l="-16216" t="-21739" b="-21739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41030FDF-BBB7-9CE5-FF8E-2F6A6B1B8BF4}"/>
                    </a:ext>
                  </a:extLst>
                </p:cNvPr>
                <p:cNvSpPr/>
                <p:nvPr/>
              </p:nvSpPr>
              <p:spPr>
                <a:xfrm>
                  <a:off x="8298472" y="2048913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41030FDF-BBB7-9CE5-FF8E-2F6A6B1B8B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048913"/>
                  <a:ext cx="440958" cy="268835"/>
                </a:xfrm>
                <a:prstGeom prst="rect">
                  <a:avLst/>
                </a:prstGeom>
                <a:blipFill>
                  <a:blip r:embed="rId34"/>
                  <a:stretch>
                    <a:fillRect l="-16216" t="-17391" b="-26087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0AE07A59-46DD-56F0-BDBF-AEB4ABA9F6AD}"/>
              </a:ext>
            </a:extLst>
          </p:cNvPr>
          <p:cNvGrpSpPr/>
          <p:nvPr/>
        </p:nvGrpSpPr>
        <p:grpSpPr>
          <a:xfrm>
            <a:off x="8420045" y="3933309"/>
            <a:ext cx="2057158" cy="1765178"/>
            <a:chOff x="8553155" y="3927979"/>
            <a:chExt cx="2057158" cy="1765178"/>
          </a:xfrm>
        </p:grpSpPr>
        <p:cxnSp>
          <p:nvCxnSpPr>
            <p:cNvPr id="63" name="꺾인 연결선[E] 62">
              <a:extLst>
                <a:ext uri="{FF2B5EF4-FFF2-40B4-BE49-F238E27FC236}">
                  <a16:creationId xmlns:a16="http://schemas.microsoft.com/office/drawing/2014/main" id="{69FD8F8B-98E7-076E-3904-5342BF5A5F6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445487" y="4726509"/>
              <a:ext cx="1074316" cy="858979"/>
            </a:xfrm>
            <a:prstGeom prst="bentConnector4">
              <a:avLst>
                <a:gd name="adj1" fmla="val -21279"/>
                <a:gd name="adj2" fmla="val 126613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꺾인 연결선[E] 383">
              <a:extLst>
                <a:ext uri="{FF2B5EF4-FFF2-40B4-BE49-F238E27FC236}">
                  <a16:creationId xmlns:a16="http://schemas.microsoft.com/office/drawing/2014/main" id="{3180F543-EDFA-B5A8-2E23-033FEED1A3A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572317" y="4254249"/>
              <a:ext cx="1419746" cy="1458069"/>
            </a:xfrm>
            <a:prstGeom prst="bentConnector4">
              <a:avLst>
                <a:gd name="adj1" fmla="val -19988"/>
                <a:gd name="adj2" fmla="val 119462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꺾인 연결선[E] 384">
              <a:extLst>
                <a:ext uri="{FF2B5EF4-FFF2-40B4-BE49-F238E27FC236}">
                  <a16:creationId xmlns:a16="http://schemas.microsoft.com/office/drawing/2014/main" id="{2D9A2977-FEE0-5C43-E099-BCD6A76ADD5F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699145" y="3781989"/>
              <a:ext cx="1765177" cy="2057158"/>
            </a:xfrm>
            <a:prstGeom prst="bentConnector4">
              <a:avLst>
                <a:gd name="adj1" fmla="val -18757"/>
                <a:gd name="adj2" fmla="val 116476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6" name="그룹 385">
            <a:extLst>
              <a:ext uri="{FF2B5EF4-FFF2-40B4-BE49-F238E27FC236}">
                <a16:creationId xmlns:a16="http://schemas.microsoft.com/office/drawing/2014/main" id="{0C459B77-C215-84A7-5CB4-40DE760A4E26}"/>
              </a:ext>
            </a:extLst>
          </p:cNvPr>
          <p:cNvGrpSpPr/>
          <p:nvPr/>
        </p:nvGrpSpPr>
        <p:grpSpPr>
          <a:xfrm>
            <a:off x="8420044" y="2183332"/>
            <a:ext cx="2311841" cy="3509825"/>
            <a:chOff x="8298472" y="2183332"/>
            <a:chExt cx="2311841" cy="3509825"/>
          </a:xfrm>
        </p:grpSpPr>
        <p:cxnSp>
          <p:nvCxnSpPr>
            <p:cNvPr id="387" name="꺾인 연결선[E] 386">
              <a:extLst>
                <a:ext uri="{FF2B5EF4-FFF2-40B4-BE49-F238E27FC236}">
                  <a16:creationId xmlns:a16="http://schemas.microsoft.com/office/drawing/2014/main" id="{D8DB353A-5988-65AD-B00B-5A6CBA32F76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699480" y="2782324"/>
              <a:ext cx="3509825" cy="2311841"/>
            </a:xfrm>
            <a:prstGeom prst="bentConnector4">
              <a:avLst>
                <a:gd name="adj1" fmla="val -17069"/>
                <a:gd name="adj2" fmla="val 127960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꺾인 연결선[E] 387">
              <a:extLst>
                <a:ext uri="{FF2B5EF4-FFF2-40B4-BE49-F238E27FC236}">
                  <a16:creationId xmlns:a16="http://schemas.microsoft.com/office/drawing/2014/main" id="{269E9739-0EBB-CF0B-0E36-8E90B299FA8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572651" y="3254583"/>
              <a:ext cx="3164394" cy="1712752"/>
            </a:xfrm>
            <a:prstGeom prst="bentConnector4">
              <a:avLst>
                <a:gd name="adj1" fmla="val -16939"/>
                <a:gd name="adj2" fmla="val 134058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꺾인 연결선[E] 388">
              <a:extLst>
                <a:ext uri="{FF2B5EF4-FFF2-40B4-BE49-F238E27FC236}">
                  <a16:creationId xmlns:a16="http://schemas.microsoft.com/office/drawing/2014/main" id="{7522CF4C-EB55-1A06-5373-0876E74A447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445821" y="3726843"/>
              <a:ext cx="2818964" cy="1113662"/>
            </a:xfrm>
            <a:prstGeom prst="bentConnector4">
              <a:avLst>
                <a:gd name="adj1" fmla="val -17057"/>
                <a:gd name="adj2" fmla="val 146716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0" name="그룹 389">
            <a:extLst>
              <a:ext uri="{FF2B5EF4-FFF2-40B4-BE49-F238E27FC236}">
                <a16:creationId xmlns:a16="http://schemas.microsoft.com/office/drawing/2014/main" id="{EA11F1FD-5830-0FCA-608F-3FABC7E18FDC}"/>
              </a:ext>
            </a:extLst>
          </p:cNvPr>
          <p:cNvGrpSpPr/>
          <p:nvPr/>
        </p:nvGrpSpPr>
        <p:grpSpPr>
          <a:xfrm>
            <a:off x="8866770" y="2183331"/>
            <a:ext cx="225977" cy="2435509"/>
            <a:chOff x="8866771" y="2183331"/>
            <a:chExt cx="324884" cy="2435509"/>
          </a:xfrm>
        </p:grpSpPr>
        <p:cxnSp>
          <p:nvCxnSpPr>
            <p:cNvPr id="391" name="직선 화살표 연결선 390">
              <a:extLst>
                <a:ext uri="{FF2B5EF4-FFF2-40B4-BE49-F238E27FC236}">
                  <a16:creationId xmlns:a16="http://schemas.microsoft.com/office/drawing/2014/main" id="{0B4A52E8-993F-B920-8F9D-F10273D86725}"/>
                </a:ext>
              </a:extLst>
            </p:cNvPr>
            <p:cNvCxnSpPr>
              <a:cxnSpLocks/>
              <a:stCxn id="55" idx="3"/>
              <a:endCxn id="15" idx="1"/>
            </p:cNvCxnSpPr>
            <p:nvPr/>
          </p:nvCxnSpPr>
          <p:spPr>
            <a:xfrm>
              <a:off x="8866771" y="461884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직선 화살표 연결선 391">
              <a:extLst>
                <a:ext uri="{FF2B5EF4-FFF2-40B4-BE49-F238E27FC236}">
                  <a16:creationId xmlns:a16="http://schemas.microsoft.com/office/drawing/2014/main" id="{178F7420-1A66-F0E5-EDCA-FA70183C7129}"/>
                </a:ext>
              </a:extLst>
            </p:cNvPr>
            <p:cNvCxnSpPr>
              <a:cxnSpLocks/>
              <a:stCxn id="56" idx="3"/>
              <a:endCxn id="20" idx="1"/>
            </p:cNvCxnSpPr>
            <p:nvPr/>
          </p:nvCxnSpPr>
          <p:spPr>
            <a:xfrm>
              <a:off x="8866771" y="427341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직선 화살표 연결선 392">
              <a:extLst>
                <a:ext uri="{FF2B5EF4-FFF2-40B4-BE49-F238E27FC236}">
                  <a16:creationId xmlns:a16="http://schemas.microsoft.com/office/drawing/2014/main" id="{A4D0681D-E3D6-3F7A-C8F0-7172764AD0C0}"/>
                </a:ext>
              </a:extLst>
            </p:cNvPr>
            <p:cNvCxnSpPr>
              <a:cxnSpLocks/>
              <a:stCxn id="57" idx="3"/>
              <a:endCxn id="23" idx="1"/>
            </p:cNvCxnSpPr>
            <p:nvPr/>
          </p:nvCxnSpPr>
          <p:spPr>
            <a:xfrm>
              <a:off x="8866771" y="3927979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직선 화살표 연결선 393">
              <a:extLst>
                <a:ext uri="{FF2B5EF4-FFF2-40B4-BE49-F238E27FC236}">
                  <a16:creationId xmlns:a16="http://schemas.microsoft.com/office/drawing/2014/main" id="{D5382EDF-5D25-0FC1-D16A-E33F2B0B4CEB}"/>
                </a:ext>
              </a:extLst>
            </p:cNvPr>
            <p:cNvCxnSpPr>
              <a:cxnSpLocks/>
              <a:stCxn id="60" idx="3"/>
              <a:endCxn id="31" idx="1"/>
            </p:cNvCxnSpPr>
            <p:nvPr/>
          </p:nvCxnSpPr>
          <p:spPr>
            <a:xfrm>
              <a:off x="8866771" y="252876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직선 화살표 연결선 394">
              <a:extLst>
                <a:ext uri="{FF2B5EF4-FFF2-40B4-BE49-F238E27FC236}">
                  <a16:creationId xmlns:a16="http://schemas.microsoft.com/office/drawing/2014/main" id="{39A409FE-7A7C-0B1D-8A3B-B79678ED6A81}"/>
                </a:ext>
              </a:extLst>
            </p:cNvPr>
            <p:cNvCxnSpPr>
              <a:cxnSpLocks/>
              <a:stCxn id="61" idx="3"/>
              <a:endCxn id="34" idx="1"/>
            </p:cNvCxnSpPr>
            <p:nvPr/>
          </p:nvCxnSpPr>
          <p:spPr>
            <a:xfrm>
              <a:off x="8866771" y="2183331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직선 화살표 연결선 395">
              <a:extLst>
                <a:ext uri="{FF2B5EF4-FFF2-40B4-BE49-F238E27FC236}">
                  <a16:creationId xmlns:a16="http://schemas.microsoft.com/office/drawing/2014/main" id="{D95E84CA-ED4F-7B00-61ED-054E6E637E63}"/>
                </a:ext>
              </a:extLst>
            </p:cNvPr>
            <p:cNvCxnSpPr>
              <a:cxnSpLocks/>
              <a:stCxn id="59" idx="3"/>
              <a:endCxn id="28" idx="1"/>
            </p:cNvCxnSpPr>
            <p:nvPr/>
          </p:nvCxnSpPr>
          <p:spPr>
            <a:xfrm>
              <a:off x="8866771" y="287419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C0728A5-EC2D-F988-B4FE-342674412304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367448918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2F-97A7-E991-26A4-E8CAA116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FB611-99E8-43ED-F2A4-BD5DEE5A7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91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B5DA8-850F-FA53-A1BD-B7B6E98D30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3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4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7649A745-3909-482C-E38C-EFB35C0EBD91}"/>
              </a:ext>
            </a:extLst>
          </p:cNvPr>
          <p:cNvGrpSpPr/>
          <p:nvPr/>
        </p:nvGrpSpPr>
        <p:grpSpPr>
          <a:xfrm>
            <a:off x="9191655" y="5424321"/>
            <a:ext cx="1639137" cy="268835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FAD4A5B-67BD-E1C4-5A4B-3CBA356302DA}"/>
              </a:ext>
            </a:extLst>
          </p:cNvPr>
          <p:cNvGrpSpPr/>
          <p:nvPr/>
        </p:nvGrpSpPr>
        <p:grpSpPr>
          <a:xfrm>
            <a:off x="9191655" y="4994680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4D0EEF5E-CE6F-5064-859E-22A6D2D620DC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4D0EEF5E-CE6F-5064-859E-22A6D2D620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8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BDBB78CA-592B-85F7-8ABA-5DB3216EDF4B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BDBB78CA-592B-85F7-8ABA-5DB3216EDF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9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54A6B319-B96E-451B-933B-355AB7DFA187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54A6B319-B96E-451B-933B-355AB7DFA1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10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99B2BD-DE77-E911-5687-008CF9914538}"/>
              </a:ext>
            </a:extLst>
          </p:cNvPr>
          <p:cNvSpPr/>
          <p:nvPr/>
        </p:nvSpPr>
        <p:spPr>
          <a:xfrm>
            <a:off x="9097062" y="3712946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B64D6D38-0655-2CF7-24F9-5977D131D516}"/>
                  </a:ext>
                </a:extLst>
              </p:cNvPr>
              <p:cNvSpPr/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B64D6D38-0655-2CF7-24F9-5977D131D5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blipFill>
                <a:blip r:embed="rId11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0953765A-6FEE-1C25-6BF5-A866943D0736}"/>
                  </a:ext>
                </a:extLst>
              </p:cNvPr>
              <p:cNvSpPr/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0953765A-6FEE-1C25-6BF5-A866943D07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blipFill>
                <a:blip r:embed="rId12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4B0381D-04FD-3BD5-7637-E3E6FBD18BD5}"/>
                  </a:ext>
                </a:extLst>
              </p:cNvPr>
              <p:cNvSpPr/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4B0381D-04FD-3BD5-7637-E3E6FBD18B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blipFill>
                <a:blip r:embed="rId13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DF82F624-B4FB-643E-03FC-37BB217029B7}"/>
                  </a:ext>
                </a:extLst>
              </p:cNvPr>
              <p:cNvSpPr/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DF82F624-B4FB-643E-03FC-37BB217029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blipFill>
                <a:blip r:embed="rId14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6B58053E-225A-72A1-1CD2-A39EEDF680FF}"/>
                  </a:ext>
                </a:extLst>
              </p:cNvPr>
              <p:cNvSpPr/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6B58053E-225A-72A1-1CD2-A39EEDF680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blipFill>
                <a:blip r:embed="rId15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62C5CD32-6279-C624-5E41-2C3819DBC26E}"/>
                  </a:ext>
                </a:extLst>
              </p:cNvPr>
              <p:cNvSpPr/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62C5CD32-6279-C624-5E41-2C3819DBC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blipFill>
                <a:blip r:embed="rId16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5E48A11C-8CC1-B843-BC9A-A60DDEDB29B5}"/>
                  </a:ext>
                </a:extLst>
              </p:cNvPr>
              <p:cNvSpPr/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5E48A11C-8CC1-B843-BC9A-A60DDEDB29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blipFill>
                <a:blip r:embed="rId17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15B1127-0B45-7FBD-B1B7-08FB3AF3C5BE}"/>
                  </a:ext>
                </a:extLst>
              </p:cNvPr>
              <p:cNvSpPr/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15B1127-0B45-7FBD-B1B7-08FB3AF3C5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blipFill>
                <a:blip r:embed="rId18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69CE50F8-FE0E-CD96-21ED-5E79180C0933}"/>
                  </a:ext>
                </a:extLst>
              </p:cNvPr>
              <p:cNvSpPr/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69CE50F8-FE0E-CD96-21ED-5E79180C09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blipFill>
                <a:blip r:embed="rId19"/>
                <a:stretch>
                  <a:fillRect l="-27027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55866675-2F64-1AC7-DE3B-F4FBF33EDB3A}"/>
                  </a:ext>
                </a:extLst>
              </p:cNvPr>
              <p:cNvSpPr/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55866675-2F64-1AC7-DE3B-F4FBF33EDB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blipFill>
                <a:blip r:embed="rId20"/>
                <a:stretch>
                  <a:fillRect b="-1538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직사각형 26">
            <a:extLst>
              <a:ext uri="{FF2B5EF4-FFF2-40B4-BE49-F238E27FC236}">
                <a16:creationId xmlns:a16="http://schemas.microsoft.com/office/drawing/2014/main" id="{9F0A0B66-CEA3-80BB-7FC5-7D75A48190FA}"/>
              </a:ext>
            </a:extLst>
          </p:cNvPr>
          <p:cNvSpPr/>
          <p:nvPr/>
        </p:nvSpPr>
        <p:spPr>
          <a:xfrm>
            <a:off x="9097062" y="1968298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33A32DF8-B0DD-1888-94AE-07F2BA3FC685}"/>
                  </a:ext>
                </a:extLst>
              </p:cNvPr>
              <p:cNvSpPr/>
              <p:nvPr/>
            </p:nvSpPr>
            <p:spPr>
              <a:xfrm>
                <a:off x="9191655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33A32DF8-B0DD-1888-94AE-07F2BA3FC6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739774"/>
                <a:ext cx="440958" cy="268835"/>
              </a:xfrm>
              <a:prstGeom prst="rect">
                <a:avLst/>
              </a:prstGeom>
              <a:blipFill>
                <a:blip r:embed="rId21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B892AEA5-B3CB-A0AC-2F7F-E4EB7CFE953E}"/>
                  </a:ext>
                </a:extLst>
              </p:cNvPr>
              <p:cNvSpPr/>
              <p:nvPr/>
            </p:nvSpPr>
            <p:spPr>
              <a:xfrm>
                <a:off x="9790745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B892AEA5-B3CB-A0AC-2F7F-E4EB7CFE95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739774"/>
                <a:ext cx="440958" cy="268835"/>
              </a:xfrm>
              <a:prstGeom prst="rect">
                <a:avLst/>
              </a:prstGeom>
              <a:blipFill>
                <a:blip r:embed="rId22"/>
                <a:stretch>
                  <a:fillRect l="-30556" t="-21739" r="-2778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CCC92B85-347A-64A9-6962-C7707E5AF9A6}"/>
                  </a:ext>
                </a:extLst>
              </p:cNvPr>
              <p:cNvSpPr/>
              <p:nvPr/>
            </p:nvSpPr>
            <p:spPr>
              <a:xfrm>
                <a:off x="10389834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CCC92B85-347A-64A9-6962-C7707E5AF9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739774"/>
                <a:ext cx="440958" cy="268835"/>
              </a:xfrm>
              <a:prstGeom prst="rect">
                <a:avLst/>
              </a:prstGeom>
              <a:blipFill>
                <a:blip r:embed="rId23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DBDE204B-7827-F400-05FF-6DC91DADFB4D}"/>
                  </a:ext>
                </a:extLst>
              </p:cNvPr>
              <p:cNvSpPr/>
              <p:nvPr/>
            </p:nvSpPr>
            <p:spPr>
              <a:xfrm>
                <a:off x="9191655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DBDE204B-7827-F400-05FF-6DC91DADFB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394344"/>
                <a:ext cx="440958" cy="268835"/>
              </a:xfrm>
              <a:prstGeom prst="rect">
                <a:avLst/>
              </a:prstGeom>
              <a:blipFill>
                <a:blip r:embed="rId24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E145A8D4-B04C-69D8-3905-7D5995AD6BE3}"/>
                  </a:ext>
                </a:extLst>
              </p:cNvPr>
              <p:cNvSpPr/>
              <p:nvPr/>
            </p:nvSpPr>
            <p:spPr>
              <a:xfrm>
                <a:off x="9790745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E145A8D4-B04C-69D8-3905-7D5995AD6B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394344"/>
                <a:ext cx="440958" cy="268835"/>
              </a:xfrm>
              <a:prstGeom prst="rect">
                <a:avLst/>
              </a:prstGeom>
              <a:blipFill>
                <a:blip r:embed="rId25"/>
                <a:stretch>
                  <a:fillRect l="-30556" t="-21739" r="-2778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C02CF31D-02C8-B93A-910D-83C8723759AB}"/>
                  </a:ext>
                </a:extLst>
              </p:cNvPr>
              <p:cNvSpPr/>
              <p:nvPr/>
            </p:nvSpPr>
            <p:spPr>
              <a:xfrm>
                <a:off x="10389834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C02CF31D-02C8-B93A-910D-83C872375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394344"/>
                <a:ext cx="440958" cy="268835"/>
              </a:xfrm>
              <a:prstGeom prst="rect">
                <a:avLst/>
              </a:prstGeom>
              <a:blipFill>
                <a:blip r:embed="rId26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69CCF20A-0065-55EB-B04E-31128437F589}"/>
                  </a:ext>
                </a:extLst>
              </p:cNvPr>
              <p:cNvSpPr/>
              <p:nvPr/>
            </p:nvSpPr>
            <p:spPr>
              <a:xfrm>
                <a:off x="9191655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69CCF20A-0065-55EB-B04E-31128437F5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048913"/>
                <a:ext cx="440958" cy="268835"/>
              </a:xfrm>
              <a:prstGeom prst="rect">
                <a:avLst/>
              </a:prstGeom>
              <a:blipFill>
                <a:blip r:embed="rId27"/>
                <a:stretch>
                  <a:fillRect l="-30556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C6B3C59F-306A-062E-EB82-1AB104B8F5F5}"/>
                  </a:ext>
                </a:extLst>
              </p:cNvPr>
              <p:cNvSpPr/>
              <p:nvPr/>
            </p:nvSpPr>
            <p:spPr>
              <a:xfrm>
                <a:off x="9790745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C6B3C59F-306A-062E-EB82-1AB104B8F5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048913"/>
                <a:ext cx="440958" cy="268835"/>
              </a:xfrm>
              <a:prstGeom prst="rect">
                <a:avLst/>
              </a:prstGeom>
              <a:blipFill>
                <a:blip r:embed="rId28"/>
                <a:stretch>
                  <a:fillRect l="-30556" t="-17391" r="-2778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29C9B960-B1C5-4E9E-607C-2B7392F63AD2}"/>
                  </a:ext>
                </a:extLst>
              </p:cNvPr>
              <p:cNvSpPr/>
              <p:nvPr/>
            </p:nvSpPr>
            <p:spPr>
              <a:xfrm>
                <a:off x="10389834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29C9B960-B1C5-4E9E-607C-2B7392F63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048913"/>
                <a:ext cx="440958" cy="268835"/>
              </a:xfrm>
              <a:prstGeom prst="rect">
                <a:avLst/>
              </a:prstGeom>
              <a:blipFill>
                <a:blip r:embed="rId29"/>
                <a:stretch>
                  <a:fillRect l="-29730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950A4DCB-DC4A-C712-EE75-0F5B85818179}"/>
                  </a:ext>
                </a:extLst>
              </p:cNvPr>
              <p:cNvSpPr/>
              <p:nvPr/>
            </p:nvSpPr>
            <p:spPr>
              <a:xfrm>
                <a:off x="9097062" y="1505384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sz="16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950A4DCB-DC4A-C712-EE75-0F5B858181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1505384"/>
                <a:ext cx="1828322" cy="302106"/>
              </a:xfrm>
              <a:prstGeom prst="rect">
                <a:avLst/>
              </a:prstGeom>
              <a:blipFill>
                <a:blip r:embed="rId30"/>
                <a:stretch>
                  <a:fillRect t="-15385" b="-2307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그룹 37">
            <a:extLst>
              <a:ext uri="{FF2B5EF4-FFF2-40B4-BE49-F238E27FC236}">
                <a16:creationId xmlns:a16="http://schemas.microsoft.com/office/drawing/2014/main" id="{5D56DCFC-5E84-D1C0-E76C-5BA05B49B388}"/>
              </a:ext>
            </a:extLst>
          </p:cNvPr>
          <p:cNvGrpSpPr/>
          <p:nvPr/>
        </p:nvGrpSpPr>
        <p:grpSpPr>
          <a:xfrm>
            <a:off x="9191655" y="1075741"/>
            <a:ext cx="1639137" cy="268835"/>
            <a:chOff x="8198547" y="5378798"/>
            <a:chExt cx="1639137" cy="312877"/>
          </a:xfrm>
          <a:solidFill>
            <a:srgbClr val="FFF3CC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1CA0561D-2E42-049F-1B24-B02209C8F7D2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1CA0561D-2E42-049F-1B24-B02209C8F7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31"/>
                  <a:stretch>
                    <a:fillRect l="-16667" t="-17391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4DD7FF58-D379-B3F1-15EC-7981FA671028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4DD7FF58-D379-B3F1-15EC-7981FA6710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32"/>
                  <a:stretch>
                    <a:fillRect l="-19444" t="-17391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0988B393-E885-3CC2-659A-82DFD84583A2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0988B393-E885-3CC2-659A-82DFD84583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33"/>
                  <a:stretch>
                    <a:fillRect l="-16216" t="-17391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26E5D3A-F8B2-EFD6-F8C4-6D2D9253351B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flipV="1">
            <a:off x="941213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716B542D-F0E9-FD7E-85D5-60054C68559B}"/>
              </a:ext>
            </a:extLst>
          </p:cNvPr>
          <p:cNvCxnSpPr>
            <a:cxnSpLocks/>
            <a:stCxn id="8" idx="0"/>
            <a:endCxn id="12" idx="2"/>
          </p:cNvCxnSpPr>
          <p:nvPr/>
        </p:nvCxnSpPr>
        <p:spPr>
          <a:xfrm flipV="1">
            <a:off x="1001122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976EF124-EA27-6BAC-4770-1416EB14CFDE}"/>
              </a:ext>
            </a:extLst>
          </p:cNvPr>
          <p:cNvCxnSpPr>
            <a:cxnSpLocks/>
            <a:stCxn id="9" idx="0"/>
            <a:endCxn id="13" idx="2"/>
          </p:cNvCxnSpPr>
          <p:nvPr/>
        </p:nvCxnSpPr>
        <p:spPr>
          <a:xfrm flipV="1">
            <a:off x="10610313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3AA8F058-02E6-CECE-794B-DE71AF1AB8BC}"/>
              </a:ext>
            </a:extLst>
          </p:cNvPr>
          <p:cNvCxnSpPr>
            <a:cxnSpLocks/>
          </p:cNvCxnSpPr>
          <p:nvPr/>
        </p:nvCxnSpPr>
        <p:spPr>
          <a:xfrm flipV="1">
            <a:off x="941213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0B3DF70C-EB8F-24C2-F7B3-A9F2C458EB84}"/>
              </a:ext>
            </a:extLst>
          </p:cNvPr>
          <p:cNvCxnSpPr>
            <a:cxnSpLocks/>
          </p:cNvCxnSpPr>
          <p:nvPr/>
        </p:nvCxnSpPr>
        <p:spPr>
          <a:xfrm flipV="1">
            <a:off x="1001122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1B0A5EDF-84B1-3C65-F245-D731496E6018}"/>
              </a:ext>
            </a:extLst>
          </p:cNvPr>
          <p:cNvCxnSpPr>
            <a:cxnSpLocks/>
          </p:cNvCxnSpPr>
          <p:nvPr/>
        </p:nvCxnSpPr>
        <p:spPr>
          <a:xfrm flipV="1">
            <a:off x="10610313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50FD0128-D932-6DD1-8056-23D23E88D35B}"/>
              </a:ext>
            </a:extLst>
          </p:cNvPr>
          <p:cNvCxnSpPr>
            <a:cxnSpLocks/>
            <a:stCxn id="26" idx="0"/>
            <a:endCxn id="27" idx="2"/>
          </p:cNvCxnSpPr>
          <p:nvPr/>
        </p:nvCxnSpPr>
        <p:spPr>
          <a:xfrm flipV="1">
            <a:off x="10011223" y="3089224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A21B7F09-BE3B-B1F8-BB6D-7CBBF72E97DD}"/>
              </a:ext>
            </a:extLst>
          </p:cNvPr>
          <p:cNvCxnSpPr>
            <a:cxnSpLocks/>
            <a:stCxn id="14" idx="0"/>
            <a:endCxn id="26" idx="2"/>
          </p:cNvCxnSpPr>
          <p:nvPr/>
        </p:nvCxnSpPr>
        <p:spPr>
          <a:xfrm flipV="1">
            <a:off x="10011223" y="3552138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0C8DDDA9-78F0-BD82-E4A2-6A2AAD6FC3D2}"/>
              </a:ext>
            </a:extLst>
          </p:cNvPr>
          <p:cNvCxnSpPr>
            <a:cxnSpLocks/>
          </p:cNvCxnSpPr>
          <p:nvPr/>
        </p:nvCxnSpPr>
        <p:spPr>
          <a:xfrm flipV="1">
            <a:off x="9412134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A8143AF8-DEE4-68FB-52A3-52D24BB1E13C}"/>
              </a:ext>
            </a:extLst>
          </p:cNvPr>
          <p:cNvCxnSpPr>
            <a:cxnSpLocks/>
          </p:cNvCxnSpPr>
          <p:nvPr/>
        </p:nvCxnSpPr>
        <p:spPr>
          <a:xfrm flipV="1">
            <a:off x="10011224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EC1B3486-9C5A-0191-6A74-9170E34B8CFB}"/>
              </a:ext>
            </a:extLst>
          </p:cNvPr>
          <p:cNvCxnSpPr>
            <a:cxnSpLocks/>
          </p:cNvCxnSpPr>
          <p:nvPr/>
        </p:nvCxnSpPr>
        <p:spPr>
          <a:xfrm flipV="1">
            <a:off x="10610313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488CDD25-33C4-4A6B-6EF1-F71BC8E679CF}"/>
              </a:ext>
            </a:extLst>
          </p:cNvPr>
          <p:cNvCxnSpPr>
            <a:cxnSpLocks/>
            <a:stCxn id="27" idx="0"/>
            <a:endCxn id="37" idx="2"/>
          </p:cNvCxnSpPr>
          <p:nvPr/>
        </p:nvCxnSpPr>
        <p:spPr>
          <a:xfrm flipV="1">
            <a:off x="10011223" y="1807490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B649565A-92E2-6F05-A63E-4591C6336707}"/>
              </a:ext>
            </a:extLst>
          </p:cNvPr>
          <p:cNvGrpSpPr/>
          <p:nvPr/>
        </p:nvGrpSpPr>
        <p:grpSpPr>
          <a:xfrm>
            <a:off x="8425813" y="3793561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직사각형 54">
                  <a:extLst>
                    <a:ext uri="{FF2B5EF4-FFF2-40B4-BE49-F238E27FC236}">
                      <a16:creationId xmlns:a16="http://schemas.microsoft.com/office/drawing/2014/main" id="{7C422282-8B23-3EEC-6358-DDFD373C8232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직사각형 54">
                  <a:extLst>
                    <a:ext uri="{FF2B5EF4-FFF2-40B4-BE49-F238E27FC236}">
                      <a16:creationId xmlns:a16="http://schemas.microsoft.com/office/drawing/2014/main" id="{7C422282-8B23-3EEC-6358-DDFD373C82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34"/>
                  <a:stretch>
                    <a:fillRect l="-18919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4ACD1716-E93A-7AC5-5DDE-3BF6854A7091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4ACD1716-E93A-7AC5-5DDE-3BF6854A70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35"/>
                  <a:stretch>
                    <a:fillRect l="-18919" t="-4348" b="-43478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8723DF0C-2DE4-AD32-FD61-1EB7757F1433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8723DF0C-2DE4-AD32-FD61-1EB7757F14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36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83EDCE15-54FE-5730-7802-DFD7ADE6F6F2}"/>
              </a:ext>
            </a:extLst>
          </p:cNvPr>
          <p:cNvGrpSpPr/>
          <p:nvPr/>
        </p:nvGrpSpPr>
        <p:grpSpPr>
          <a:xfrm>
            <a:off x="8425813" y="2048913"/>
            <a:ext cx="440958" cy="959696"/>
            <a:chOff x="8298472" y="2048913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DFF66705-B650-B7B1-B3D1-F60B7FAA045A}"/>
                    </a:ext>
                  </a:extLst>
                </p:cNvPr>
                <p:cNvSpPr/>
                <p:nvPr/>
              </p:nvSpPr>
              <p:spPr>
                <a:xfrm>
                  <a:off x="8298472" y="2739774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DFF66705-B650-B7B1-B3D1-F60B7FAA04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739774"/>
                  <a:ext cx="440958" cy="268835"/>
                </a:xfrm>
                <a:prstGeom prst="rect">
                  <a:avLst/>
                </a:prstGeom>
                <a:blipFill>
                  <a:blip r:embed="rId37"/>
                  <a:stretch>
                    <a:fillRect l="-16216" t="-21739" b="-21739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ADC94271-FC69-97DB-7D59-0679522CF282}"/>
                    </a:ext>
                  </a:extLst>
                </p:cNvPr>
                <p:cNvSpPr/>
                <p:nvPr/>
              </p:nvSpPr>
              <p:spPr>
                <a:xfrm>
                  <a:off x="8298472" y="2394344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ADC94271-FC69-97DB-7D59-0679522CF2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394344"/>
                  <a:ext cx="440958" cy="268835"/>
                </a:xfrm>
                <a:prstGeom prst="rect">
                  <a:avLst/>
                </a:prstGeom>
                <a:blipFill>
                  <a:blip r:embed="rId38"/>
                  <a:stretch>
                    <a:fillRect l="-16216" t="-21739" b="-21739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41030FDF-BBB7-9CE5-FF8E-2F6A6B1B8BF4}"/>
                    </a:ext>
                  </a:extLst>
                </p:cNvPr>
                <p:cNvSpPr/>
                <p:nvPr/>
              </p:nvSpPr>
              <p:spPr>
                <a:xfrm>
                  <a:off x="8298472" y="2048913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41030FDF-BBB7-9CE5-FF8E-2F6A6B1B8B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048913"/>
                  <a:ext cx="440958" cy="268835"/>
                </a:xfrm>
                <a:prstGeom prst="rect">
                  <a:avLst/>
                </a:prstGeom>
                <a:blipFill>
                  <a:blip r:embed="rId39"/>
                  <a:stretch>
                    <a:fillRect l="-16216" t="-17391" b="-26087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0AE07A59-46DD-56F0-BDBF-AEB4ABA9F6AD}"/>
              </a:ext>
            </a:extLst>
          </p:cNvPr>
          <p:cNvGrpSpPr/>
          <p:nvPr/>
        </p:nvGrpSpPr>
        <p:grpSpPr>
          <a:xfrm>
            <a:off x="8420045" y="3933309"/>
            <a:ext cx="2057158" cy="1765178"/>
            <a:chOff x="8553155" y="3927979"/>
            <a:chExt cx="2057158" cy="1765178"/>
          </a:xfrm>
        </p:grpSpPr>
        <p:cxnSp>
          <p:nvCxnSpPr>
            <p:cNvPr id="63" name="꺾인 연결선[E] 62">
              <a:extLst>
                <a:ext uri="{FF2B5EF4-FFF2-40B4-BE49-F238E27FC236}">
                  <a16:creationId xmlns:a16="http://schemas.microsoft.com/office/drawing/2014/main" id="{69FD8F8B-98E7-076E-3904-5342BF5A5F6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445487" y="4726509"/>
              <a:ext cx="1074316" cy="858979"/>
            </a:xfrm>
            <a:prstGeom prst="bentConnector4">
              <a:avLst>
                <a:gd name="adj1" fmla="val -21279"/>
                <a:gd name="adj2" fmla="val 126613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꺾인 연결선[E] 383">
              <a:extLst>
                <a:ext uri="{FF2B5EF4-FFF2-40B4-BE49-F238E27FC236}">
                  <a16:creationId xmlns:a16="http://schemas.microsoft.com/office/drawing/2014/main" id="{3180F543-EDFA-B5A8-2E23-033FEED1A3A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572317" y="4254249"/>
              <a:ext cx="1419746" cy="1458069"/>
            </a:xfrm>
            <a:prstGeom prst="bentConnector4">
              <a:avLst>
                <a:gd name="adj1" fmla="val -19988"/>
                <a:gd name="adj2" fmla="val 119462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꺾인 연결선[E] 384">
              <a:extLst>
                <a:ext uri="{FF2B5EF4-FFF2-40B4-BE49-F238E27FC236}">
                  <a16:creationId xmlns:a16="http://schemas.microsoft.com/office/drawing/2014/main" id="{2D9A2977-FEE0-5C43-E099-BCD6A76ADD5F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699145" y="3781989"/>
              <a:ext cx="1765177" cy="2057158"/>
            </a:xfrm>
            <a:prstGeom prst="bentConnector4">
              <a:avLst>
                <a:gd name="adj1" fmla="val -18757"/>
                <a:gd name="adj2" fmla="val 116476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6" name="그룹 385">
            <a:extLst>
              <a:ext uri="{FF2B5EF4-FFF2-40B4-BE49-F238E27FC236}">
                <a16:creationId xmlns:a16="http://schemas.microsoft.com/office/drawing/2014/main" id="{0C459B77-C215-84A7-5CB4-40DE760A4E26}"/>
              </a:ext>
            </a:extLst>
          </p:cNvPr>
          <p:cNvGrpSpPr/>
          <p:nvPr/>
        </p:nvGrpSpPr>
        <p:grpSpPr>
          <a:xfrm>
            <a:off x="8420044" y="2183332"/>
            <a:ext cx="2311841" cy="3509825"/>
            <a:chOff x="8298472" y="2183332"/>
            <a:chExt cx="2311841" cy="3509825"/>
          </a:xfrm>
        </p:grpSpPr>
        <p:cxnSp>
          <p:nvCxnSpPr>
            <p:cNvPr id="387" name="꺾인 연결선[E] 386">
              <a:extLst>
                <a:ext uri="{FF2B5EF4-FFF2-40B4-BE49-F238E27FC236}">
                  <a16:creationId xmlns:a16="http://schemas.microsoft.com/office/drawing/2014/main" id="{D8DB353A-5988-65AD-B00B-5A6CBA32F76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699480" y="2782324"/>
              <a:ext cx="3509825" cy="2311841"/>
            </a:xfrm>
            <a:prstGeom prst="bentConnector4">
              <a:avLst>
                <a:gd name="adj1" fmla="val -17069"/>
                <a:gd name="adj2" fmla="val 127960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꺾인 연결선[E] 387">
              <a:extLst>
                <a:ext uri="{FF2B5EF4-FFF2-40B4-BE49-F238E27FC236}">
                  <a16:creationId xmlns:a16="http://schemas.microsoft.com/office/drawing/2014/main" id="{269E9739-0EBB-CF0B-0E36-8E90B299FA8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572651" y="3254583"/>
              <a:ext cx="3164394" cy="1712752"/>
            </a:xfrm>
            <a:prstGeom prst="bentConnector4">
              <a:avLst>
                <a:gd name="adj1" fmla="val -16939"/>
                <a:gd name="adj2" fmla="val 134058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꺾인 연결선[E] 388">
              <a:extLst>
                <a:ext uri="{FF2B5EF4-FFF2-40B4-BE49-F238E27FC236}">
                  <a16:creationId xmlns:a16="http://schemas.microsoft.com/office/drawing/2014/main" id="{7522CF4C-EB55-1A06-5373-0876E74A447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445821" y="3726843"/>
              <a:ext cx="2818964" cy="1113662"/>
            </a:xfrm>
            <a:prstGeom prst="bentConnector4">
              <a:avLst>
                <a:gd name="adj1" fmla="val -17057"/>
                <a:gd name="adj2" fmla="val 146716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0" name="그룹 389">
            <a:extLst>
              <a:ext uri="{FF2B5EF4-FFF2-40B4-BE49-F238E27FC236}">
                <a16:creationId xmlns:a16="http://schemas.microsoft.com/office/drawing/2014/main" id="{EA11F1FD-5830-0FCA-608F-3FABC7E18FDC}"/>
              </a:ext>
            </a:extLst>
          </p:cNvPr>
          <p:cNvGrpSpPr/>
          <p:nvPr/>
        </p:nvGrpSpPr>
        <p:grpSpPr>
          <a:xfrm>
            <a:off x="8866770" y="2183331"/>
            <a:ext cx="225977" cy="2435509"/>
            <a:chOff x="8866771" y="2183331"/>
            <a:chExt cx="324884" cy="2435509"/>
          </a:xfrm>
        </p:grpSpPr>
        <p:cxnSp>
          <p:nvCxnSpPr>
            <p:cNvPr id="391" name="직선 화살표 연결선 390">
              <a:extLst>
                <a:ext uri="{FF2B5EF4-FFF2-40B4-BE49-F238E27FC236}">
                  <a16:creationId xmlns:a16="http://schemas.microsoft.com/office/drawing/2014/main" id="{0B4A52E8-993F-B920-8F9D-F10273D86725}"/>
                </a:ext>
              </a:extLst>
            </p:cNvPr>
            <p:cNvCxnSpPr>
              <a:cxnSpLocks/>
              <a:stCxn id="55" idx="3"/>
              <a:endCxn id="15" idx="1"/>
            </p:cNvCxnSpPr>
            <p:nvPr/>
          </p:nvCxnSpPr>
          <p:spPr>
            <a:xfrm>
              <a:off x="8866771" y="461884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직선 화살표 연결선 391">
              <a:extLst>
                <a:ext uri="{FF2B5EF4-FFF2-40B4-BE49-F238E27FC236}">
                  <a16:creationId xmlns:a16="http://schemas.microsoft.com/office/drawing/2014/main" id="{178F7420-1A66-F0E5-EDCA-FA70183C7129}"/>
                </a:ext>
              </a:extLst>
            </p:cNvPr>
            <p:cNvCxnSpPr>
              <a:cxnSpLocks/>
              <a:stCxn id="56" idx="3"/>
              <a:endCxn id="20" idx="1"/>
            </p:cNvCxnSpPr>
            <p:nvPr/>
          </p:nvCxnSpPr>
          <p:spPr>
            <a:xfrm>
              <a:off x="8866771" y="427341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직선 화살표 연결선 392">
              <a:extLst>
                <a:ext uri="{FF2B5EF4-FFF2-40B4-BE49-F238E27FC236}">
                  <a16:creationId xmlns:a16="http://schemas.microsoft.com/office/drawing/2014/main" id="{A4D0681D-E3D6-3F7A-C8F0-7172764AD0C0}"/>
                </a:ext>
              </a:extLst>
            </p:cNvPr>
            <p:cNvCxnSpPr>
              <a:cxnSpLocks/>
              <a:stCxn id="57" idx="3"/>
              <a:endCxn id="23" idx="1"/>
            </p:cNvCxnSpPr>
            <p:nvPr/>
          </p:nvCxnSpPr>
          <p:spPr>
            <a:xfrm>
              <a:off x="8866771" y="3927979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직선 화살표 연결선 393">
              <a:extLst>
                <a:ext uri="{FF2B5EF4-FFF2-40B4-BE49-F238E27FC236}">
                  <a16:creationId xmlns:a16="http://schemas.microsoft.com/office/drawing/2014/main" id="{D5382EDF-5D25-0FC1-D16A-E33F2B0B4CEB}"/>
                </a:ext>
              </a:extLst>
            </p:cNvPr>
            <p:cNvCxnSpPr>
              <a:cxnSpLocks/>
              <a:stCxn id="60" idx="3"/>
              <a:endCxn id="31" idx="1"/>
            </p:cNvCxnSpPr>
            <p:nvPr/>
          </p:nvCxnSpPr>
          <p:spPr>
            <a:xfrm>
              <a:off x="8866771" y="252876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직선 화살표 연결선 394">
              <a:extLst>
                <a:ext uri="{FF2B5EF4-FFF2-40B4-BE49-F238E27FC236}">
                  <a16:creationId xmlns:a16="http://schemas.microsoft.com/office/drawing/2014/main" id="{39A409FE-7A7C-0B1D-8A3B-B79678ED6A81}"/>
                </a:ext>
              </a:extLst>
            </p:cNvPr>
            <p:cNvCxnSpPr>
              <a:cxnSpLocks/>
              <a:stCxn id="61" idx="3"/>
              <a:endCxn id="34" idx="1"/>
            </p:cNvCxnSpPr>
            <p:nvPr/>
          </p:nvCxnSpPr>
          <p:spPr>
            <a:xfrm>
              <a:off x="8866771" y="2183331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직선 화살표 연결선 395">
              <a:extLst>
                <a:ext uri="{FF2B5EF4-FFF2-40B4-BE49-F238E27FC236}">
                  <a16:creationId xmlns:a16="http://schemas.microsoft.com/office/drawing/2014/main" id="{D95E84CA-ED4F-7B00-61ED-054E6E637E63}"/>
                </a:ext>
              </a:extLst>
            </p:cNvPr>
            <p:cNvCxnSpPr>
              <a:cxnSpLocks/>
              <a:stCxn id="59" idx="3"/>
              <a:endCxn id="28" idx="1"/>
            </p:cNvCxnSpPr>
            <p:nvPr/>
          </p:nvCxnSpPr>
          <p:spPr>
            <a:xfrm>
              <a:off x="8866771" y="287419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1323156-6CED-8E4D-1912-FDA7A7E84D08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312769786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C4C1E-8881-641D-2E25-C0302B062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38DE2E-E83C-C0EF-2097-B88A90A78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6CEA75-0F0C-9E13-D9CD-FD1436FC02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92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5BBD5D-195A-1C0E-95DF-38EE491AFCB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5EFB0E-1E80-2956-4403-85D3880E1F7C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3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CE73485-B20A-344B-329F-3C77AF6EB79C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4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B4E8FCBF-6FED-C9A4-3A9E-444819082D24}"/>
              </a:ext>
            </a:extLst>
          </p:cNvPr>
          <p:cNvGrpSpPr/>
          <p:nvPr/>
        </p:nvGrpSpPr>
        <p:grpSpPr>
          <a:xfrm>
            <a:off x="9191655" y="5424321"/>
            <a:ext cx="1639137" cy="268835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A2BFB5B1-9FD5-101C-5F24-263714F431B7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A2BFB5B1-9FD5-101C-5F24-263714F431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61C90ACD-D5FF-ABBB-1A60-410621F426E7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61C90ACD-D5FF-ABBB-1A60-410621F426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D40CF2B1-F10F-FFC5-BA43-EE9700E301BB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D40CF2B1-F10F-FFC5-BA43-EE9700E301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3690A10-5E42-5A1F-91BE-80B1B914A9C9}"/>
              </a:ext>
            </a:extLst>
          </p:cNvPr>
          <p:cNvGrpSpPr/>
          <p:nvPr/>
        </p:nvGrpSpPr>
        <p:grpSpPr>
          <a:xfrm>
            <a:off x="9191655" y="4994680"/>
            <a:ext cx="1639137" cy="268835"/>
            <a:chOff x="8198547" y="4902308"/>
            <a:chExt cx="1639137" cy="31287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0F7E36C-71EB-6495-7934-296005BED025}"/>
                </a:ext>
              </a:extLst>
            </p:cNvPr>
            <p:cNvSpPr/>
            <p:nvPr/>
          </p:nvSpPr>
          <p:spPr>
            <a:xfrm>
              <a:off x="8198547" y="4902308"/>
              <a:ext cx="440958" cy="312877"/>
            </a:xfrm>
            <a:prstGeom prst="rect">
              <a:avLst/>
            </a:prstGeom>
            <a:solidFill>
              <a:srgbClr val="E3F1D9"/>
            </a:solidFill>
            <a:ln w="12700">
              <a:solidFill>
                <a:srgbClr val="71AD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8A440D7-7324-41A1-5E1A-5D9BCFD5F0A9}"/>
                </a:ext>
              </a:extLst>
            </p:cNvPr>
            <p:cNvSpPr/>
            <p:nvPr/>
          </p:nvSpPr>
          <p:spPr>
            <a:xfrm>
              <a:off x="8797637" y="4902308"/>
              <a:ext cx="440958" cy="312877"/>
            </a:xfrm>
            <a:prstGeom prst="rect">
              <a:avLst/>
            </a:prstGeom>
            <a:solidFill>
              <a:srgbClr val="E3F1D9"/>
            </a:solidFill>
            <a:ln w="12700">
              <a:solidFill>
                <a:srgbClr val="71AD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44BB2E8-AE89-AB8A-0732-29CAFBE4E280}"/>
                </a:ext>
              </a:extLst>
            </p:cNvPr>
            <p:cNvSpPr/>
            <p:nvPr/>
          </p:nvSpPr>
          <p:spPr>
            <a:xfrm>
              <a:off x="9396726" y="4902308"/>
              <a:ext cx="440958" cy="312877"/>
            </a:xfrm>
            <a:prstGeom prst="rect">
              <a:avLst/>
            </a:prstGeom>
            <a:solidFill>
              <a:srgbClr val="E3F1D9"/>
            </a:solidFill>
            <a:ln w="12700">
              <a:solidFill>
                <a:srgbClr val="71AD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078482D-F742-E641-BF92-D2B9298CA1BF}"/>
              </a:ext>
            </a:extLst>
          </p:cNvPr>
          <p:cNvSpPr/>
          <p:nvPr/>
        </p:nvSpPr>
        <p:spPr>
          <a:xfrm>
            <a:off x="9097062" y="3712946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F733F02-5D2B-BA74-FD41-C4D40582A8CB}"/>
              </a:ext>
            </a:extLst>
          </p:cNvPr>
          <p:cNvSpPr/>
          <p:nvPr/>
        </p:nvSpPr>
        <p:spPr>
          <a:xfrm>
            <a:off x="9191655" y="4484422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65CD475-ADFF-111F-D77A-7D2952F905FD}"/>
              </a:ext>
            </a:extLst>
          </p:cNvPr>
          <p:cNvSpPr/>
          <p:nvPr/>
        </p:nvSpPr>
        <p:spPr>
          <a:xfrm>
            <a:off x="9790745" y="4484422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64AC663-66C3-87E7-638C-466BB9CF1E71}"/>
              </a:ext>
            </a:extLst>
          </p:cNvPr>
          <p:cNvSpPr/>
          <p:nvPr/>
        </p:nvSpPr>
        <p:spPr>
          <a:xfrm>
            <a:off x="10389834" y="4484422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F6CC299-99D7-6C22-92A8-B9B68FAE1D38}"/>
              </a:ext>
            </a:extLst>
          </p:cNvPr>
          <p:cNvSpPr/>
          <p:nvPr/>
        </p:nvSpPr>
        <p:spPr>
          <a:xfrm>
            <a:off x="9191655" y="4138992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2DCAB24-1079-15B9-D26F-255FB05219F0}"/>
              </a:ext>
            </a:extLst>
          </p:cNvPr>
          <p:cNvSpPr/>
          <p:nvPr/>
        </p:nvSpPr>
        <p:spPr>
          <a:xfrm>
            <a:off x="9790745" y="4138992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C3A6308-56E8-9B92-F40E-3EDFC01DA3E2}"/>
              </a:ext>
            </a:extLst>
          </p:cNvPr>
          <p:cNvSpPr/>
          <p:nvPr/>
        </p:nvSpPr>
        <p:spPr>
          <a:xfrm>
            <a:off x="10389834" y="4138992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5D39345-66C0-EF73-9E0C-A53C7814029B}"/>
              </a:ext>
            </a:extLst>
          </p:cNvPr>
          <p:cNvSpPr/>
          <p:nvPr/>
        </p:nvSpPr>
        <p:spPr>
          <a:xfrm>
            <a:off x="9191655" y="3793561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CE4ED71-3992-BCDA-5899-1785F3C17F0C}"/>
              </a:ext>
            </a:extLst>
          </p:cNvPr>
          <p:cNvSpPr/>
          <p:nvPr/>
        </p:nvSpPr>
        <p:spPr>
          <a:xfrm>
            <a:off x="9790745" y="3793561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04E793B-4526-308D-27B1-7224D587C757}"/>
              </a:ext>
            </a:extLst>
          </p:cNvPr>
          <p:cNvSpPr/>
          <p:nvPr/>
        </p:nvSpPr>
        <p:spPr>
          <a:xfrm>
            <a:off x="10389834" y="3793561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0C4459C6-15EA-3A71-3C0A-1CE1DDA7FD5D}"/>
                  </a:ext>
                </a:extLst>
              </p:cNvPr>
              <p:cNvSpPr/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55866675-2F64-1AC7-DE3B-F4FBF33EDB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blipFill>
                <a:blip r:embed="rId20"/>
                <a:stretch>
                  <a:fillRect b="-1538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직사각형 26">
            <a:extLst>
              <a:ext uri="{FF2B5EF4-FFF2-40B4-BE49-F238E27FC236}">
                <a16:creationId xmlns:a16="http://schemas.microsoft.com/office/drawing/2014/main" id="{42A59FE7-683A-D5DC-D130-19E0EC9DF391}"/>
              </a:ext>
            </a:extLst>
          </p:cNvPr>
          <p:cNvSpPr/>
          <p:nvPr/>
        </p:nvSpPr>
        <p:spPr>
          <a:xfrm>
            <a:off x="9097062" y="1968298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7DEC9F8-5D8B-0B2A-950A-B7B4694B9EDB}"/>
              </a:ext>
            </a:extLst>
          </p:cNvPr>
          <p:cNvSpPr/>
          <p:nvPr/>
        </p:nvSpPr>
        <p:spPr>
          <a:xfrm>
            <a:off x="9191655" y="2739774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AB5886E-25FD-8227-C398-650DFFB9A908}"/>
              </a:ext>
            </a:extLst>
          </p:cNvPr>
          <p:cNvSpPr/>
          <p:nvPr/>
        </p:nvSpPr>
        <p:spPr>
          <a:xfrm>
            <a:off x="9790745" y="2739774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FE68C82-3FAF-7D50-997D-91DCD0FE120B}"/>
              </a:ext>
            </a:extLst>
          </p:cNvPr>
          <p:cNvSpPr/>
          <p:nvPr/>
        </p:nvSpPr>
        <p:spPr>
          <a:xfrm>
            <a:off x="10389834" y="2739774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CFD02B0-33CD-BE9A-C2E4-A049E68A2EC6}"/>
              </a:ext>
            </a:extLst>
          </p:cNvPr>
          <p:cNvSpPr/>
          <p:nvPr/>
        </p:nvSpPr>
        <p:spPr>
          <a:xfrm>
            <a:off x="9191655" y="2394344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664DB3B-D6BB-8994-AEE8-9991016C9DDE}"/>
              </a:ext>
            </a:extLst>
          </p:cNvPr>
          <p:cNvSpPr/>
          <p:nvPr/>
        </p:nvSpPr>
        <p:spPr>
          <a:xfrm>
            <a:off x="9790745" y="2394344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43F16A5-2D0F-E5C2-5415-9B6FA0D988D5}"/>
              </a:ext>
            </a:extLst>
          </p:cNvPr>
          <p:cNvSpPr/>
          <p:nvPr/>
        </p:nvSpPr>
        <p:spPr>
          <a:xfrm>
            <a:off x="10389834" y="2394344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9F8E19B-2A0D-B984-76BC-FB1224C41D2B}"/>
              </a:ext>
            </a:extLst>
          </p:cNvPr>
          <p:cNvSpPr/>
          <p:nvPr/>
        </p:nvSpPr>
        <p:spPr>
          <a:xfrm>
            <a:off x="9191655" y="2048913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50DD61C-F533-8A04-602A-47CD3A488617}"/>
              </a:ext>
            </a:extLst>
          </p:cNvPr>
          <p:cNvSpPr/>
          <p:nvPr/>
        </p:nvSpPr>
        <p:spPr>
          <a:xfrm>
            <a:off x="9790745" y="2048913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4CFA284-6ECD-A65E-3866-97E547A5F70D}"/>
              </a:ext>
            </a:extLst>
          </p:cNvPr>
          <p:cNvSpPr/>
          <p:nvPr/>
        </p:nvSpPr>
        <p:spPr>
          <a:xfrm>
            <a:off x="10389834" y="2048913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7ADDCFC0-018B-2C07-78D8-27ED7657CDD0}"/>
                  </a:ext>
                </a:extLst>
              </p:cNvPr>
              <p:cNvSpPr/>
              <p:nvPr/>
            </p:nvSpPr>
            <p:spPr>
              <a:xfrm>
                <a:off x="9097062" y="1505384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sz="16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950A4DCB-DC4A-C712-EE75-0F5B858181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1505384"/>
                <a:ext cx="1828322" cy="302106"/>
              </a:xfrm>
              <a:prstGeom prst="rect">
                <a:avLst/>
              </a:prstGeom>
              <a:blipFill>
                <a:blip r:embed="rId30"/>
                <a:stretch>
                  <a:fillRect t="-15385" b="-2307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그룹 37">
            <a:extLst>
              <a:ext uri="{FF2B5EF4-FFF2-40B4-BE49-F238E27FC236}">
                <a16:creationId xmlns:a16="http://schemas.microsoft.com/office/drawing/2014/main" id="{BB4D63A1-92BD-F2DB-A20D-E8B71C22DBF1}"/>
              </a:ext>
            </a:extLst>
          </p:cNvPr>
          <p:cNvGrpSpPr/>
          <p:nvPr/>
        </p:nvGrpSpPr>
        <p:grpSpPr>
          <a:xfrm>
            <a:off x="9191655" y="1075741"/>
            <a:ext cx="1639137" cy="268835"/>
            <a:chOff x="8198547" y="5378798"/>
            <a:chExt cx="1639137" cy="312877"/>
          </a:xfrm>
          <a:solidFill>
            <a:srgbClr val="FFF3CC"/>
          </a:solidFill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C1684B22-B0F9-067E-6055-9BE3DED8495E}"/>
                </a:ext>
              </a:extLst>
            </p:cNvPr>
            <p:cNvSpPr/>
            <p:nvPr/>
          </p:nvSpPr>
          <p:spPr>
            <a:xfrm>
              <a:off x="8198547" y="5378798"/>
              <a:ext cx="440958" cy="312877"/>
            </a:xfrm>
            <a:prstGeom prst="rect">
              <a:avLst/>
            </a:prstGeom>
            <a:grp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2E034168-C4AD-9593-9B9C-138851B115DF}"/>
                </a:ext>
              </a:extLst>
            </p:cNvPr>
            <p:cNvSpPr/>
            <p:nvPr/>
          </p:nvSpPr>
          <p:spPr>
            <a:xfrm>
              <a:off x="8797637" y="5378798"/>
              <a:ext cx="440958" cy="312877"/>
            </a:xfrm>
            <a:prstGeom prst="rect">
              <a:avLst/>
            </a:prstGeom>
            <a:grp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51DC044-F463-BC5F-2F7B-41F14D5ADD6B}"/>
                </a:ext>
              </a:extLst>
            </p:cNvPr>
            <p:cNvSpPr/>
            <p:nvPr/>
          </p:nvSpPr>
          <p:spPr>
            <a:xfrm>
              <a:off x="9396726" y="5378798"/>
              <a:ext cx="440958" cy="312877"/>
            </a:xfrm>
            <a:prstGeom prst="rect">
              <a:avLst/>
            </a:prstGeom>
            <a:grp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DACF797F-D4C2-5804-7EBB-8925DBF15EE1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flipV="1">
            <a:off x="941213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72D77905-15CD-C276-6900-30218C456842}"/>
              </a:ext>
            </a:extLst>
          </p:cNvPr>
          <p:cNvCxnSpPr>
            <a:cxnSpLocks/>
            <a:stCxn id="8" idx="0"/>
            <a:endCxn id="12" idx="2"/>
          </p:cNvCxnSpPr>
          <p:nvPr/>
        </p:nvCxnSpPr>
        <p:spPr>
          <a:xfrm flipV="1">
            <a:off x="1001122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AFD5F813-77A7-5C6F-E5B3-39AEBF0EA959}"/>
              </a:ext>
            </a:extLst>
          </p:cNvPr>
          <p:cNvCxnSpPr>
            <a:cxnSpLocks/>
            <a:stCxn id="9" idx="0"/>
            <a:endCxn id="13" idx="2"/>
          </p:cNvCxnSpPr>
          <p:nvPr/>
        </p:nvCxnSpPr>
        <p:spPr>
          <a:xfrm flipV="1">
            <a:off x="10610313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0B5ECE73-1694-7B21-A2A5-CA26251CBABB}"/>
              </a:ext>
            </a:extLst>
          </p:cNvPr>
          <p:cNvCxnSpPr>
            <a:cxnSpLocks/>
          </p:cNvCxnSpPr>
          <p:nvPr/>
        </p:nvCxnSpPr>
        <p:spPr>
          <a:xfrm flipV="1">
            <a:off x="941213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76E2CB15-F23D-4BFB-B437-DE95032B26FB}"/>
              </a:ext>
            </a:extLst>
          </p:cNvPr>
          <p:cNvCxnSpPr>
            <a:cxnSpLocks/>
          </p:cNvCxnSpPr>
          <p:nvPr/>
        </p:nvCxnSpPr>
        <p:spPr>
          <a:xfrm flipV="1">
            <a:off x="1001122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787914BA-7C3F-977A-B40D-241A12121FE8}"/>
              </a:ext>
            </a:extLst>
          </p:cNvPr>
          <p:cNvCxnSpPr>
            <a:cxnSpLocks/>
          </p:cNvCxnSpPr>
          <p:nvPr/>
        </p:nvCxnSpPr>
        <p:spPr>
          <a:xfrm flipV="1">
            <a:off x="10610313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7B136251-C1B2-D797-16AA-5B0CF3303141}"/>
              </a:ext>
            </a:extLst>
          </p:cNvPr>
          <p:cNvCxnSpPr>
            <a:cxnSpLocks/>
            <a:stCxn id="26" idx="0"/>
            <a:endCxn id="27" idx="2"/>
          </p:cNvCxnSpPr>
          <p:nvPr/>
        </p:nvCxnSpPr>
        <p:spPr>
          <a:xfrm flipV="1">
            <a:off x="10011223" y="3089224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83F0A474-3752-35BF-09FC-135D8446E56E}"/>
              </a:ext>
            </a:extLst>
          </p:cNvPr>
          <p:cNvCxnSpPr>
            <a:cxnSpLocks/>
            <a:stCxn id="14" idx="0"/>
            <a:endCxn id="26" idx="2"/>
          </p:cNvCxnSpPr>
          <p:nvPr/>
        </p:nvCxnSpPr>
        <p:spPr>
          <a:xfrm flipV="1">
            <a:off x="10011223" y="3552138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70C0CCB4-B938-DABC-9EF9-9DEF5A4DA4E3}"/>
              </a:ext>
            </a:extLst>
          </p:cNvPr>
          <p:cNvCxnSpPr>
            <a:cxnSpLocks/>
          </p:cNvCxnSpPr>
          <p:nvPr/>
        </p:nvCxnSpPr>
        <p:spPr>
          <a:xfrm flipV="1">
            <a:off x="9412134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A7D84E95-3EE3-A246-628B-CDF0F27A1302}"/>
              </a:ext>
            </a:extLst>
          </p:cNvPr>
          <p:cNvCxnSpPr>
            <a:cxnSpLocks/>
          </p:cNvCxnSpPr>
          <p:nvPr/>
        </p:nvCxnSpPr>
        <p:spPr>
          <a:xfrm flipV="1">
            <a:off x="10011224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57FAD773-2718-FC23-3B97-BD3088EEA314}"/>
              </a:ext>
            </a:extLst>
          </p:cNvPr>
          <p:cNvCxnSpPr>
            <a:cxnSpLocks/>
          </p:cNvCxnSpPr>
          <p:nvPr/>
        </p:nvCxnSpPr>
        <p:spPr>
          <a:xfrm flipV="1">
            <a:off x="10610313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AB5249EA-9CBF-703B-BB84-26E93FE39115}"/>
              </a:ext>
            </a:extLst>
          </p:cNvPr>
          <p:cNvCxnSpPr>
            <a:cxnSpLocks/>
            <a:stCxn id="27" idx="0"/>
            <a:endCxn id="37" idx="2"/>
          </p:cNvCxnSpPr>
          <p:nvPr/>
        </p:nvCxnSpPr>
        <p:spPr>
          <a:xfrm flipV="1">
            <a:off x="10011223" y="1807490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C16884E-A8C9-50E1-46AB-DDC7E553260A}"/>
              </a:ext>
            </a:extLst>
          </p:cNvPr>
          <p:cNvGrpSpPr/>
          <p:nvPr/>
        </p:nvGrpSpPr>
        <p:grpSpPr>
          <a:xfrm>
            <a:off x="8425813" y="3793561"/>
            <a:ext cx="440958" cy="959696"/>
            <a:chOff x="8553155" y="3793561"/>
            <a:chExt cx="440958" cy="959696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ECF10D0E-2C45-9662-A7A8-D24D64978E8C}"/>
                </a:ext>
              </a:extLst>
            </p:cNvPr>
            <p:cNvSpPr/>
            <p:nvPr/>
          </p:nvSpPr>
          <p:spPr>
            <a:xfrm>
              <a:off x="8553155" y="4484422"/>
              <a:ext cx="440958" cy="268835"/>
            </a:xfrm>
            <a:prstGeom prst="rect">
              <a:avLst/>
            </a:prstGeom>
            <a:solidFill>
              <a:srgbClr val="FBE6D7"/>
            </a:solidFill>
            <a:ln w="12700">
              <a:solidFill>
                <a:srgbClr val="ED7D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48042EC7-62D5-064F-B75E-932CBEC19A55}"/>
                </a:ext>
              </a:extLst>
            </p:cNvPr>
            <p:cNvSpPr/>
            <p:nvPr/>
          </p:nvSpPr>
          <p:spPr>
            <a:xfrm>
              <a:off x="8553155" y="4138992"/>
              <a:ext cx="440958" cy="268835"/>
            </a:xfrm>
            <a:prstGeom prst="rect">
              <a:avLst/>
            </a:prstGeom>
            <a:solidFill>
              <a:srgbClr val="FBE6D7"/>
            </a:solidFill>
            <a:ln w="12700">
              <a:solidFill>
                <a:srgbClr val="ED7D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AF045D81-CF14-22FF-C91C-45728C063789}"/>
                </a:ext>
              </a:extLst>
            </p:cNvPr>
            <p:cNvSpPr/>
            <p:nvPr/>
          </p:nvSpPr>
          <p:spPr>
            <a:xfrm>
              <a:off x="8553155" y="3793561"/>
              <a:ext cx="440958" cy="268835"/>
            </a:xfrm>
            <a:prstGeom prst="rect">
              <a:avLst/>
            </a:prstGeom>
            <a:solidFill>
              <a:srgbClr val="FBE6D7"/>
            </a:solidFill>
            <a:ln w="12700">
              <a:solidFill>
                <a:srgbClr val="ED7D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8937013B-BFE0-FC7E-C0B8-F3B1157DBC5D}"/>
              </a:ext>
            </a:extLst>
          </p:cNvPr>
          <p:cNvGrpSpPr/>
          <p:nvPr/>
        </p:nvGrpSpPr>
        <p:grpSpPr>
          <a:xfrm>
            <a:off x="8425813" y="2048913"/>
            <a:ext cx="440958" cy="959696"/>
            <a:chOff x="8298472" y="2048913"/>
            <a:chExt cx="440958" cy="959696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92F2F84B-589A-BCBD-1C85-2C18FFA77418}"/>
                </a:ext>
              </a:extLst>
            </p:cNvPr>
            <p:cNvSpPr/>
            <p:nvPr/>
          </p:nvSpPr>
          <p:spPr>
            <a:xfrm>
              <a:off x="8298472" y="2739774"/>
              <a:ext cx="440958" cy="268835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2AE5CB2C-51FD-9519-9DA6-E13427842005}"/>
                </a:ext>
              </a:extLst>
            </p:cNvPr>
            <p:cNvSpPr/>
            <p:nvPr/>
          </p:nvSpPr>
          <p:spPr>
            <a:xfrm>
              <a:off x="8298472" y="2394344"/>
              <a:ext cx="440958" cy="268835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3C4A1149-8574-777C-C092-DAF2D1D827D1}"/>
                </a:ext>
              </a:extLst>
            </p:cNvPr>
            <p:cNvSpPr/>
            <p:nvPr/>
          </p:nvSpPr>
          <p:spPr>
            <a:xfrm>
              <a:off x="8298472" y="2048913"/>
              <a:ext cx="440958" cy="268835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C851DB35-6FA5-E53F-2E26-EFB86B018058}"/>
              </a:ext>
            </a:extLst>
          </p:cNvPr>
          <p:cNvGrpSpPr/>
          <p:nvPr/>
        </p:nvGrpSpPr>
        <p:grpSpPr>
          <a:xfrm>
            <a:off x="8420045" y="3933309"/>
            <a:ext cx="2057158" cy="1765178"/>
            <a:chOff x="8553155" y="3927979"/>
            <a:chExt cx="2057158" cy="1765178"/>
          </a:xfrm>
        </p:grpSpPr>
        <p:cxnSp>
          <p:nvCxnSpPr>
            <p:cNvPr id="63" name="꺾인 연결선[E] 62">
              <a:extLst>
                <a:ext uri="{FF2B5EF4-FFF2-40B4-BE49-F238E27FC236}">
                  <a16:creationId xmlns:a16="http://schemas.microsoft.com/office/drawing/2014/main" id="{E553CCD7-FDAD-F383-4076-6163A53FFD67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445487" y="4726509"/>
              <a:ext cx="1074316" cy="858979"/>
            </a:xfrm>
            <a:prstGeom prst="bentConnector4">
              <a:avLst>
                <a:gd name="adj1" fmla="val -21279"/>
                <a:gd name="adj2" fmla="val 126613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꺾인 연결선[E] 383">
              <a:extLst>
                <a:ext uri="{FF2B5EF4-FFF2-40B4-BE49-F238E27FC236}">
                  <a16:creationId xmlns:a16="http://schemas.microsoft.com/office/drawing/2014/main" id="{3C9EA706-9578-4522-B073-55FA3C443B24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572317" y="4254249"/>
              <a:ext cx="1419746" cy="1458069"/>
            </a:xfrm>
            <a:prstGeom prst="bentConnector4">
              <a:avLst>
                <a:gd name="adj1" fmla="val -19988"/>
                <a:gd name="adj2" fmla="val 119462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꺾인 연결선[E] 384">
              <a:extLst>
                <a:ext uri="{FF2B5EF4-FFF2-40B4-BE49-F238E27FC236}">
                  <a16:creationId xmlns:a16="http://schemas.microsoft.com/office/drawing/2014/main" id="{CAE65C31-9780-7756-402F-1D2B339A180D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699145" y="3781989"/>
              <a:ext cx="1765177" cy="2057158"/>
            </a:xfrm>
            <a:prstGeom prst="bentConnector4">
              <a:avLst>
                <a:gd name="adj1" fmla="val -18757"/>
                <a:gd name="adj2" fmla="val 116476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6" name="그룹 385">
            <a:extLst>
              <a:ext uri="{FF2B5EF4-FFF2-40B4-BE49-F238E27FC236}">
                <a16:creationId xmlns:a16="http://schemas.microsoft.com/office/drawing/2014/main" id="{9FC8BEF9-FA2F-01F4-AA02-33A15CC79889}"/>
              </a:ext>
            </a:extLst>
          </p:cNvPr>
          <p:cNvGrpSpPr/>
          <p:nvPr/>
        </p:nvGrpSpPr>
        <p:grpSpPr>
          <a:xfrm>
            <a:off x="8420044" y="2183332"/>
            <a:ext cx="2311841" cy="3509825"/>
            <a:chOff x="8298472" y="2183332"/>
            <a:chExt cx="2311841" cy="3509825"/>
          </a:xfrm>
        </p:grpSpPr>
        <p:cxnSp>
          <p:nvCxnSpPr>
            <p:cNvPr id="387" name="꺾인 연결선[E] 386">
              <a:extLst>
                <a:ext uri="{FF2B5EF4-FFF2-40B4-BE49-F238E27FC236}">
                  <a16:creationId xmlns:a16="http://schemas.microsoft.com/office/drawing/2014/main" id="{4D87EE51-3D9A-587A-7BFE-8CAD988A5D7D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699480" y="2782324"/>
              <a:ext cx="3509825" cy="2311841"/>
            </a:xfrm>
            <a:prstGeom prst="bentConnector4">
              <a:avLst>
                <a:gd name="adj1" fmla="val -17069"/>
                <a:gd name="adj2" fmla="val 127960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꺾인 연결선[E] 387">
              <a:extLst>
                <a:ext uri="{FF2B5EF4-FFF2-40B4-BE49-F238E27FC236}">
                  <a16:creationId xmlns:a16="http://schemas.microsoft.com/office/drawing/2014/main" id="{3037FB99-F269-BA80-724E-73B2DCC3FB2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572651" y="3254583"/>
              <a:ext cx="3164394" cy="1712752"/>
            </a:xfrm>
            <a:prstGeom prst="bentConnector4">
              <a:avLst>
                <a:gd name="adj1" fmla="val -16939"/>
                <a:gd name="adj2" fmla="val 134058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꺾인 연결선[E] 388">
              <a:extLst>
                <a:ext uri="{FF2B5EF4-FFF2-40B4-BE49-F238E27FC236}">
                  <a16:creationId xmlns:a16="http://schemas.microsoft.com/office/drawing/2014/main" id="{98810F9E-0347-FAEE-9606-0C51A57364A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445821" y="3726843"/>
              <a:ext cx="2818964" cy="1113662"/>
            </a:xfrm>
            <a:prstGeom prst="bentConnector4">
              <a:avLst>
                <a:gd name="adj1" fmla="val -17057"/>
                <a:gd name="adj2" fmla="val 146716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0" name="그룹 389">
            <a:extLst>
              <a:ext uri="{FF2B5EF4-FFF2-40B4-BE49-F238E27FC236}">
                <a16:creationId xmlns:a16="http://schemas.microsoft.com/office/drawing/2014/main" id="{051F18E4-6630-791B-5E64-B80070B55E5E}"/>
              </a:ext>
            </a:extLst>
          </p:cNvPr>
          <p:cNvGrpSpPr/>
          <p:nvPr/>
        </p:nvGrpSpPr>
        <p:grpSpPr>
          <a:xfrm>
            <a:off x="8866770" y="2183331"/>
            <a:ext cx="225977" cy="2435509"/>
            <a:chOff x="8866771" y="2183331"/>
            <a:chExt cx="324884" cy="2435509"/>
          </a:xfrm>
        </p:grpSpPr>
        <p:cxnSp>
          <p:nvCxnSpPr>
            <p:cNvPr id="391" name="직선 화살표 연결선 390">
              <a:extLst>
                <a:ext uri="{FF2B5EF4-FFF2-40B4-BE49-F238E27FC236}">
                  <a16:creationId xmlns:a16="http://schemas.microsoft.com/office/drawing/2014/main" id="{E1627B4A-DED8-7C6D-5E58-2088BC1BF3FA}"/>
                </a:ext>
              </a:extLst>
            </p:cNvPr>
            <p:cNvCxnSpPr>
              <a:cxnSpLocks/>
              <a:stCxn id="55" idx="3"/>
              <a:endCxn id="15" idx="1"/>
            </p:cNvCxnSpPr>
            <p:nvPr/>
          </p:nvCxnSpPr>
          <p:spPr>
            <a:xfrm>
              <a:off x="8866771" y="461884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직선 화살표 연결선 391">
              <a:extLst>
                <a:ext uri="{FF2B5EF4-FFF2-40B4-BE49-F238E27FC236}">
                  <a16:creationId xmlns:a16="http://schemas.microsoft.com/office/drawing/2014/main" id="{CB96CA26-64C2-C2AD-CD3A-744192A9118D}"/>
                </a:ext>
              </a:extLst>
            </p:cNvPr>
            <p:cNvCxnSpPr>
              <a:cxnSpLocks/>
              <a:stCxn id="56" idx="3"/>
              <a:endCxn id="20" idx="1"/>
            </p:cNvCxnSpPr>
            <p:nvPr/>
          </p:nvCxnSpPr>
          <p:spPr>
            <a:xfrm>
              <a:off x="8866771" y="427341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직선 화살표 연결선 392">
              <a:extLst>
                <a:ext uri="{FF2B5EF4-FFF2-40B4-BE49-F238E27FC236}">
                  <a16:creationId xmlns:a16="http://schemas.microsoft.com/office/drawing/2014/main" id="{88E6E265-F2EA-FDFD-69C6-B3168A535B51}"/>
                </a:ext>
              </a:extLst>
            </p:cNvPr>
            <p:cNvCxnSpPr>
              <a:cxnSpLocks/>
              <a:stCxn id="57" idx="3"/>
              <a:endCxn id="23" idx="1"/>
            </p:cNvCxnSpPr>
            <p:nvPr/>
          </p:nvCxnSpPr>
          <p:spPr>
            <a:xfrm>
              <a:off x="8866771" y="3927979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직선 화살표 연결선 393">
              <a:extLst>
                <a:ext uri="{FF2B5EF4-FFF2-40B4-BE49-F238E27FC236}">
                  <a16:creationId xmlns:a16="http://schemas.microsoft.com/office/drawing/2014/main" id="{00153D60-2257-9504-F59E-0FAD98FE0CC9}"/>
                </a:ext>
              </a:extLst>
            </p:cNvPr>
            <p:cNvCxnSpPr>
              <a:cxnSpLocks/>
              <a:stCxn id="60" idx="3"/>
              <a:endCxn id="31" idx="1"/>
            </p:cNvCxnSpPr>
            <p:nvPr/>
          </p:nvCxnSpPr>
          <p:spPr>
            <a:xfrm>
              <a:off x="8866771" y="252876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직선 화살표 연결선 394">
              <a:extLst>
                <a:ext uri="{FF2B5EF4-FFF2-40B4-BE49-F238E27FC236}">
                  <a16:creationId xmlns:a16="http://schemas.microsoft.com/office/drawing/2014/main" id="{B54F1327-573C-943F-79BD-F41758A644CA}"/>
                </a:ext>
              </a:extLst>
            </p:cNvPr>
            <p:cNvCxnSpPr>
              <a:cxnSpLocks/>
              <a:stCxn id="61" idx="3"/>
              <a:endCxn id="34" idx="1"/>
            </p:cNvCxnSpPr>
            <p:nvPr/>
          </p:nvCxnSpPr>
          <p:spPr>
            <a:xfrm>
              <a:off x="8866771" y="2183331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직선 화살표 연결선 395">
              <a:extLst>
                <a:ext uri="{FF2B5EF4-FFF2-40B4-BE49-F238E27FC236}">
                  <a16:creationId xmlns:a16="http://schemas.microsoft.com/office/drawing/2014/main" id="{E2687ADF-60D4-41C7-F585-77B8E890F2CF}"/>
                </a:ext>
              </a:extLst>
            </p:cNvPr>
            <p:cNvCxnSpPr>
              <a:cxnSpLocks/>
              <a:stCxn id="59" idx="3"/>
              <a:endCxn id="28" idx="1"/>
            </p:cNvCxnSpPr>
            <p:nvPr/>
          </p:nvCxnSpPr>
          <p:spPr>
            <a:xfrm>
              <a:off x="8866771" y="287419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A50197F-93AF-19CE-A929-BAE033F95F4E}"/>
              </a:ext>
            </a:extLst>
          </p:cNvPr>
          <p:cNvSpPr txBox="1"/>
          <p:nvPr/>
        </p:nvSpPr>
        <p:spPr>
          <a:xfrm>
            <a:off x="4703885" y="1052188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Consider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permuting</a:t>
            </a:r>
            <a:r>
              <a:rPr kumimoji="1" lang="en-US" altLang="ko-KR" sz="1600" dirty="0">
                <a:solidFill>
                  <a:srgbClr val="C00000"/>
                </a:solidFill>
              </a:rPr>
              <a:t> the input vectors.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402" name="직사각형 401">
            <a:extLst>
              <a:ext uri="{FF2B5EF4-FFF2-40B4-BE49-F238E27FC236}">
                <a16:creationId xmlns:a16="http://schemas.microsoft.com/office/drawing/2014/main" id="{B951F89A-5E37-9CAB-44CF-96ED787DE009}"/>
              </a:ext>
            </a:extLst>
          </p:cNvPr>
          <p:cNvSpPr/>
          <p:nvPr/>
        </p:nvSpPr>
        <p:spPr>
          <a:xfrm>
            <a:off x="9039995" y="5327194"/>
            <a:ext cx="1946685" cy="4550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336A358C-AB62-37C2-8A58-E46C95C43B24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272494304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8C20C-C135-CF11-C048-A94DA6146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25A1CD-65D7-18DA-21BC-54532572B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F0C916-A32D-9AFB-3FAF-3392F76665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93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E613A1-16A4-A86D-16F3-9B0332D81B6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0E25AD-2A04-0A0F-F70E-D3283A89A758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3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DB032E4-E6EA-D7E8-9378-A1D916877230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4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AA90C60F-B0B2-33AC-00C8-594BFB3060ED}"/>
              </a:ext>
            </a:extLst>
          </p:cNvPr>
          <p:cNvGrpSpPr/>
          <p:nvPr/>
        </p:nvGrpSpPr>
        <p:grpSpPr>
          <a:xfrm>
            <a:off x="9191655" y="5424321"/>
            <a:ext cx="1639137" cy="268835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D9E2CF3A-33D7-FA9E-4DF8-16C2BEE37AAD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D9E2CF3A-33D7-FA9E-4DF8-16C2BEE37A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5D326244-D1C9-1E8B-2102-4DDF645CA85E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5D326244-D1C9-1E8B-2102-4DDF645CA8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41BF885A-91AD-FB20-0B8B-37BEFF04B6AD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41BF885A-91AD-FB20-0B8B-37BEFF04B6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358815-8A4F-904A-7164-51CB305CFD06}"/>
              </a:ext>
            </a:extLst>
          </p:cNvPr>
          <p:cNvSpPr/>
          <p:nvPr/>
        </p:nvSpPr>
        <p:spPr>
          <a:xfrm>
            <a:off x="9097062" y="3712946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0E42271-D996-DECC-B534-423BE25A5457}"/>
              </a:ext>
            </a:extLst>
          </p:cNvPr>
          <p:cNvSpPr/>
          <p:nvPr/>
        </p:nvSpPr>
        <p:spPr>
          <a:xfrm>
            <a:off x="9191655" y="4484422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4186C7E-F6F7-F18F-700F-12C27E2CB8C5}"/>
              </a:ext>
            </a:extLst>
          </p:cNvPr>
          <p:cNvSpPr/>
          <p:nvPr/>
        </p:nvSpPr>
        <p:spPr>
          <a:xfrm>
            <a:off x="9790745" y="4484422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C7CFB6B-C7A5-18BE-91E1-7215B29FFC15}"/>
              </a:ext>
            </a:extLst>
          </p:cNvPr>
          <p:cNvSpPr/>
          <p:nvPr/>
        </p:nvSpPr>
        <p:spPr>
          <a:xfrm>
            <a:off x="10389834" y="4484422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36F6E70-9130-9A87-67C7-CA4BF7E6CB22}"/>
              </a:ext>
            </a:extLst>
          </p:cNvPr>
          <p:cNvSpPr/>
          <p:nvPr/>
        </p:nvSpPr>
        <p:spPr>
          <a:xfrm>
            <a:off x="9191655" y="4138992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D525DD3-8038-B175-AD1E-40FF359A8A51}"/>
              </a:ext>
            </a:extLst>
          </p:cNvPr>
          <p:cNvSpPr/>
          <p:nvPr/>
        </p:nvSpPr>
        <p:spPr>
          <a:xfrm>
            <a:off x="9790745" y="4138992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A801A81-F778-3B69-F55B-225B059111E4}"/>
              </a:ext>
            </a:extLst>
          </p:cNvPr>
          <p:cNvSpPr/>
          <p:nvPr/>
        </p:nvSpPr>
        <p:spPr>
          <a:xfrm>
            <a:off x="10389834" y="4138992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935BE7C-605E-87CF-241D-B5E47A4AAE7C}"/>
              </a:ext>
            </a:extLst>
          </p:cNvPr>
          <p:cNvSpPr/>
          <p:nvPr/>
        </p:nvSpPr>
        <p:spPr>
          <a:xfrm>
            <a:off x="9191655" y="3793561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A1015D7-9F85-D216-4824-F6892B33A220}"/>
              </a:ext>
            </a:extLst>
          </p:cNvPr>
          <p:cNvSpPr/>
          <p:nvPr/>
        </p:nvSpPr>
        <p:spPr>
          <a:xfrm>
            <a:off x="9790745" y="3793561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D960C32-94B6-4CA5-B868-BEFABF9CC677}"/>
              </a:ext>
            </a:extLst>
          </p:cNvPr>
          <p:cNvSpPr/>
          <p:nvPr/>
        </p:nvSpPr>
        <p:spPr>
          <a:xfrm>
            <a:off x="10389834" y="3793561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D85C4676-385E-4FF8-93FF-72482ED6041D}"/>
                  </a:ext>
                </a:extLst>
              </p:cNvPr>
              <p:cNvSpPr/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55866675-2F64-1AC7-DE3B-F4FBF33EDB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blipFill>
                <a:blip r:embed="rId20"/>
                <a:stretch>
                  <a:fillRect b="-1538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직사각형 26">
            <a:extLst>
              <a:ext uri="{FF2B5EF4-FFF2-40B4-BE49-F238E27FC236}">
                <a16:creationId xmlns:a16="http://schemas.microsoft.com/office/drawing/2014/main" id="{833A1892-02C7-FD75-497A-95DD10475AA9}"/>
              </a:ext>
            </a:extLst>
          </p:cNvPr>
          <p:cNvSpPr/>
          <p:nvPr/>
        </p:nvSpPr>
        <p:spPr>
          <a:xfrm>
            <a:off x="9097062" y="1968298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847FD82-8A6D-BBAE-A1B9-56870C7B618C}"/>
              </a:ext>
            </a:extLst>
          </p:cNvPr>
          <p:cNvSpPr/>
          <p:nvPr/>
        </p:nvSpPr>
        <p:spPr>
          <a:xfrm>
            <a:off x="9191655" y="2739774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A431653-A3E7-5388-7E7A-576DEE04EED1}"/>
              </a:ext>
            </a:extLst>
          </p:cNvPr>
          <p:cNvSpPr/>
          <p:nvPr/>
        </p:nvSpPr>
        <p:spPr>
          <a:xfrm>
            <a:off x="9790745" y="2739774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544A5D3-BFE4-B045-4D30-E924C2A8913D}"/>
              </a:ext>
            </a:extLst>
          </p:cNvPr>
          <p:cNvSpPr/>
          <p:nvPr/>
        </p:nvSpPr>
        <p:spPr>
          <a:xfrm>
            <a:off x="10389834" y="2739774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BEDA5B7-E812-BCE3-66BF-8EC13E2FBCDE}"/>
              </a:ext>
            </a:extLst>
          </p:cNvPr>
          <p:cNvSpPr/>
          <p:nvPr/>
        </p:nvSpPr>
        <p:spPr>
          <a:xfrm>
            <a:off x="9191655" y="2394344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E3E18EB-3C25-CBC6-F1E6-11623079E1E0}"/>
              </a:ext>
            </a:extLst>
          </p:cNvPr>
          <p:cNvSpPr/>
          <p:nvPr/>
        </p:nvSpPr>
        <p:spPr>
          <a:xfrm>
            <a:off x="9790745" y="2394344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0B241C5-F642-503E-42EA-A458D6013E12}"/>
              </a:ext>
            </a:extLst>
          </p:cNvPr>
          <p:cNvSpPr/>
          <p:nvPr/>
        </p:nvSpPr>
        <p:spPr>
          <a:xfrm>
            <a:off x="10389834" y="2394344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8B32889-530B-22C4-94CE-45A50C813B75}"/>
              </a:ext>
            </a:extLst>
          </p:cNvPr>
          <p:cNvSpPr/>
          <p:nvPr/>
        </p:nvSpPr>
        <p:spPr>
          <a:xfrm>
            <a:off x="9191655" y="2048913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11C1670-4EC4-1C71-EDFC-D5F2D8AEB3F3}"/>
              </a:ext>
            </a:extLst>
          </p:cNvPr>
          <p:cNvSpPr/>
          <p:nvPr/>
        </p:nvSpPr>
        <p:spPr>
          <a:xfrm>
            <a:off x="9790745" y="2048913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7503734-2B1C-5B54-BCEA-D0133BC784B8}"/>
              </a:ext>
            </a:extLst>
          </p:cNvPr>
          <p:cNvSpPr/>
          <p:nvPr/>
        </p:nvSpPr>
        <p:spPr>
          <a:xfrm>
            <a:off x="10389834" y="2048913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4E19A24C-4F6D-C2B2-F989-3419682BC70A}"/>
                  </a:ext>
                </a:extLst>
              </p:cNvPr>
              <p:cNvSpPr/>
              <p:nvPr/>
            </p:nvSpPr>
            <p:spPr>
              <a:xfrm>
                <a:off x="9097062" y="1505384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sz="16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950A4DCB-DC4A-C712-EE75-0F5B858181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1505384"/>
                <a:ext cx="1828322" cy="302106"/>
              </a:xfrm>
              <a:prstGeom prst="rect">
                <a:avLst/>
              </a:prstGeom>
              <a:blipFill>
                <a:blip r:embed="rId30"/>
                <a:stretch>
                  <a:fillRect t="-15385" b="-2307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그룹 37">
            <a:extLst>
              <a:ext uri="{FF2B5EF4-FFF2-40B4-BE49-F238E27FC236}">
                <a16:creationId xmlns:a16="http://schemas.microsoft.com/office/drawing/2014/main" id="{BEC2EDCD-A126-547F-041F-0A0087DBDF1D}"/>
              </a:ext>
            </a:extLst>
          </p:cNvPr>
          <p:cNvGrpSpPr/>
          <p:nvPr/>
        </p:nvGrpSpPr>
        <p:grpSpPr>
          <a:xfrm>
            <a:off x="9191655" y="1075741"/>
            <a:ext cx="1639137" cy="268835"/>
            <a:chOff x="8198547" y="5378798"/>
            <a:chExt cx="1639137" cy="312877"/>
          </a:xfrm>
          <a:solidFill>
            <a:srgbClr val="FFF3CC"/>
          </a:solidFill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0C64AF3-51DB-FAFE-215F-3B1CC53F0E3B}"/>
                </a:ext>
              </a:extLst>
            </p:cNvPr>
            <p:cNvSpPr/>
            <p:nvPr/>
          </p:nvSpPr>
          <p:spPr>
            <a:xfrm>
              <a:off x="8198547" y="5378798"/>
              <a:ext cx="440958" cy="312877"/>
            </a:xfrm>
            <a:prstGeom prst="rect">
              <a:avLst/>
            </a:prstGeom>
            <a:grp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8F8D84E-277C-AEBC-F368-540C7F28CD5E}"/>
                </a:ext>
              </a:extLst>
            </p:cNvPr>
            <p:cNvSpPr/>
            <p:nvPr/>
          </p:nvSpPr>
          <p:spPr>
            <a:xfrm>
              <a:off x="8797637" y="5378798"/>
              <a:ext cx="440958" cy="312877"/>
            </a:xfrm>
            <a:prstGeom prst="rect">
              <a:avLst/>
            </a:prstGeom>
            <a:grp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93A21C8-73D7-7229-8AAA-8A3C9862570C}"/>
                </a:ext>
              </a:extLst>
            </p:cNvPr>
            <p:cNvSpPr/>
            <p:nvPr/>
          </p:nvSpPr>
          <p:spPr>
            <a:xfrm>
              <a:off x="9396726" y="5378798"/>
              <a:ext cx="440958" cy="312877"/>
            </a:xfrm>
            <a:prstGeom prst="rect">
              <a:avLst/>
            </a:prstGeom>
            <a:grp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DBD5975F-2A2F-6709-B99C-51FA9059BCB6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941213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F1B5347-DD53-4F1B-98F9-A0A74E76109C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001122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F952BB82-0871-233D-D342-E4F6BE9402EB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0610313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D52C0C4B-5B41-1D7D-0835-0F3AF63A6063}"/>
              </a:ext>
            </a:extLst>
          </p:cNvPr>
          <p:cNvCxnSpPr>
            <a:cxnSpLocks/>
          </p:cNvCxnSpPr>
          <p:nvPr/>
        </p:nvCxnSpPr>
        <p:spPr>
          <a:xfrm flipV="1">
            <a:off x="941213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B51F9258-5BC7-B4A1-1E07-238137F5A100}"/>
              </a:ext>
            </a:extLst>
          </p:cNvPr>
          <p:cNvCxnSpPr>
            <a:cxnSpLocks/>
          </p:cNvCxnSpPr>
          <p:nvPr/>
        </p:nvCxnSpPr>
        <p:spPr>
          <a:xfrm flipV="1">
            <a:off x="1001122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D2A6FDD2-38BC-52B8-ED67-8160567D7708}"/>
              </a:ext>
            </a:extLst>
          </p:cNvPr>
          <p:cNvCxnSpPr>
            <a:cxnSpLocks/>
          </p:cNvCxnSpPr>
          <p:nvPr/>
        </p:nvCxnSpPr>
        <p:spPr>
          <a:xfrm flipV="1">
            <a:off x="10610313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1B5CACD-F9FA-95F3-7EF4-0AF7C8AF7ADA}"/>
              </a:ext>
            </a:extLst>
          </p:cNvPr>
          <p:cNvCxnSpPr>
            <a:cxnSpLocks/>
            <a:stCxn id="26" idx="0"/>
            <a:endCxn id="27" idx="2"/>
          </p:cNvCxnSpPr>
          <p:nvPr/>
        </p:nvCxnSpPr>
        <p:spPr>
          <a:xfrm flipV="1">
            <a:off x="10011223" y="3089224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3AE079ED-0BD0-CB42-ECEF-AA4270B2ACF5}"/>
              </a:ext>
            </a:extLst>
          </p:cNvPr>
          <p:cNvCxnSpPr>
            <a:cxnSpLocks/>
            <a:stCxn id="14" idx="0"/>
            <a:endCxn id="26" idx="2"/>
          </p:cNvCxnSpPr>
          <p:nvPr/>
        </p:nvCxnSpPr>
        <p:spPr>
          <a:xfrm flipV="1">
            <a:off x="10011223" y="3552138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A77A229F-E80C-FA61-4234-3D03EAE588E6}"/>
              </a:ext>
            </a:extLst>
          </p:cNvPr>
          <p:cNvCxnSpPr>
            <a:cxnSpLocks/>
          </p:cNvCxnSpPr>
          <p:nvPr/>
        </p:nvCxnSpPr>
        <p:spPr>
          <a:xfrm flipV="1">
            <a:off x="9412134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8D5EBB85-3F81-568D-118A-FF194DA1DA53}"/>
              </a:ext>
            </a:extLst>
          </p:cNvPr>
          <p:cNvCxnSpPr>
            <a:cxnSpLocks/>
          </p:cNvCxnSpPr>
          <p:nvPr/>
        </p:nvCxnSpPr>
        <p:spPr>
          <a:xfrm flipV="1">
            <a:off x="10011224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953F331-27BD-4695-FD2F-9470DD857CAA}"/>
              </a:ext>
            </a:extLst>
          </p:cNvPr>
          <p:cNvCxnSpPr>
            <a:cxnSpLocks/>
          </p:cNvCxnSpPr>
          <p:nvPr/>
        </p:nvCxnSpPr>
        <p:spPr>
          <a:xfrm flipV="1">
            <a:off x="10610313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96B677D3-3E9F-A947-CF82-F7CEAA3C1D81}"/>
              </a:ext>
            </a:extLst>
          </p:cNvPr>
          <p:cNvCxnSpPr>
            <a:cxnSpLocks/>
            <a:stCxn id="27" idx="0"/>
            <a:endCxn id="37" idx="2"/>
          </p:cNvCxnSpPr>
          <p:nvPr/>
        </p:nvCxnSpPr>
        <p:spPr>
          <a:xfrm flipV="1">
            <a:off x="10011223" y="1807490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DECB1BAD-A603-72C2-C74D-0E697E9674FD}"/>
              </a:ext>
            </a:extLst>
          </p:cNvPr>
          <p:cNvGrpSpPr/>
          <p:nvPr/>
        </p:nvGrpSpPr>
        <p:grpSpPr>
          <a:xfrm>
            <a:off x="8425813" y="2048913"/>
            <a:ext cx="440958" cy="959696"/>
            <a:chOff x="8298472" y="2048913"/>
            <a:chExt cx="440958" cy="959696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588F8C5-455F-73EC-413D-42D7DC76A2AD}"/>
                </a:ext>
              </a:extLst>
            </p:cNvPr>
            <p:cNvSpPr/>
            <p:nvPr/>
          </p:nvSpPr>
          <p:spPr>
            <a:xfrm>
              <a:off x="8298472" y="2739774"/>
              <a:ext cx="440958" cy="268835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3AE5557A-27C1-6CDA-3E7F-A72C27E4ABA7}"/>
                </a:ext>
              </a:extLst>
            </p:cNvPr>
            <p:cNvSpPr/>
            <p:nvPr/>
          </p:nvSpPr>
          <p:spPr>
            <a:xfrm>
              <a:off x="8298472" y="2394344"/>
              <a:ext cx="440958" cy="268835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B9A70B42-39AB-909D-29DC-16A6F72ACE93}"/>
                </a:ext>
              </a:extLst>
            </p:cNvPr>
            <p:cNvSpPr/>
            <p:nvPr/>
          </p:nvSpPr>
          <p:spPr>
            <a:xfrm>
              <a:off x="8298472" y="2048913"/>
              <a:ext cx="440958" cy="268835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9B827676-3753-C0A4-0DD0-D799392D63F1}"/>
              </a:ext>
            </a:extLst>
          </p:cNvPr>
          <p:cNvGrpSpPr/>
          <p:nvPr/>
        </p:nvGrpSpPr>
        <p:grpSpPr>
          <a:xfrm>
            <a:off x="8420045" y="3933309"/>
            <a:ext cx="2057158" cy="1765178"/>
            <a:chOff x="8553155" y="3927979"/>
            <a:chExt cx="2057158" cy="1765178"/>
          </a:xfrm>
        </p:grpSpPr>
        <p:cxnSp>
          <p:nvCxnSpPr>
            <p:cNvPr id="63" name="꺾인 연결선[E] 62">
              <a:extLst>
                <a:ext uri="{FF2B5EF4-FFF2-40B4-BE49-F238E27FC236}">
                  <a16:creationId xmlns:a16="http://schemas.microsoft.com/office/drawing/2014/main" id="{CA0D6684-EBD8-F3E6-5D37-9865B423E6DB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445487" y="4726509"/>
              <a:ext cx="1074316" cy="858979"/>
            </a:xfrm>
            <a:prstGeom prst="bentConnector4">
              <a:avLst>
                <a:gd name="adj1" fmla="val -21279"/>
                <a:gd name="adj2" fmla="val 126613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꺾인 연결선[E] 383">
              <a:extLst>
                <a:ext uri="{FF2B5EF4-FFF2-40B4-BE49-F238E27FC236}">
                  <a16:creationId xmlns:a16="http://schemas.microsoft.com/office/drawing/2014/main" id="{F68B7585-E1A0-05A1-5066-22DACC88ED7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572317" y="4254249"/>
              <a:ext cx="1419746" cy="1458069"/>
            </a:xfrm>
            <a:prstGeom prst="bentConnector4">
              <a:avLst>
                <a:gd name="adj1" fmla="val -19988"/>
                <a:gd name="adj2" fmla="val 119462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꺾인 연결선[E] 384">
              <a:extLst>
                <a:ext uri="{FF2B5EF4-FFF2-40B4-BE49-F238E27FC236}">
                  <a16:creationId xmlns:a16="http://schemas.microsoft.com/office/drawing/2014/main" id="{93DD068C-7338-0A6C-76A2-B5CFC63FB7F9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699145" y="3781989"/>
              <a:ext cx="1765177" cy="2057158"/>
            </a:xfrm>
            <a:prstGeom prst="bentConnector4">
              <a:avLst>
                <a:gd name="adj1" fmla="val -18757"/>
                <a:gd name="adj2" fmla="val 116476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6" name="그룹 385">
            <a:extLst>
              <a:ext uri="{FF2B5EF4-FFF2-40B4-BE49-F238E27FC236}">
                <a16:creationId xmlns:a16="http://schemas.microsoft.com/office/drawing/2014/main" id="{17B7F4F8-9B48-A50E-F1D1-79AA72D05000}"/>
              </a:ext>
            </a:extLst>
          </p:cNvPr>
          <p:cNvGrpSpPr/>
          <p:nvPr/>
        </p:nvGrpSpPr>
        <p:grpSpPr>
          <a:xfrm>
            <a:off x="8420044" y="2183332"/>
            <a:ext cx="2311841" cy="3509825"/>
            <a:chOff x="8298472" y="2183332"/>
            <a:chExt cx="2311841" cy="3509825"/>
          </a:xfrm>
        </p:grpSpPr>
        <p:cxnSp>
          <p:nvCxnSpPr>
            <p:cNvPr id="387" name="꺾인 연결선[E] 386">
              <a:extLst>
                <a:ext uri="{FF2B5EF4-FFF2-40B4-BE49-F238E27FC236}">
                  <a16:creationId xmlns:a16="http://schemas.microsoft.com/office/drawing/2014/main" id="{448A52EC-B4E2-17BB-8222-130543AA728F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699480" y="2782324"/>
              <a:ext cx="3509825" cy="2311841"/>
            </a:xfrm>
            <a:prstGeom prst="bentConnector4">
              <a:avLst>
                <a:gd name="adj1" fmla="val -17069"/>
                <a:gd name="adj2" fmla="val 127960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꺾인 연결선[E] 387">
              <a:extLst>
                <a:ext uri="{FF2B5EF4-FFF2-40B4-BE49-F238E27FC236}">
                  <a16:creationId xmlns:a16="http://schemas.microsoft.com/office/drawing/2014/main" id="{DD2C065D-9B4F-5242-A1F2-CFEB1AAE0CF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572651" y="3254583"/>
              <a:ext cx="3164394" cy="1712752"/>
            </a:xfrm>
            <a:prstGeom prst="bentConnector4">
              <a:avLst>
                <a:gd name="adj1" fmla="val -16939"/>
                <a:gd name="adj2" fmla="val 134058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꺾인 연결선[E] 388">
              <a:extLst>
                <a:ext uri="{FF2B5EF4-FFF2-40B4-BE49-F238E27FC236}">
                  <a16:creationId xmlns:a16="http://schemas.microsoft.com/office/drawing/2014/main" id="{2B82A5DB-FEB9-3BC8-02EA-B5610CF6AFD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445821" y="3726843"/>
              <a:ext cx="2818964" cy="1113662"/>
            </a:xfrm>
            <a:prstGeom prst="bentConnector4">
              <a:avLst>
                <a:gd name="adj1" fmla="val -17057"/>
                <a:gd name="adj2" fmla="val 146716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0" name="그룹 389">
            <a:extLst>
              <a:ext uri="{FF2B5EF4-FFF2-40B4-BE49-F238E27FC236}">
                <a16:creationId xmlns:a16="http://schemas.microsoft.com/office/drawing/2014/main" id="{E0991727-65B0-0E06-5A27-B546BDE75A91}"/>
              </a:ext>
            </a:extLst>
          </p:cNvPr>
          <p:cNvGrpSpPr/>
          <p:nvPr/>
        </p:nvGrpSpPr>
        <p:grpSpPr>
          <a:xfrm>
            <a:off x="8866770" y="2183331"/>
            <a:ext cx="225977" cy="2435509"/>
            <a:chOff x="8866771" y="2183331"/>
            <a:chExt cx="324884" cy="2435509"/>
          </a:xfrm>
        </p:grpSpPr>
        <p:cxnSp>
          <p:nvCxnSpPr>
            <p:cNvPr id="391" name="직선 화살표 연결선 390">
              <a:extLst>
                <a:ext uri="{FF2B5EF4-FFF2-40B4-BE49-F238E27FC236}">
                  <a16:creationId xmlns:a16="http://schemas.microsoft.com/office/drawing/2014/main" id="{35FD08BF-8243-FE9A-DDEB-0093CA2AA252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>
              <a:off x="8866771" y="461884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직선 화살표 연결선 391">
              <a:extLst>
                <a:ext uri="{FF2B5EF4-FFF2-40B4-BE49-F238E27FC236}">
                  <a16:creationId xmlns:a16="http://schemas.microsoft.com/office/drawing/2014/main" id="{9DD76984-0E3F-C9EB-522F-5BE1E1F482BC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8866771" y="427341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직선 화살표 연결선 392">
              <a:extLst>
                <a:ext uri="{FF2B5EF4-FFF2-40B4-BE49-F238E27FC236}">
                  <a16:creationId xmlns:a16="http://schemas.microsoft.com/office/drawing/2014/main" id="{2A37F5DB-B57B-48B6-CC0E-2DB5C244DC5B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>
              <a:off x="8866771" y="3927979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직선 화살표 연결선 393">
              <a:extLst>
                <a:ext uri="{FF2B5EF4-FFF2-40B4-BE49-F238E27FC236}">
                  <a16:creationId xmlns:a16="http://schemas.microsoft.com/office/drawing/2014/main" id="{6D805BAC-19A1-8873-330F-244CB51D276A}"/>
                </a:ext>
              </a:extLst>
            </p:cNvPr>
            <p:cNvCxnSpPr>
              <a:cxnSpLocks/>
              <a:stCxn id="60" idx="3"/>
              <a:endCxn id="31" idx="1"/>
            </p:cNvCxnSpPr>
            <p:nvPr/>
          </p:nvCxnSpPr>
          <p:spPr>
            <a:xfrm>
              <a:off x="8866771" y="252876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직선 화살표 연결선 394">
              <a:extLst>
                <a:ext uri="{FF2B5EF4-FFF2-40B4-BE49-F238E27FC236}">
                  <a16:creationId xmlns:a16="http://schemas.microsoft.com/office/drawing/2014/main" id="{E39DBCA0-63F8-1110-1CE0-D0346822FE4E}"/>
                </a:ext>
              </a:extLst>
            </p:cNvPr>
            <p:cNvCxnSpPr>
              <a:cxnSpLocks/>
              <a:stCxn id="61" idx="3"/>
              <a:endCxn id="34" idx="1"/>
            </p:cNvCxnSpPr>
            <p:nvPr/>
          </p:nvCxnSpPr>
          <p:spPr>
            <a:xfrm>
              <a:off x="8866771" y="2183331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직선 화살표 연결선 395">
              <a:extLst>
                <a:ext uri="{FF2B5EF4-FFF2-40B4-BE49-F238E27FC236}">
                  <a16:creationId xmlns:a16="http://schemas.microsoft.com/office/drawing/2014/main" id="{75E3E480-FED9-2AC9-8330-EAE7D52737B8}"/>
                </a:ext>
              </a:extLst>
            </p:cNvPr>
            <p:cNvCxnSpPr>
              <a:cxnSpLocks/>
              <a:stCxn id="59" idx="3"/>
              <a:endCxn id="28" idx="1"/>
            </p:cNvCxnSpPr>
            <p:nvPr/>
          </p:nvCxnSpPr>
          <p:spPr>
            <a:xfrm>
              <a:off x="8866771" y="287419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B565A9B-C162-AF9C-0425-A291814432A2}"/>
              </a:ext>
            </a:extLst>
          </p:cNvPr>
          <p:cNvSpPr txBox="1"/>
          <p:nvPr/>
        </p:nvSpPr>
        <p:spPr>
          <a:xfrm>
            <a:off x="4703885" y="1052188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Consider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permuting</a:t>
            </a:r>
            <a:r>
              <a:rPr kumimoji="1" lang="en-US" altLang="ko-KR" sz="1600" dirty="0">
                <a:solidFill>
                  <a:srgbClr val="C00000"/>
                </a:solidFill>
              </a:rPr>
              <a:t> the input vectors.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402" name="직사각형 401">
            <a:extLst>
              <a:ext uri="{FF2B5EF4-FFF2-40B4-BE49-F238E27FC236}">
                <a16:creationId xmlns:a16="http://schemas.microsoft.com/office/drawing/2014/main" id="{6CEB3537-480A-9DEB-EA5B-490C148B3E98}"/>
              </a:ext>
            </a:extLst>
          </p:cNvPr>
          <p:cNvSpPr/>
          <p:nvPr/>
        </p:nvSpPr>
        <p:spPr>
          <a:xfrm>
            <a:off x="9039995" y="4902795"/>
            <a:ext cx="1946685" cy="4550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397" name="그룹 396">
            <a:extLst>
              <a:ext uri="{FF2B5EF4-FFF2-40B4-BE49-F238E27FC236}">
                <a16:creationId xmlns:a16="http://schemas.microsoft.com/office/drawing/2014/main" id="{97A7E736-AD39-0CF3-B054-7298A92A08F0}"/>
              </a:ext>
            </a:extLst>
          </p:cNvPr>
          <p:cNvGrpSpPr/>
          <p:nvPr/>
        </p:nvGrpSpPr>
        <p:grpSpPr>
          <a:xfrm>
            <a:off x="9191655" y="4994680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8" name="직사각형 397">
                  <a:extLst>
                    <a:ext uri="{FF2B5EF4-FFF2-40B4-BE49-F238E27FC236}">
                      <a16:creationId xmlns:a16="http://schemas.microsoft.com/office/drawing/2014/main" id="{80C051C3-3B54-B801-B4F6-508397F04776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8" name="직사각형 397">
                  <a:extLst>
                    <a:ext uri="{FF2B5EF4-FFF2-40B4-BE49-F238E27FC236}">
                      <a16:creationId xmlns:a16="http://schemas.microsoft.com/office/drawing/2014/main" id="{80C051C3-3B54-B801-B4F6-508397F047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31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" name="직사각형 398">
                  <a:extLst>
                    <a:ext uri="{FF2B5EF4-FFF2-40B4-BE49-F238E27FC236}">
                      <a16:creationId xmlns:a16="http://schemas.microsoft.com/office/drawing/2014/main" id="{F84C7115-9237-5853-930A-FC2B58313049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9" name="직사각형 398">
                  <a:extLst>
                    <a:ext uri="{FF2B5EF4-FFF2-40B4-BE49-F238E27FC236}">
                      <a16:creationId xmlns:a16="http://schemas.microsoft.com/office/drawing/2014/main" id="{F84C7115-9237-5853-930A-FC2B583130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32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0" name="직사각형 399">
                  <a:extLst>
                    <a:ext uri="{FF2B5EF4-FFF2-40B4-BE49-F238E27FC236}">
                      <a16:creationId xmlns:a16="http://schemas.microsoft.com/office/drawing/2014/main" id="{03F5C872-0085-7098-9905-CAC8D93E045E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0" name="직사각형 399">
                  <a:extLst>
                    <a:ext uri="{FF2B5EF4-FFF2-40B4-BE49-F238E27FC236}">
                      <a16:creationId xmlns:a16="http://schemas.microsoft.com/office/drawing/2014/main" id="{03F5C872-0085-7098-9905-CAC8D93E04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33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1" name="그룹 400">
            <a:extLst>
              <a:ext uri="{FF2B5EF4-FFF2-40B4-BE49-F238E27FC236}">
                <a16:creationId xmlns:a16="http://schemas.microsoft.com/office/drawing/2014/main" id="{85F2BF35-EC7B-1134-A0D2-550A8296A9DB}"/>
              </a:ext>
            </a:extLst>
          </p:cNvPr>
          <p:cNvGrpSpPr/>
          <p:nvPr/>
        </p:nvGrpSpPr>
        <p:grpSpPr>
          <a:xfrm>
            <a:off x="8425813" y="3793561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3" name="직사각형 402">
                  <a:extLst>
                    <a:ext uri="{FF2B5EF4-FFF2-40B4-BE49-F238E27FC236}">
                      <a16:creationId xmlns:a16="http://schemas.microsoft.com/office/drawing/2014/main" id="{D5771CA4-4A01-F714-1506-09B039B3C9CD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3" name="직사각형 402">
                  <a:extLst>
                    <a:ext uri="{FF2B5EF4-FFF2-40B4-BE49-F238E27FC236}">
                      <a16:creationId xmlns:a16="http://schemas.microsoft.com/office/drawing/2014/main" id="{D5771CA4-4A01-F714-1506-09B039B3C9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34"/>
                  <a:stretch>
                    <a:fillRect l="-18919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4" name="직사각형 403">
                  <a:extLst>
                    <a:ext uri="{FF2B5EF4-FFF2-40B4-BE49-F238E27FC236}">
                      <a16:creationId xmlns:a16="http://schemas.microsoft.com/office/drawing/2014/main" id="{1CE7C72F-CED4-8ED0-9C41-75B9086C1F91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4" name="직사각형 403">
                  <a:extLst>
                    <a:ext uri="{FF2B5EF4-FFF2-40B4-BE49-F238E27FC236}">
                      <a16:creationId xmlns:a16="http://schemas.microsoft.com/office/drawing/2014/main" id="{1CE7C72F-CED4-8ED0-9C41-75B9086C1F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35"/>
                  <a:stretch>
                    <a:fillRect l="-18919" t="-4348" b="-43478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5" name="직사각형 404">
                  <a:extLst>
                    <a:ext uri="{FF2B5EF4-FFF2-40B4-BE49-F238E27FC236}">
                      <a16:creationId xmlns:a16="http://schemas.microsoft.com/office/drawing/2014/main" id="{AE39020E-6417-3193-65DF-30152BE57DDF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5" name="직사각형 404">
                  <a:extLst>
                    <a:ext uri="{FF2B5EF4-FFF2-40B4-BE49-F238E27FC236}">
                      <a16:creationId xmlns:a16="http://schemas.microsoft.com/office/drawing/2014/main" id="{AE39020E-6417-3193-65DF-30152BE57D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36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6" name="직사각형 405">
            <a:extLst>
              <a:ext uri="{FF2B5EF4-FFF2-40B4-BE49-F238E27FC236}">
                <a16:creationId xmlns:a16="http://schemas.microsoft.com/office/drawing/2014/main" id="{9319478E-DA67-4289-EE54-FBA05D6F4068}"/>
              </a:ext>
            </a:extLst>
          </p:cNvPr>
          <p:cNvSpPr/>
          <p:nvPr/>
        </p:nvSpPr>
        <p:spPr>
          <a:xfrm>
            <a:off x="8275368" y="3720381"/>
            <a:ext cx="700123" cy="112091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B8EDC760-41DB-7493-9930-1EFFF9796418}"/>
              </a:ext>
            </a:extLst>
          </p:cNvPr>
          <p:cNvSpPr txBox="1"/>
          <p:nvPr/>
        </p:nvSpPr>
        <p:spPr>
          <a:xfrm>
            <a:off x="4703885" y="1684700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Queries and keys will be the same but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permuted</a:t>
            </a:r>
            <a:r>
              <a:rPr kumimoji="1" lang="en-US" altLang="ko-KR" sz="1600" dirty="0">
                <a:solidFill>
                  <a:srgbClr val="C00000"/>
                </a:solidFill>
              </a:rPr>
              <a:t>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C4C1BD-AF97-BD59-4043-E3E7DCF0C2E2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145626983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9C85B-B6E4-7FC4-38D7-AC452369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CAE3B-5CF7-E62D-46A0-D167A7489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825054-F654-6A3B-F420-384C71DC4B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94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F82D5A-CC97-18A8-1B20-BA58FFBA43B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848329-0EA2-7FBE-8224-9DA1D2FCE232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3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6683F99-A807-4F09-8290-0F051DCE1854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4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D955E899-FD14-C170-0E43-7FA191A4E5BA}"/>
              </a:ext>
            </a:extLst>
          </p:cNvPr>
          <p:cNvGrpSpPr/>
          <p:nvPr/>
        </p:nvGrpSpPr>
        <p:grpSpPr>
          <a:xfrm>
            <a:off x="9191655" y="5424321"/>
            <a:ext cx="1639137" cy="268835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D477D577-6CD7-9D3B-412E-36DF87F41C24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D477D577-6CD7-9D3B-412E-36DF87F41C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8DB83127-A1DB-EDA4-385B-48FDB014A187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8DB83127-A1DB-EDA4-385B-48FDB014A1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1A4A291E-F6A0-07A6-7DBE-FB5C572B2B61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1A4A291E-F6A0-07A6-7DBE-FB5C572B2B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E59E516-E701-74FF-198F-BB918819E3DC}"/>
              </a:ext>
            </a:extLst>
          </p:cNvPr>
          <p:cNvSpPr/>
          <p:nvPr/>
        </p:nvSpPr>
        <p:spPr>
          <a:xfrm>
            <a:off x="9097062" y="3712946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29A1023F-EF57-ECFA-FBA9-74F65280C5F4}"/>
                  </a:ext>
                </a:extLst>
              </p:cNvPr>
              <p:cNvSpPr/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55866675-2F64-1AC7-DE3B-F4FBF33EDB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blipFill>
                <a:blip r:embed="rId20"/>
                <a:stretch>
                  <a:fillRect b="-1538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직사각형 26">
            <a:extLst>
              <a:ext uri="{FF2B5EF4-FFF2-40B4-BE49-F238E27FC236}">
                <a16:creationId xmlns:a16="http://schemas.microsoft.com/office/drawing/2014/main" id="{B1733F14-084E-8904-15C6-42042186B8D3}"/>
              </a:ext>
            </a:extLst>
          </p:cNvPr>
          <p:cNvSpPr/>
          <p:nvPr/>
        </p:nvSpPr>
        <p:spPr>
          <a:xfrm>
            <a:off x="9097062" y="1968298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84F77B-52A9-41B0-D144-6EC1C460E482}"/>
              </a:ext>
            </a:extLst>
          </p:cNvPr>
          <p:cNvSpPr/>
          <p:nvPr/>
        </p:nvSpPr>
        <p:spPr>
          <a:xfrm>
            <a:off x="9191655" y="2739774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71F3824-C608-F540-6D58-86DBA2AF3FBF}"/>
              </a:ext>
            </a:extLst>
          </p:cNvPr>
          <p:cNvSpPr/>
          <p:nvPr/>
        </p:nvSpPr>
        <p:spPr>
          <a:xfrm>
            <a:off x="9790745" y="2739774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0D9F7A1-34D5-C17E-FF27-B5E6335BA1A5}"/>
              </a:ext>
            </a:extLst>
          </p:cNvPr>
          <p:cNvSpPr/>
          <p:nvPr/>
        </p:nvSpPr>
        <p:spPr>
          <a:xfrm>
            <a:off x="10389834" y="2739774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0485745-4139-A00F-CB0E-FC99A50C634B}"/>
              </a:ext>
            </a:extLst>
          </p:cNvPr>
          <p:cNvSpPr/>
          <p:nvPr/>
        </p:nvSpPr>
        <p:spPr>
          <a:xfrm>
            <a:off x="9191655" y="2394344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5E6176F-4367-7CDD-8E0F-99D15EC9CF73}"/>
              </a:ext>
            </a:extLst>
          </p:cNvPr>
          <p:cNvSpPr/>
          <p:nvPr/>
        </p:nvSpPr>
        <p:spPr>
          <a:xfrm>
            <a:off x="9790745" y="2394344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5A33A81-78C9-4D8E-94F4-BE4EB624512D}"/>
              </a:ext>
            </a:extLst>
          </p:cNvPr>
          <p:cNvSpPr/>
          <p:nvPr/>
        </p:nvSpPr>
        <p:spPr>
          <a:xfrm>
            <a:off x="10389834" y="2394344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18FF011-8AB5-1BE2-9BD0-3B5C5D6F76FC}"/>
              </a:ext>
            </a:extLst>
          </p:cNvPr>
          <p:cNvSpPr/>
          <p:nvPr/>
        </p:nvSpPr>
        <p:spPr>
          <a:xfrm>
            <a:off x="9191655" y="2048913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E74AD43-FE36-EF31-16F4-29A68E1C8659}"/>
              </a:ext>
            </a:extLst>
          </p:cNvPr>
          <p:cNvSpPr/>
          <p:nvPr/>
        </p:nvSpPr>
        <p:spPr>
          <a:xfrm>
            <a:off x="9790745" y="2048913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F2DFAF4-DD77-84D2-F500-C03F1E3AA05E}"/>
              </a:ext>
            </a:extLst>
          </p:cNvPr>
          <p:cNvSpPr/>
          <p:nvPr/>
        </p:nvSpPr>
        <p:spPr>
          <a:xfrm>
            <a:off x="10389834" y="2048913"/>
            <a:ext cx="440958" cy="268835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AA6F0E29-B119-FD7C-A494-286E46E0F159}"/>
                  </a:ext>
                </a:extLst>
              </p:cNvPr>
              <p:cNvSpPr/>
              <p:nvPr/>
            </p:nvSpPr>
            <p:spPr>
              <a:xfrm>
                <a:off x="9097062" y="1505384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sz="16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950A4DCB-DC4A-C712-EE75-0F5B858181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1505384"/>
                <a:ext cx="1828322" cy="302106"/>
              </a:xfrm>
              <a:prstGeom prst="rect">
                <a:avLst/>
              </a:prstGeom>
              <a:blipFill>
                <a:blip r:embed="rId30"/>
                <a:stretch>
                  <a:fillRect t="-15385" b="-2307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그룹 37">
            <a:extLst>
              <a:ext uri="{FF2B5EF4-FFF2-40B4-BE49-F238E27FC236}">
                <a16:creationId xmlns:a16="http://schemas.microsoft.com/office/drawing/2014/main" id="{10CDAB8C-F4C5-3ED8-E33D-5869D2CDE9FC}"/>
              </a:ext>
            </a:extLst>
          </p:cNvPr>
          <p:cNvGrpSpPr/>
          <p:nvPr/>
        </p:nvGrpSpPr>
        <p:grpSpPr>
          <a:xfrm>
            <a:off x="9191655" y="1075741"/>
            <a:ext cx="1639137" cy="268835"/>
            <a:chOff x="8198547" y="5378798"/>
            <a:chExt cx="1639137" cy="312877"/>
          </a:xfrm>
          <a:solidFill>
            <a:srgbClr val="FFF3CC"/>
          </a:solidFill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E306697-4FCF-E52B-8BF8-F18AE25C0BEE}"/>
                </a:ext>
              </a:extLst>
            </p:cNvPr>
            <p:cNvSpPr/>
            <p:nvPr/>
          </p:nvSpPr>
          <p:spPr>
            <a:xfrm>
              <a:off x="8198547" y="5378798"/>
              <a:ext cx="440958" cy="312877"/>
            </a:xfrm>
            <a:prstGeom prst="rect">
              <a:avLst/>
            </a:prstGeom>
            <a:grp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6FFA33CB-367A-62F4-8DBE-162D50A18193}"/>
                </a:ext>
              </a:extLst>
            </p:cNvPr>
            <p:cNvSpPr/>
            <p:nvPr/>
          </p:nvSpPr>
          <p:spPr>
            <a:xfrm>
              <a:off x="8797637" y="5378798"/>
              <a:ext cx="440958" cy="312877"/>
            </a:xfrm>
            <a:prstGeom prst="rect">
              <a:avLst/>
            </a:prstGeom>
            <a:grp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3B2DC1A-0994-C264-CFC4-D6B742B8B6C8}"/>
                </a:ext>
              </a:extLst>
            </p:cNvPr>
            <p:cNvSpPr/>
            <p:nvPr/>
          </p:nvSpPr>
          <p:spPr>
            <a:xfrm>
              <a:off x="9396726" y="5378798"/>
              <a:ext cx="440958" cy="312877"/>
            </a:xfrm>
            <a:prstGeom prst="rect">
              <a:avLst/>
            </a:prstGeom>
            <a:grp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B8613115-2398-8868-5B60-C38910C8BA15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941213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F5A7328-C0B5-82A7-0A45-C42FDE13B6B6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001122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175998E-3EDA-7F8F-8596-4A2B9A687740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0610313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4A8FFA7-F931-3592-C138-F6B0E8BF26AF}"/>
              </a:ext>
            </a:extLst>
          </p:cNvPr>
          <p:cNvCxnSpPr>
            <a:cxnSpLocks/>
          </p:cNvCxnSpPr>
          <p:nvPr/>
        </p:nvCxnSpPr>
        <p:spPr>
          <a:xfrm flipV="1">
            <a:off x="941213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28B7CF63-6939-9A07-9D44-A5359B2E1BAF}"/>
              </a:ext>
            </a:extLst>
          </p:cNvPr>
          <p:cNvCxnSpPr>
            <a:cxnSpLocks/>
          </p:cNvCxnSpPr>
          <p:nvPr/>
        </p:nvCxnSpPr>
        <p:spPr>
          <a:xfrm flipV="1">
            <a:off x="1001122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955C0541-E5EB-69FE-A82C-08E41B103714}"/>
              </a:ext>
            </a:extLst>
          </p:cNvPr>
          <p:cNvCxnSpPr>
            <a:cxnSpLocks/>
          </p:cNvCxnSpPr>
          <p:nvPr/>
        </p:nvCxnSpPr>
        <p:spPr>
          <a:xfrm flipV="1">
            <a:off x="10610313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CBE9EF75-F580-ABF0-9811-82B011A4327B}"/>
              </a:ext>
            </a:extLst>
          </p:cNvPr>
          <p:cNvCxnSpPr>
            <a:cxnSpLocks/>
            <a:stCxn id="26" idx="0"/>
            <a:endCxn id="27" idx="2"/>
          </p:cNvCxnSpPr>
          <p:nvPr/>
        </p:nvCxnSpPr>
        <p:spPr>
          <a:xfrm flipV="1">
            <a:off x="10011223" y="3089224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2A89B22E-26CC-A99E-97B0-07074D271597}"/>
              </a:ext>
            </a:extLst>
          </p:cNvPr>
          <p:cNvCxnSpPr>
            <a:cxnSpLocks/>
            <a:stCxn id="14" idx="0"/>
            <a:endCxn id="26" idx="2"/>
          </p:cNvCxnSpPr>
          <p:nvPr/>
        </p:nvCxnSpPr>
        <p:spPr>
          <a:xfrm flipV="1">
            <a:off x="10011223" y="3552138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6C6AC513-E96B-AF55-848A-B5D90E92582D}"/>
              </a:ext>
            </a:extLst>
          </p:cNvPr>
          <p:cNvCxnSpPr>
            <a:cxnSpLocks/>
          </p:cNvCxnSpPr>
          <p:nvPr/>
        </p:nvCxnSpPr>
        <p:spPr>
          <a:xfrm flipV="1">
            <a:off x="9412134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62A64CC6-E295-6844-23DC-54B1FE4A8821}"/>
              </a:ext>
            </a:extLst>
          </p:cNvPr>
          <p:cNvCxnSpPr>
            <a:cxnSpLocks/>
          </p:cNvCxnSpPr>
          <p:nvPr/>
        </p:nvCxnSpPr>
        <p:spPr>
          <a:xfrm flipV="1">
            <a:off x="10011224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12A54901-8DBC-BDC0-B4A1-01C678C580E9}"/>
              </a:ext>
            </a:extLst>
          </p:cNvPr>
          <p:cNvCxnSpPr>
            <a:cxnSpLocks/>
          </p:cNvCxnSpPr>
          <p:nvPr/>
        </p:nvCxnSpPr>
        <p:spPr>
          <a:xfrm flipV="1">
            <a:off x="10610313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A56C4FFE-78B3-2637-9E9D-FC0C8E020EFD}"/>
              </a:ext>
            </a:extLst>
          </p:cNvPr>
          <p:cNvCxnSpPr>
            <a:cxnSpLocks/>
            <a:stCxn id="27" idx="0"/>
            <a:endCxn id="37" idx="2"/>
          </p:cNvCxnSpPr>
          <p:nvPr/>
        </p:nvCxnSpPr>
        <p:spPr>
          <a:xfrm flipV="1">
            <a:off x="10011223" y="1807490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0C8AFBA1-E26F-8EBA-6CB4-FA3E166DE963}"/>
              </a:ext>
            </a:extLst>
          </p:cNvPr>
          <p:cNvGrpSpPr/>
          <p:nvPr/>
        </p:nvGrpSpPr>
        <p:grpSpPr>
          <a:xfrm>
            <a:off x="8425813" y="2048913"/>
            <a:ext cx="440958" cy="959696"/>
            <a:chOff x="8298472" y="2048913"/>
            <a:chExt cx="440958" cy="959696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4DC5DEA7-AD17-FEFC-AB5B-EB488CC3EF7C}"/>
                </a:ext>
              </a:extLst>
            </p:cNvPr>
            <p:cNvSpPr/>
            <p:nvPr/>
          </p:nvSpPr>
          <p:spPr>
            <a:xfrm>
              <a:off x="8298472" y="2739774"/>
              <a:ext cx="440958" cy="268835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93C54129-F722-95CF-1388-DB09F327A082}"/>
                </a:ext>
              </a:extLst>
            </p:cNvPr>
            <p:cNvSpPr/>
            <p:nvPr/>
          </p:nvSpPr>
          <p:spPr>
            <a:xfrm>
              <a:off x="8298472" y="2394344"/>
              <a:ext cx="440958" cy="268835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4CD46E41-003E-D3D0-019A-85A6B9F73091}"/>
                </a:ext>
              </a:extLst>
            </p:cNvPr>
            <p:cNvSpPr/>
            <p:nvPr/>
          </p:nvSpPr>
          <p:spPr>
            <a:xfrm>
              <a:off x="8298472" y="2048913"/>
              <a:ext cx="440958" cy="268835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A6E3A1A-F529-E3B2-01FE-DCB0E8E083CB}"/>
              </a:ext>
            </a:extLst>
          </p:cNvPr>
          <p:cNvGrpSpPr/>
          <p:nvPr/>
        </p:nvGrpSpPr>
        <p:grpSpPr>
          <a:xfrm>
            <a:off x="8420045" y="3933309"/>
            <a:ext cx="2057158" cy="1765178"/>
            <a:chOff x="8553155" y="3927979"/>
            <a:chExt cx="2057158" cy="1765178"/>
          </a:xfrm>
        </p:grpSpPr>
        <p:cxnSp>
          <p:nvCxnSpPr>
            <p:cNvPr id="63" name="꺾인 연결선[E] 62">
              <a:extLst>
                <a:ext uri="{FF2B5EF4-FFF2-40B4-BE49-F238E27FC236}">
                  <a16:creationId xmlns:a16="http://schemas.microsoft.com/office/drawing/2014/main" id="{F9C1557E-60AE-0B65-10AB-2C0A82ADC19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445487" y="4726509"/>
              <a:ext cx="1074316" cy="858979"/>
            </a:xfrm>
            <a:prstGeom prst="bentConnector4">
              <a:avLst>
                <a:gd name="adj1" fmla="val -21279"/>
                <a:gd name="adj2" fmla="val 126613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꺾인 연결선[E] 383">
              <a:extLst>
                <a:ext uri="{FF2B5EF4-FFF2-40B4-BE49-F238E27FC236}">
                  <a16:creationId xmlns:a16="http://schemas.microsoft.com/office/drawing/2014/main" id="{BF3B45DB-0A38-1324-43E7-F20ACDB1DF2B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572317" y="4254249"/>
              <a:ext cx="1419746" cy="1458069"/>
            </a:xfrm>
            <a:prstGeom prst="bentConnector4">
              <a:avLst>
                <a:gd name="adj1" fmla="val -19988"/>
                <a:gd name="adj2" fmla="val 119462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꺾인 연결선[E] 384">
              <a:extLst>
                <a:ext uri="{FF2B5EF4-FFF2-40B4-BE49-F238E27FC236}">
                  <a16:creationId xmlns:a16="http://schemas.microsoft.com/office/drawing/2014/main" id="{FF3C4878-4630-28D7-3397-CBD792C6B77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699145" y="3781989"/>
              <a:ext cx="1765177" cy="2057158"/>
            </a:xfrm>
            <a:prstGeom prst="bentConnector4">
              <a:avLst>
                <a:gd name="adj1" fmla="val -18757"/>
                <a:gd name="adj2" fmla="val 116476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6" name="그룹 385">
            <a:extLst>
              <a:ext uri="{FF2B5EF4-FFF2-40B4-BE49-F238E27FC236}">
                <a16:creationId xmlns:a16="http://schemas.microsoft.com/office/drawing/2014/main" id="{51818294-527A-16E4-341B-FD0CDB6F0593}"/>
              </a:ext>
            </a:extLst>
          </p:cNvPr>
          <p:cNvGrpSpPr/>
          <p:nvPr/>
        </p:nvGrpSpPr>
        <p:grpSpPr>
          <a:xfrm>
            <a:off x="8420044" y="2183332"/>
            <a:ext cx="2311841" cy="3509825"/>
            <a:chOff x="8298472" y="2183332"/>
            <a:chExt cx="2311841" cy="3509825"/>
          </a:xfrm>
        </p:grpSpPr>
        <p:cxnSp>
          <p:nvCxnSpPr>
            <p:cNvPr id="387" name="꺾인 연결선[E] 386">
              <a:extLst>
                <a:ext uri="{FF2B5EF4-FFF2-40B4-BE49-F238E27FC236}">
                  <a16:creationId xmlns:a16="http://schemas.microsoft.com/office/drawing/2014/main" id="{D4CB8379-4FA1-46D2-10A8-EE294C82A39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699480" y="2782324"/>
              <a:ext cx="3509825" cy="2311841"/>
            </a:xfrm>
            <a:prstGeom prst="bentConnector4">
              <a:avLst>
                <a:gd name="adj1" fmla="val -17069"/>
                <a:gd name="adj2" fmla="val 127960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꺾인 연결선[E] 387">
              <a:extLst>
                <a:ext uri="{FF2B5EF4-FFF2-40B4-BE49-F238E27FC236}">
                  <a16:creationId xmlns:a16="http://schemas.microsoft.com/office/drawing/2014/main" id="{898AC9EC-C868-DDC9-E04E-6EDBC07799CC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572651" y="3254583"/>
              <a:ext cx="3164394" cy="1712752"/>
            </a:xfrm>
            <a:prstGeom prst="bentConnector4">
              <a:avLst>
                <a:gd name="adj1" fmla="val -16939"/>
                <a:gd name="adj2" fmla="val 134058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꺾인 연결선[E] 388">
              <a:extLst>
                <a:ext uri="{FF2B5EF4-FFF2-40B4-BE49-F238E27FC236}">
                  <a16:creationId xmlns:a16="http://schemas.microsoft.com/office/drawing/2014/main" id="{8E3E9A88-037F-699E-73C6-5115AFEC33F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445821" y="3726843"/>
              <a:ext cx="2818964" cy="1113662"/>
            </a:xfrm>
            <a:prstGeom prst="bentConnector4">
              <a:avLst>
                <a:gd name="adj1" fmla="val -17057"/>
                <a:gd name="adj2" fmla="val 146716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0" name="그룹 389">
            <a:extLst>
              <a:ext uri="{FF2B5EF4-FFF2-40B4-BE49-F238E27FC236}">
                <a16:creationId xmlns:a16="http://schemas.microsoft.com/office/drawing/2014/main" id="{7C655327-517A-5F4C-F3FB-C4F1F9CC9085}"/>
              </a:ext>
            </a:extLst>
          </p:cNvPr>
          <p:cNvGrpSpPr/>
          <p:nvPr/>
        </p:nvGrpSpPr>
        <p:grpSpPr>
          <a:xfrm>
            <a:off x="8866770" y="2183331"/>
            <a:ext cx="225977" cy="2435509"/>
            <a:chOff x="8866771" y="2183331"/>
            <a:chExt cx="324884" cy="2435509"/>
          </a:xfrm>
        </p:grpSpPr>
        <p:cxnSp>
          <p:nvCxnSpPr>
            <p:cNvPr id="391" name="직선 화살표 연결선 390">
              <a:extLst>
                <a:ext uri="{FF2B5EF4-FFF2-40B4-BE49-F238E27FC236}">
                  <a16:creationId xmlns:a16="http://schemas.microsoft.com/office/drawing/2014/main" id="{37376129-152D-15AF-E48D-A99D304DC289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71" y="461884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직선 화살표 연결선 391">
              <a:extLst>
                <a:ext uri="{FF2B5EF4-FFF2-40B4-BE49-F238E27FC236}">
                  <a16:creationId xmlns:a16="http://schemas.microsoft.com/office/drawing/2014/main" id="{C3890509-C5B3-E7FB-C016-BED9F942438E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71" y="427341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직선 화살표 연결선 392">
              <a:extLst>
                <a:ext uri="{FF2B5EF4-FFF2-40B4-BE49-F238E27FC236}">
                  <a16:creationId xmlns:a16="http://schemas.microsoft.com/office/drawing/2014/main" id="{ED363E6A-8B41-C80D-45F7-AB6A492E2EF1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71" y="3927979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직선 화살표 연결선 393">
              <a:extLst>
                <a:ext uri="{FF2B5EF4-FFF2-40B4-BE49-F238E27FC236}">
                  <a16:creationId xmlns:a16="http://schemas.microsoft.com/office/drawing/2014/main" id="{AFB3A07C-7F36-02FB-4606-8DFDC04E4519}"/>
                </a:ext>
              </a:extLst>
            </p:cNvPr>
            <p:cNvCxnSpPr>
              <a:cxnSpLocks/>
              <a:stCxn id="60" idx="3"/>
              <a:endCxn id="31" idx="1"/>
            </p:cNvCxnSpPr>
            <p:nvPr/>
          </p:nvCxnSpPr>
          <p:spPr>
            <a:xfrm>
              <a:off x="8866771" y="252876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직선 화살표 연결선 394">
              <a:extLst>
                <a:ext uri="{FF2B5EF4-FFF2-40B4-BE49-F238E27FC236}">
                  <a16:creationId xmlns:a16="http://schemas.microsoft.com/office/drawing/2014/main" id="{57715338-2AFF-FF70-60D2-B7E6D9FAB314}"/>
                </a:ext>
              </a:extLst>
            </p:cNvPr>
            <p:cNvCxnSpPr>
              <a:cxnSpLocks/>
              <a:stCxn id="61" idx="3"/>
              <a:endCxn id="34" idx="1"/>
            </p:cNvCxnSpPr>
            <p:nvPr/>
          </p:nvCxnSpPr>
          <p:spPr>
            <a:xfrm>
              <a:off x="8866771" y="2183331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직선 화살표 연결선 395">
              <a:extLst>
                <a:ext uri="{FF2B5EF4-FFF2-40B4-BE49-F238E27FC236}">
                  <a16:creationId xmlns:a16="http://schemas.microsoft.com/office/drawing/2014/main" id="{24A1845E-ED6D-F711-42F1-E61683E9A2D2}"/>
                </a:ext>
              </a:extLst>
            </p:cNvPr>
            <p:cNvCxnSpPr>
              <a:cxnSpLocks/>
              <a:stCxn id="59" idx="3"/>
              <a:endCxn id="28" idx="1"/>
            </p:cNvCxnSpPr>
            <p:nvPr/>
          </p:nvCxnSpPr>
          <p:spPr>
            <a:xfrm>
              <a:off x="8866771" y="287419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D5CB135-A9AB-B7B5-7B7D-FDFAC506A9F9}"/>
              </a:ext>
            </a:extLst>
          </p:cNvPr>
          <p:cNvSpPr txBox="1"/>
          <p:nvPr/>
        </p:nvSpPr>
        <p:spPr>
          <a:xfrm>
            <a:off x="4703885" y="1052188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Consider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permuting</a:t>
            </a:r>
            <a:r>
              <a:rPr kumimoji="1" lang="en-US" altLang="ko-KR" sz="1600" dirty="0">
                <a:solidFill>
                  <a:srgbClr val="C00000"/>
                </a:solidFill>
              </a:rPr>
              <a:t> the input vectors.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402" name="직사각형 401">
            <a:extLst>
              <a:ext uri="{FF2B5EF4-FFF2-40B4-BE49-F238E27FC236}">
                <a16:creationId xmlns:a16="http://schemas.microsoft.com/office/drawing/2014/main" id="{83A53E33-BC8E-4FF1-472B-927AB15FE4A0}"/>
              </a:ext>
            </a:extLst>
          </p:cNvPr>
          <p:cNvSpPr/>
          <p:nvPr/>
        </p:nvSpPr>
        <p:spPr>
          <a:xfrm>
            <a:off x="9092746" y="3734615"/>
            <a:ext cx="1832637" cy="109925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397" name="그룹 396">
            <a:extLst>
              <a:ext uri="{FF2B5EF4-FFF2-40B4-BE49-F238E27FC236}">
                <a16:creationId xmlns:a16="http://schemas.microsoft.com/office/drawing/2014/main" id="{F7DD1A19-5EF3-56A6-6BBD-C0FE4B487F27}"/>
              </a:ext>
            </a:extLst>
          </p:cNvPr>
          <p:cNvGrpSpPr/>
          <p:nvPr/>
        </p:nvGrpSpPr>
        <p:grpSpPr>
          <a:xfrm>
            <a:off x="9191655" y="4994680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8" name="직사각형 397">
                  <a:extLst>
                    <a:ext uri="{FF2B5EF4-FFF2-40B4-BE49-F238E27FC236}">
                      <a16:creationId xmlns:a16="http://schemas.microsoft.com/office/drawing/2014/main" id="{C1FE3B35-D0B5-BB64-3EEC-41D93EC197AF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8" name="직사각형 397">
                  <a:extLst>
                    <a:ext uri="{FF2B5EF4-FFF2-40B4-BE49-F238E27FC236}">
                      <a16:creationId xmlns:a16="http://schemas.microsoft.com/office/drawing/2014/main" id="{C1FE3B35-D0B5-BB64-3EEC-41D93EC197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31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" name="직사각형 398">
                  <a:extLst>
                    <a:ext uri="{FF2B5EF4-FFF2-40B4-BE49-F238E27FC236}">
                      <a16:creationId xmlns:a16="http://schemas.microsoft.com/office/drawing/2014/main" id="{B7340D90-55BC-C91D-0774-3727E3EF57E6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9" name="직사각형 398">
                  <a:extLst>
                    <a:ext uri="{FF2B5EF4-FFF2-40B4-BE49-F238E27FC236}">
                      <a16:creationId xmlns:a16="http://schemas.microsoft.com/office/drawing/2014/main" id="{B7340D90-55BC-C91D-0774-3727E3EF57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32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0" name="직사각형 399">
                  <a:extLst>
                    <a:ext uri="{FF2B5EF4-FFF2-40B4-BE49-F238E27FC236}">
                      <a16:creationId xmlns:a16="http://schemas.microsoft.com/office/drawing/2014/main" id="{F05620A0-6C48-DBE2-EE98-92A114F5DFE0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0" name="직사각형 399">
                  <a:extLst>
                    <a:ext uri="{FF2B5EF4-FFF2-40B4-BE49-F238E27FC236}">
                      <a16:creationId xmlns:a16="http://schemas.microsoft.com/office/drawing/2014/main" id="{F05620A0-6C48-DBE2-EE98-92A114F5DF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33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1" name="그룹 400">
            <a:extLst>
              <a:ext uri="{FF2B5EF4-FFF2-40B4-BE49-F238E27FC236}">
                <a16:creationId xmlns:a16="http://schemas.microsoft.com/office/drawing/2014/main" id="{ED68254C-386C-9AC1-2E65-6717EB860A3D}"/>
              </a:ext>
            </a:extLst>
          </p:cNvPr>
          <p:cNvGrpSpPr/>
          <p:nvPr/>
        </p:nvGrpSpPr>
        <p:grpSpPr>
          <a:xfrm>
            <a:off x="8425813" y="3793561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3" name="직사각형 402">
                  <a:extLst>
                    <a:ext uri="{FF2B5EF4-FFF2-40B4-BE49-F238E27FC236}">
                      <a16:creationId xmlns:a16="http://schemas.microsoft.com/office/drawing/2014/main" id="{62FF990A-7BFC-254A-C99B-B9B7C80A9000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3" name="직사각형 402">
                  <a:extLst>
                    <a:ext uri="{FF2B5EF4-FFF2-40B4-BE49-F238E27FC236}">
                      <a16:creationId xmlns:a16="http://schemas.microsoft.com/office/drawing/2014/main" id="{62FF990A-7BFC-254A-C99B-B9B7C80A90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34"/>
                  <a:stretch>
                    <a:fillRect l="-18919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4" name="직사각형 403">
                  <a:extLst>
                    <a:ext uri="{FF2B5EF4-FFF2-40B4-BE49-F238E27FC236}">
                      <a16:creationId xmlns:a16="http://schemas.microsoft.com/office/drawing/2014/main" id="{8E31A4C9-6A38-B27F-C750-E7C0BFE77DFF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4" name="직사각형 403">
                  <a:extLst>
                    <a:ext uri="{FF2B5EF4-FFF2-40B4-BE49-F238E27FC236}">
                      <a16:creationId xmlns:a16="http://schemas.microsoft.com/office/drawing/2014/main" id="{8E31A4C9-6A38-B27F-C750-E7C0BFE77D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35"/>
                  <a:stretch>
                    <a:fillRect l="-18919" t="-4348" b="-43478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5" name="직사각형 404">
                  <a:extLst>
                    <a:ext uri="{FF2B5EF4-FFF2-40B4-BE49-F238E27FC236}">
                      <a16:creationId xmlns:a16="http://schemas.microsoft.com/office/drawing/2014/main" id="{58A08FD0-569D-BC82-81C6-49B45291B931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5" name="직사각형 404">
                  <a:extLst>
                    <a:ext uri="{FF2B5EF4-FFF2-40B4-BE49-F238E27FC236}">
                      <a16:creationId xmlns:a16="http://schemas.microsoft.com/office/drawing/2014/main" id="{58A08FD0-569D-BC82-81C6-49B45291B9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36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7" name="TextBox 406">
            <a:extLst>
              <a:ext uri="{FF2B5EF4-FFF2-40B4-BE49-F238E27FC236}">
                <a16:creationId xmlns:a16="http://schemas.microsoft.com/office/drawing/2014/main" id="{7EE374FA-36E9-3C4F-BA8D-D0FEA6AE7740}"/>
              </a:ext>
            </a:extLst>
          </p:cNvPr>
          <p:cNvSpPr txBox="1"/>
          <p:nvPr/>
        </p:nvSpPr>
        <p:spPr>
          <a:xfrm>
            <a:off x="4703885" y="1684700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Queries and keys will be the same but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permuted</a:t>
            </a:r>
            <a:r>
              <a:rPr kumimoji="1" lang="en-US" altLang="ko-KR" sz="1600" dirty="0">
                <a:solidFill>
                  <a:srgbClr val="C00000"/>
                </a:solidFill>
              </a:rPr>
              <a:t>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1FBD7394-A73B-5E20-AFAF-E83FD01F01E4}"/>
                  </a:ext>
                </a:extLst>
              </p:cNvPr>
              <p:cNvSpPr/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1FBD7394-A73B-5E20-AFAF-E83FD01F01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blipFill>
                <a:blip r:embed="rId37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6878BDA4-DC86-0BBC-E437-0861BF70ED68}"/>
                  </a:ext>
                </a:extLst>
              </p:cNvPr>
              <p:cNvSpPr/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6878BDA4-DC86-0BBC-E437-0861BF70ED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blipFill>
                <a:blip r:embed="rId38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B3B8D8DE-C66B-9DDC-8CDF-AECAC57E160B}"/>
                  </a:ext>
                </a:extLst>
              </p:cNvPr>
              <p:cNvSpPr/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B3B8D8DE-C66B-9DDC-8CDF-AECAC57E16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blipFill>
                <a:blip r:embed="rId39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9C36365E-12CD-BDAC-8B11-006F8DC5E1DB}"/>
                  </a:ext>
                </a:extLst>
              </p:cNvPr>
              <p:cNvSpPr/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9C36365E-12CD-BDAC-8B11-006F8DC5E1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blipFill>
                <a:blip r:embed="rId40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B3AD5609-6F7B-D02A-73EC-4264FD3631A6}"/>
                  </a:ext>
                </a:extLst>
              </p:cNvPr>
              <p:cNvSpPr/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B3AD5609-6F7B-D02A-73EC-4264FD3631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blipFill>
                <a:blip r:embed="rId41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2136EC82-2657-F3ED-BA69-0C3895B9786D}"/>
                  </a:ext>
                </a:extLst>
              </p:cNvPr>
              <p:cNvSpPr/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2136EC82-2657-F3ED-BA69-0C3895B978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blipFill>
                <a:blip r:embed="rId42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D15A7E0D-9B79-5549-0641-89F766BD9822}"/>
                  </a:ext>
                </a:extLst>
              </p:cNvPr>
              <p:cNvSpPr/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D15A7E0D-9B79-5549-0641-89F766BD98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blipFill>
                <a:blip r:embed="rId43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11C8514F-4150-A34B-717F-6B27E2691FAF}"/>
                  </a:ext>
                </a:extLst>
              </p:cNvPr>
              <p:cNvSpPr/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11C8514F-4150-A34B-717F-6B27E2691F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blipFill>
                <a:blip r:embed="rId44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8" name="직사각형 407">
                <a:extLst>
                  <a:ext uri="{FF2B5EF4-FFF2-40B4-BE49-F238E27FC236}">
                    <a16:creationId xmlns:a16="http://schemas.microsoft.com/office/drawing/2014/main" id="{D61B2CF2-B93B-A2B4-E6EF-8DAD513430FC}"/>
                  </a:ext>
                </a:extLst>
              </p:cNvPr>
              <p:cNvSpPr/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8" name="직사각형 407">
                <a:extLst>
                  <a:ext uri="{FF2B5EF4-FFF2-40B4-BE49-F238E27FC236}">
                    <a16:creationId xmlns:a16="http://schemas.microsoft.com/office/drawing/2014/main" id="{D61B2CF2-B93B-A2B4-E6EF-8DAD513430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blipFill>
                <a:blip r:embed="rId45"/>
                <a:stretch>
                  <a:fillRect l="-27027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" name="TextBox 408">
            <a:extLst>
              <a:ext uri="{FF2B5EF4-FFF2-40B4-BE49-F238E27FC236}">
                <a16:creationId xmlns:a16="http://schemas.microsoft.com/office/drawing/2014/main" id="{2965218A-445E-3AF4-F3AD-379CE1EF845C}"/>
              </a:ext>
            </a:extLst>
          </p:cNvPr>
          <p:cNvSpPr txBox="1"/>
          <p:nvPr/>
        </p:nvSpPr>
        <p:spPr>
          <a:xfrm>
            <a:off x="4703885" y="2317212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Similarities will be the same but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permuted</a:t>
            </a:r>
            <a:r>
              <a:rPr kumimoji="1" lang="en-US" altLang="ko-KR" sz="1600" dirty="0">
                <a:solidFill>
                  <a:srgbClr val="C00000"/>
                </a:solidFill>
              </a:rPr>
              <a:t>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E2D166-7A5E-D5A0-0D98-E7BAAEF0DC8E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11776858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3087D-C702-0F8E-8883-3CC3C3B0E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BE4A2B-EF2F-C85B-F35A-8266184E3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FEF209-9A37-2AA5-AAD0-FBBB340D56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95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C8A023-E817-1EF6-873E-E5A32DFD36F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0B506A-8DC2-9A49-D57D-10ECE27E57E5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3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B1E584-C5CB-4539-5C7B-76E9098397D3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4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DD282CEC-979B-96F4-64A2-542FD2FACFDE}"/>
              </a:ext>
            </a:extLst>
          </p:cNvPr>
          <p:cNvGrpSpPr/>
          <p:nvPr/>
        </p:nvGrpSpPr>
        <p:grpSpPr>
          <a:xfrm>
            <a:off x="9191655" y="5424321"/>
            <a:ext cx="1639137" cy="268835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BA215DBA-58E6-E42B-53D1-DE28526FB1C2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BA215DBA-58E6-E42B-53D1-DE28526FB1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CA995306-6DC1-E547-8E69-E3C0D286A950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CA995306-6DC1-E547-8E69-E3C0D286A95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5815DFE0-9A24-71FD-3F9D-546080E126DF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5815DFE0-9A24-71FD-3F9D-546080E126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DEE920-C456-C373-AF8F-B0CA950B8663}"/>
              </a:ext>
            </a:extLst>
          </p:cNvPr>
          <p:cNvSpPr/>
          <p:nvPr/>
        </p:nvSpPr>
        <p:spPr>
          <a:xfrm>
            <a:off x="9097062" y="3712946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6AF42A88-10BB-0154-6A06-441C449516B7}"/>
                  </a:ext>
                </a:extLst>
              </p:cNvPr>
              <p:cNvSpPr/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55866675-2F64-1AC7-DE3B-F4FBF33EDB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blipFill>
                <a:blip r:embed="rId20"/>
                <a:stretch>
                  <a:fillRect b="-1538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직사각형 26">
            <a:extLst>
              <a:ext uri="{FF2B5EF4-FFF2-40B4-BE49-F238E27FC236}">
                <a16:creationId xmlns:a16="http://schemas.microsoft.com/office/drawing/2014/main" id="{DD4D50C4-A646-B679-8EDF-7AEFF98ABAF6}"/>
              </a:ext>
            </a:extLst>
          </p:cNvPr>
          <p:cNvSpPr/>
          <p:nvPr/>
        </p:nvSpPr>
        <p:spPr>
          <a:xfrm>
            <a:off x="9097062" y="1968298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462202C9-2813-C71B-6CB3-B9B858CE5D0E}"/>
                  </a:ext>
                </a:extLst>
              </p:cNvPr>
              <p:cNvSpPr/>
              <p:nvPr/>
            </p:nvSpPr>
            <p:spPr>
              <a:xfrm>
                <a:off x="9097062" y="1505384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sz="16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950A4DCB-DC4A-C712-EE75-0F5B858181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1505384"/>
                <a:ext cx="1828322" cy="302106"/>
              </a:xfrm>
              <a:prstGeom prst="rect">
                <a:avLst/>
              </a:prstGeom>
              <a:blipFill>
                <a:blip r:embed="rId30"/>
                <a:stretch>
                  <a:fillRect t="-15385" b="-2307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그룹 37">
            <a:extLst>
              <a:ext uri="{FF2B5EF4-FFF2-40B4-BE49-F238E27FC236}">
                <a16:creationId xmlns:a16="http://schemas.microsoft.com/office/drawing/2014/main" id="{7BE9A2FE-4658-6671-02A2-15F336FCC96D}"/>
              </a:ext>
            </a:extLst>
          </p:cNvPr>
          <p:cNvGrpSpPr/>
          <p:nvPr/>
        </p:nvGrpSpPr>
        <p:grpSpPr>
          <a:xfrm>
            <a:off x="9191655" y="1075741"/>
            <a:ext cx="1639137" cy="268835"/>
            <a:chOff x="8198547" y="5378798"/>
            <a:chExt cx="1639137" cy="312877"/>
          </a:xfrm>
          <a:solidFill>
            <a:srgbClr val="FFF3CC"/>
          </a:solidFill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C41C4799-37CE-F99E-6D98-1257708262BF}"/>
                </a:ext>
              </a:extLst>
            </p:cNvPr>
            <p:cNvSpPr/>
            <p:nvPr/>
          </p:nvSpPr>
          <p:spPr>
            <a:xfrm>
              <a:off x="8198547" y="5378798"/>
              <a:ext cx="440958" cy="312877"/>
            </a:xfrm>
            <a:prstGeom prst="rect">
              <a:avLst/>
            </a:prstGeom>
            <a:grp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2B889B8F-5F81-E767-D1FC-41FE70F8E1FF}"/>
                </a:ext>
              </a:extLst>
            </p:cNvPr>
            <p:cNvSpPr/>
            <p:nvPr/>
          </p:nvSpPr>
          <p:spPr>
            <a:xfrm>
              <a:off x="8797637" y="5378798"/>
              <a:ext cx="440958" cy="312877"/>
            </a:xfrm>
            <a:prstGeom prst="rect">
              <a:avLst/>
            </a:prstGeom>
            <a:grp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4167044-6601-5897-8142-14D177D9CD4B}"/>
                </a:ext>
              </a:extLst>
            </p:cNvPr>
            <p:cNvSpPr/>
            <p:nvPr/>
          </p:nvSpPr>
          <p:spPr>
            <a:xfrm>
              <a:off x="9396726" y="5378798"/>
              <a:ext cx="440958" cy="312877"/>
            </a:xfrm>
            <a:prstGeom prst="rect">
              <a:avLst/>
            </a:prstGeom>
            <a:grp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28A19844-C79A-0F1A-D1DC-03C4C3500A82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941213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735339B6-9A8F-5A77-CF0B-CA2470D611C6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001122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AA046494-56E6-F4F3-8082-24090B062629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0610313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B5714C54-BD98-6C09-AEE6-352B76F6DBEE}"/>
              </a:ext>
            </a:extLst>
          </p:cNvPr>
          <p:cNvCxnSpPr>
            <a:cxnSpLocks/>
          </p:cNvCxnSpPr>
          <p:nvPr/>
        </p:nvCxnSpPr>
        <p:spPr>
          <a:xfrm flipV="1">
            <a:off x="941213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0F591C45-8D2A-6A82-1771-BF0716A005A6}"/>
              </a:ext>
            </a:extLst>
          </p:cNvPr>
          <p:cNvCxnSpPr>
            <a:cxnSpLocks/>
          </p:cNvCxnSpPr>
          <p:nvPr/>
        </p:nvCxnSpPr>
        <p:spPr>
          <a:xfrm flipV="1">
            <a:off x="1001122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8A83E8B6-63DC-00CE-DD29-B9D2EB298403}"/>
              </a:ext>
            </a:extLst>
          </p:cNvPr>
          <p:cNvCxnSpPr>
            <a:cxnSpLocks/>
          </p:cNvCxnSpPr>
          <p:nvPr/>
        </p:nvCxnSpPr>
        <p:spPr>
          <a:xfrm flipV="1">
            <a:off x="10610313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991161D8-ABD1-F14E-07C4-3176CDA37AFB}"/>
              </a:ext>
            </a:extLst>
          </p:cNvPr>
          <p:cNvCxnSpPr>
            <a:cxnSpLocks/>
            <a:stCxn id="26" idx="0"/>
            <a:endCxn id="27" idx="2"/>
          </p:cNvCxnSpPr>
          <p:nvPr/>
        </p:nvCxnSpPr>
        <p:spPr>
          <a:xfrm flipV="1">
            <a:off x="10011223" y="3089224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7E783113-B2A9-4D3A-9D5E-8E7721ED16E1}"/>
              </a:ext>
            </a:extLst>
          </p:cNvPr>
          <p:cNvCxnSpPr>
            <a:cxnSpLocks/>
            <a:stCxn id="14" idx="0"/>
            <a:endCxn id="26" idx="2"/>
          </p:cNvCxnSpPr>
          <p:nvPr/>
        </p:nvCxnSpPr>
        <p:spPr>
          <a:xfrm flipV="1">
            <a:off x="10011223" y="3552138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D45A4DF0-00D6-EBC7-D2DD-10A50F2419F3}"/>
              </a:ext>
            </a:extLst>
          </p:cNvPr>
          <p:cNvCxnSpPr>
            <a:cxnSpLocks/>
          </p:cNvCxnSpPr>
          <p:nvPr/>
        </p:nvCxnSpPr>
        <p:spPr>
          <a:xfrm flipV="1">
            <a:off x="9412134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6412BD6E-1D4E-E370-FDA8-B8FB15E98AA8}"/>
              </a:ext>
            </a:extLst>
          </p:cNvPr>
          <p:cNvCxnSpPr>
            <a:cxnSpLocks/>
          </p:cNvCxnSpPr>
          <p:nvPr/>
        </p:nvCxnSpPr>
        <p:spPr>
          <a:xfrm flipV="1">
            <a:off x="10011224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090DA5FE-7F6D-9653-799E-43E457936378}"/>
              </a:ext>
            </a:extLst>
          </p:cNvPr>
          <p:cNvCxnSpPr>
            <a:cxnSpLocks/>
          </p:cNvCxnSpPr>
          <p:nvPr/>
        </p:nvCxnSpPr>
        <p:spPr>
          <a:xfrm flipV="1">
            <a:off x="10610313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1A5B2700-3324-2076-053A-EEC423CF09A0}"/>
              </a:ext>
            </a:extLst>
          </p:cNvPr>
          <p:cNvCxnSpPr>
            <a:cxnSpLocks/>
            <a:stCxn id="27" idx="0"/>
            <a:endCxn id="37" idx="2"/>
          </p:cNvCxnSpPr>
          <p:nvPr/>
        </p:nvCxnSpPr>
        <p:spPr>
          <a:xfrm flipV="1">
            <a:off x="10011223" y="1807490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F4A6585D-8A38-7182-A5A1-69FC967A2DE0}"/>
              </a:ext>
            </a:extLst>
          </p:cNvPr>
          <p:cNvGrpSpPr/>
          <p:nvPr/>
        </p:nvGrpSpPr>
        <p:grpSpPr>
          <a:xfrm>
            <a:off x="8425813" y="2048913"/>
            <a:ext cx="440958" cy="959696"/>
            <a:chOff x="8298472" y="2048913"/>
            <a:chExt cx="440958" cy="959696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F456D661-E253-9668-5C1C-7A4411227ABD}"/>
                </a:ext>
              </a:extLst>
            </p:cNvPr>
            <p:cNvSpPr/>
            <p:nvPr/>
          </p:nvSpPr>
          <p:spPr>
            <a:xfrm>
              <a:off x="8298472" y="2739774"/>
              <a:ext cx="440958" cy="268835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BE9FBB46-B4E3-32B1-38A4-D9402A29FC24}"/>
                </a:ext>
              </a:extLst>
            </p:cNvPr>
            <p:cNvSpPr/>
            <p:nvPr/>
          </p:nvSpPr>
          <p:spPr>
            <a:xfrm>
              <a:off x="8298472" y="2394344"/>
              <a:ext cx="440958" cy="268835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0DD9AEA-AD34-E371-A796-341C0A976D30}"/>
                </a:ext>
              </a:extLst>
            </p:cNvPr>
            <p:cNvSpPr/>
            <p:nvPr/>
          </p:nvSpPr>
          <p:spPr>
            <a:xfrm>
              <a:off x="8298472" y="2048913"/>
              <a:ext cx="440958" cy="268835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0A389B7B-BD44-6AAD-F3AE-4CC67CD806BF}"/>
              </a:ext>
            </a:extLst>
          </p:cNvPr>
          <p:cNvGrpSpPr/>
          <p:nvPr/>
        </p:nvGrpSpPr>
        <p:grpSpPr>
          <a:xfrm>
            <a:off x="8420045" y="3933309"/>
            <a:ext cx="2057158" cy="1765178"/>
            <a:chOff x="8553155" y="3927979"/>
            <a:chExt cx="2057158" cy="1765178"/>
          </a:xfrm>
        </p:grpSpPr>
        <p:cxnSp>
          <p:nvCxnSpPr>
            <p:cNvPr id="63" name="꺾인 연결선[E] 62">
              <a:extLst>
                <a:ext uri="{FF2B5EF4-FFF2-40B4-BE49-F238E27FC236}">
                  <a16:creationId xmlns:a16="http://schemas.microsoft.com/office/drawing/2014/main" id="{D3378244-A02D-B301-14B1-CAF2009888AC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445487" y="4726509"/>
              <a:ext cx="1074316" cy="858979"/>
            </a:xfrm>
            <a:prstGeom prst="bentConnector4">
              <a:avLst>
                <a:gd name="adj1" fmla="val -21279"/>
                <a:gd name="adj2" fmla="val 126613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꺾인 연결선[E] 383">
              <a:extLst>
                <a:ext uri="{FF2B5EF4-FFF2-40B4-BE49-F238E27FC236}">
                  <a16:creationId xmlns:a16="http://schemas.microsoft.com/office/drawing/2014/main" id="{78469767-73E9-611F-B871-DBF626CC568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572317" y="4254249"/>
              <a:ext cx="1419746" cy="1458069"/>
            </a:xfrm>
            <a:prstGeom prst="bentConnector4">
              <a:avLst>
                <a:gd name="adj1" fmla="val -19988"/>
                <a:gd name="adj2" fmla="val 119462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꺾인 연결선[E] 384">
              <a:extLst>
                <a:ext uri="{FF2B5EF4-FFF2-40B4-BE49-F238E27FC236}">
                  <a16:creationId xmlns:a16="http://schemas.microsoft.com/office/drawing/2014/main" id="{A518513F-BB18-104F-C917-00C517613EB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699145" y="3781989"/>
              <a:ext cx="1765177" cy="2057158"/>
            </a:xfrm>
            <a:prstGeom prst="bentConnector4">
              <a:avLst>
                <a:gd name="adj1" fmla="val -18757"/>
                <a:gd name="adj2" fmla="val 116476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6" name="그룹 385">
            <a:extLst>
              <a:ext uri="{FF2B5EF4-FFF2-40B4-BE49-F238E27FC236}">
                <a16:creationId xmlns:a16="http://schemas.microsoft.com/office/drawing/2014/main" id="{FF973F1D-6832-6A01-F29A-081CEC725546}"/>
              </a:ext>
            </a:extLst>
          </p:cNvPr>
          <p:cNvGrpSpPr/>
          <p:nvPr/>
        </p:nvGrpSpPr>
        <p:grpSpPr>
          <a:xfrm>
            <a:off x="8420044" y="2183332"/>
            <a:ext cx="2311841" cy="3509825"/>
            <a:chOff x="8298472" y="2183332"/>
            <a:chExt cx="2311841" cy="3509825"/>
          </a:xfrm>
        </p:grpSpPr>
        <p:cxnSp>
          <p:nvCxnSpPr>
            <p:cNvPr id="387" name="꺾인 연결선[E] 386">
              <a:extLst>
                <a:ext uri="{FF2B5EF4-FFF2-40B4-BE49-F238E27FC236}">
                  <a16:creationId xmlns:a16="http://schemas.microsoft.com/office/drawing/2014/main" id="{7105F107-23FD-D5B6-EAC4-480A2DBE6A4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699480" y="2782324"/>
              <a:ext cx="3509825" cy="2311841"/>
            </a:xfrm>
            <a:prstGeom prst="bentConnector4">
              <a:avLst>
                <a:gd name="adj1" fmla="val -17069"/>
                <a:gd name="adj2" fmla="val 127960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꺾인 연결선[E] 387">
              <a:extLst>
                <a:ext uri="{FF2B5EF4-FFF2-40B4-BE49-F238E27FC236}">
                  <a16:creationId xmlns:a16="http://schemas.microsoft.com/office/drawing/2014/main" id="{9C72342F-F832-CA9D-7B70-FC4C002505E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572651" y="3254583"/>
              <a:ext cx="3164394" cy="1712752"/>
            </a:xfrm>
            <a:prstGeom prst="bentConnector4">
              <a:avLst>
                <a:gd name="adj1" fmla="val -16939"/>
                <a:gd name="adj2" fmla="val 134058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꺾인 연결선[E] 388">
              <a:extLst>
                <a:ext uri="{FF2B5EF4-FFF2-40B4-BE49-F238E27FC236}">
                  <a16:creationId xmlns:a16="http://schemas.microsoft.com/office/drawing/2014/main" id="{FFD25E9F-23AE-1CD0-B633-68EF73F75D80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445821" y="3726843"/>
              <a:ext cx="2818964" cy="1113662"/>
            </a:xfrm>
            <a:prstGeom prst="bentConnector4">
              <a:avLst>
                <a:gd name="adj1" fmla="val -17057"/>
                <a:gd name="adj2" fmla="val 146716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0" name="그룹 389">
            <a:extLst>
              <a:ext uri="{FF2B5EF4-FFF2-40B4-BE49-F238E27FC236}">
                <a16:creationId xmlns:a16="http://schemas.microsoft.com/office/drawing/2014/main" id="{ACE5E782-4AC2-0495-0220-1AF966F41C93}"/>
              </a:ext>
            </a:extLst>
          </p:cNvPr>
          <p:cNvGrpSpPr/>
          <p:nvPr/>
        </p:nvGrpSpPr>
        <p:grpSpPr>
          <a:xfrm>
            <a:off x="8866770" y="2183331"/>
            <a:ext cx="225977" cy="2435509"/>
            <a:chOff x="8866771" y="2183331"/>
            <a:chExt cx="324884" cy="2435509"/>
          </a:xfrm>
        </p:grpSpPr>
        <p:cxnSp>
          <p:nvCxnSpPr>
            <p:cNvPr id="391" name="직선 화살표 연결선 390">
              <a:extLst>
                <a:ext uri="{FF2B5EF4-FFF2-40B4-BE49-F238E27FC236}">
                  <a16:creationId xmlns:a16="http://schemas.microsoft.com/office/drawing/2014/main" id="{0D4FE4F0-AD05-C013-8F89-027222A4CED2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71" y="461884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직선 화살표 연결선 391">
              <a:extLst>
                <a:ext uri="{FF2B5EF4-FFF2-40B4-BE49-F238E27FC236}">
                  <a16:creationId xmlns:a16="http://schemas.microsoft.com/office/drawing/2014/main" id="{0533A8FF-F981-0749-A858-8CBC6CC04D1B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71" y="427341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직선 화살표 연결선 392">
              <a:extLst>
                <a:ext uri="{FF2B5EF4-FFF2-40B4-BE49-F238E27FC236}">
                  <a16:creationId xmlns:a16="http://schemas.microsoft.com/office/drawing/2014/main" id="{2D00CA63-CE17-448E-25B8-4065E16F03E6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71" y="3927979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직선 화살표 연결선 393">
              <a:extLst>
                <a:ext uri="{FF2B5EF4-FFF2-40B4-BE49-F238E27FC236}">
                  <a16:creationId xmlns:a16="http://schemas.microsoft.com/office/drawing/2014/main" id="{2551F479-11A5-C193-E5EF-92F583E5A5A0}"/>
                </a:ext>
              </a:extLst>
            </p:cNvPr>
            <p:cNvCxnSpPr>
              <a:cxnSpLocks/>
              <a:stCxn id="60" idx="3"/>
            </p:cNvCxnSpPr>
            <p:nvPr/>
          </p:nvCxnSpPr>
          <p:spPr>
            <a:xfrm>
              <a:off x="8866771" y="252876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직선 화살표 연결선 394">
              <a:extLst>
                <a:ext uri="{FF2B5EF4-FFF2-40B4-BE49-F238E27FC236}">
                  <a16:creationId xmlns:a16="http://schemas.microsoft.com/office/drawing/2014/main" id="{4EA005AB-2A2F-1A1B-E2A3-6B7812BAC0D4}"/>
                </a:ext>
              </a:extLst>
            </p:cNvPr>
            <p:cNvCxnSpPr>
              <a:cxnSpLocks/>
              <a:stCxn id="61" idx="3"/>
            </p:cNvCxnSpPr>
            <p:nvPr/>
          </p:nvCxnSpPr>
          <p:spPr>
            <a:xfrm>
              <a:off x="8866771" y="2183331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직선 화살표 연결선 395">
              <a:extLst>
                <a:ext uri="{FF2B5EF4-FFF2-40B4-BE49-F238E27FC236}">
                  <a16:creationId xmlns:a16="http://schemas.microsoft.com/office/drawing/2014/main" id="{0329BAF4-E3D9-381D-CA15-F9E4C9AB907B}"/>
                </a:ext>
              </a:extLst>
            </p:cNvPr>
            <p:cNvCxnSpPr>
              <a:cxnSpLocks/>
              <a:stCxn id="59" idx="3"/>
            </p:cNvCxnSpPr>
            <p:nvPr/>
          </p:nvCxnSpPr>
          <p:spPr>
            <a:xfrm>
              <a:off x="8866771" y="287419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88D7D31-42A0-D9F6-7472-EAED395BF5EA}"/>
              </a:ext>
            </a:extLst>
          </p:cNvPr>
          <p:cNvSpPr txBox="1"/>
          <p:nvPr/>
        </p:nvSpPr>
        <p:spPr>
          <a:xfrm>
            <a:off x="4703885" y="1052188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Consider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permuting</a:t>
            </a:r>
            <a:r>
              <a:rPr kumimoji="1" lang="en-US" altLang="ko-KR" sz="1600" dirty="0">
                <a:solidFill>
                  <a:srgbClr val="C00000"/>
                </a:solidFill>
              </a:rPr>
              <a:t> the input vectors.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402" name="직사각형 401">
            <a:extLst>
              <a:ext uri="{FF2B5EF4-FFF2-40B4-BE49-F238E27FC236}">
                <a16:creationId xmlns:a16="http://schemas.microsoft.com/office/drawing/2014/main" id="{4E5DA629-C53C-4D10-672B-CF5CB003A597}"/>
              </a:ext>
            </a:extLst>
          </p:cNvPr>
          <p:cNvSpPr/>
          <p:nvPr/>
        </p:nvSpPr>
        <p:spPr>
          <a:xfrm>
            <a:off x="9092746" y="1975183"/>
            <a:ext cx="1832637" cy="109925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397" name="그룹 396">
            <a:extLst>
              <a:ext uri="{FF2B5EF4-FFF2-40B4-BE49-F238E27FC236}">
                <a16:creationId xmlns:a16="http://schemas.microsoft.com/office/drawing/2014/main" id="{03067755-8A00-D0DD-B33C-0D4F27E02D5E}"/>
              </a:ext>
            </a:extLst>
          </p:cNvPr>
          <p:cNvGrpSpPr/>
          <p:nvPr/>
        </p:nvGrpSpPr>
        <p:grpSpPr>
          <a:xfrm>
            <a:off x="9191655" y="4994680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8" name="직사각형 397">
                  <a:extLst>
                    <a:ext uri="{FF2B5EF4-FFF2-40B4-BE49-F238E27FC236}">
                      <a16:creationId xmlns:a16="http://schemas.microsoft.com/office/drawing/2014/main" id="{4CBD093D-E9B5-22FB-D248-DCDDF359E9E8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8" name="직사각형 397">
                  <a:extLst>
                    <a:ext uri="{FF2B5EF4-FFF2-40B4-BE49-F238E27FC236}">
                      <a16:creationId xmlns:a16="http://schemas.microsoft.com/office/drawing/2014/main" id="{4CBD093D-E9B5-22FB-D248-DCDDF359E9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31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" name="직사각형 398">
                  <a:extLst>
                    <a:ext uri="{FF2B5EF4-FFF2-40B4-BE49-F238E27FC236}">
                      <a16:creationId xmlns:a16="http://schemas.microsoft.com/office/drawing/2014/main" id="{9AEEA652-BE45-F88F-B89D-BAC59AFEB7DB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9" name="직사각형 398">
                  <a:extLst>
                    <a:ext uri="{FF2B5EF4-FFF2-40B4-BE49-F238E27FC236}">
                      <a16:creationId xmlns:a16="http://schemas.microsoft.com/office/drawing/2014/main" id="{9AEEA652-BE45-F88F-B89D-BAC59AFEB7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32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0" name="직사각형 399">
                  <a:extLst>
                    <a:ext uri="{FF2B5EF4-FFF2-40B4-BE49-F238E27FC236}">
                      <a16:creationId xmlns:a16="http://schemas.microsoft.com/office/drawing/2014/main" id="{1B0AA0A5-6C2F-0CF6-E34A-548CE1A540F2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0" name="직사각형 399">
                  <a:extLst>
                    <a:ext uri="{FF2B5EF4-FFF2-40B4-BE49-F238E27FC236}">
                      <a16:creationId xmlns:a16="http://schemas.microsoft.com/office/drawing/2014/main" id="{1B0AA0A5-6C2F-0CF6-E34A-548CE1A540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33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1" name="그룹 400">
            <a:extLst>
              <a:ext uri="{FF2B5EF4-FFF2-40B4-BE49-F238E27FC236}">
                <a16:creationId xmlns:a16="http://schemas.microsoft.com/office/drawing/2014/main" id="{D06042E6-8355-9387-77B3-C5F37F3C4EEE}"/>
              </a:ext>
            </a:extLst>
          </p:cNvPr>
          <p:cNvGrpSpPr/>
          <p:nvPr/>
        </p:nvGrpSpPr>
        <p:grpSpPr>
          <a:xfrm>
            <a:off x="8425813" y="3793561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3" name="직사각형 402">
                  <a:extLst>
                    <a:ext uri="{FF2B5EF4-FFF2-40B4-BE49-F238E27FC236}">
                      <a16:creationId xmlns:a16="http://schemas.microsoft.com/office/drawing/2014/main" id="{10A901A7-738D-BF51-65BF-A26C1C1F6D55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3" name="직사각형 402">
                  <a:extLst>
                    <a:ext uri="{FF2B5EF4-FFF2-40B4-BE49-F238E27FC236}">
                      <a16:creationId xmlns:a16="http://schemas.microsoft.com/office/drawing/2014/main" id="{10A901A7-738D-BF51-65BF-A26C1C1F6D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34"/>
                  <a:stretch>
                    <a:fillRect l="-18919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4" name="직사각형 403">
                  <a:extLst>
                    <a:ext uri="{FF2B5EF4-FFF2-40B4-BE49-F238E27FC236}">
                      <a16:creationId xmlns:a16="http://schemas.microsoft.com/office/drawing/2014/main" id="{CE44E6C7-371E-69DA-23B1-E65E70DBDE33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4" name="직사각형 403">
                  <a:extLst>
                    <a:ext uri="{FF2B5EF4-FFF2-40B4-BE49-F238E27FC236}">
                      <a16:creationId xmlns:a16="http://schemas.microsoft.com/office/drawing/2014/main" id="{CE44E6C7-371E-69DA-23B1-E65E70DBDE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35"/>
                  <a:stretch>
                    <a:fillRect l="-18919" t="-4348" b="-43478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5" name="직사각형 404">
                  <a:extLst>
                    <a:ext uri="{FF2B5EF4-FFF2-40B4-BE49-F238E27FC236}">
                      <a16:creationId xmlns:a16="http://schemas.microsoft.com/office/drawing/2014/main" id="{C92B7E7A-CCC8-9C7F-E446-11057A742B8D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5" name="직사각형 404">
                  <a:extLst>
                    <a:ext uri="{FF2B5EF4-FFF2-40B4-BE49-F238E27FC236}">
                      <a16:creationId xmlns:a16="http://schemas.microsoft.com/office/drawing/2014/main" id="{C92B7E7A-CCC8-9C7F-E446-11057A742B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36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7" name="TextBox 406">
            <a:extLst>
              <a:ext uri="{FF2B5EF4-FFF2-40B4-BE49-F238E27FC236}">
                <a16:creationId xmlns:a16="http://schemas.microsoft.com/office/drawing/2014/main" id="{439E6ADF-ABF8-6A83-6153-4E6BDC2D9F8D}"/>
              </a:ext>
            </a:extLst>
          </p:cNvPr>
          <p:cNvSpPr txBox="1"/>
          <p:nvPr/>
        </p:nvSpPr>
        <p:spPr>
          <a:xfrm>
            <a:off x="4703885" y="1684700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Queries and keys will be the same but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permuted</a:t>
            </a:r>
            <a:r>
              <a:rPr kumimoji="1" lang="en-US" altLang="ko-KR" sz="1600" dirty="0">
                <a:solidFill>
                  <a:srgbClr val="C00000"/>
                </a:solidFill>
              </a:rPr>
              <a:t>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42B2D835-E5D1-A2B2-14C2-097588E245E4}"/>
                  </a:ext>
                </a:extLst>
              </p:cNvPr>
              <p:cNvSpPr/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42B2D835-E5D1-A2B2-14C2-097588E245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blipFill>
                <a:blip r:embed="rId37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4FB23A60-A7FA-04CF-529E-9DB4F14B30FF}"/>
                  </a:ext>
                </a:extLst>
              </p:cNvPr>
              <p:cNvSpPr/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4FB23A60-A7FA-04CF-529E-9DB4F14B30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blipFill>
                <a:blip r:embed="rId38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9D7BCAA6-1382-3F1F-821D-0A979782CC20}"/>
                  </a:ext>
                </a:extLst>
              </p:cNvPr>
              <p:cNvSpPr/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9D7BCAA6-1382-3F1F-821D-0A979782CC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blipFill>
                <a:blip r:embed="rId39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FAC870DA-8DB8-387D-A155-92D52396A8A6}"/>
                  </a:ext>
                </a:extLst>
              </p:cNvPr>
              <p:cNvSpPr/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FAC870DA-8DB8-387D-A155-92D52396A8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blipFill>
                <a:blip r:embed="rId40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E9DE65B4-81DF-C98E-35DE-C8514982F5EE}"/>
                  </a:ext>
                </a:extLst>
              </p:cNvPr>
              <p:cNvSpPr/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E9DE65B4-81DF-C98E-35DE-C8514982F5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blipFill>
                <a:blip r:embed="rId41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EFF70D27-0017-B675-C3A0-A99EFDDFF061}"/>
                  </a:ext>
                </a:extLst>
              </p:cNvPr>
              <p:cNvSpPr/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EFF70D27-0017-B675-C3A0-A99EFDDFF0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blipFill>
                <a:blip r:embed="rId42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64199BD9-8451-5963-C80D-30EC9E05F6E3}"/>
                  </a:ext>
                </a:extLst>
              </p:cNvPr>
              <p:cNvSpPr/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64199BD9-8451-5963-C80D-30EC9E05F6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blipFill>
                <a:blip r:embed="rId43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9E20F395-D67A-CBAA-B830-416028007F06}"/>
                  </a:ext>
                </a:extLst>
              </p:cNvPr>
              <p:cNvSpPr/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9E20F395-D67A-CBAA-B830-416028007F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blipFill>
                <a:blip r:embed="rId44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8" name="직사각형 407">
                <a:extLst>
                  <a:ext uri="{FF2B5EF4-FFF2-40B4-BE49-F238E27FC236}">
                    <a16:creationId xmlns:a16="http://schemas.microsoft.com/office/drawing/2014/main" id="{3F7FEF24-04B4-2261-DC9D-3BC5818A2A51}"/>
                  </a:ext>
                </a:extLst>
              </p:cNvPr>
              <p:cNvSpPr/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8" name="직사각형 407">
                <a:extLst>
                  <a:ext uri="{FF2B5EF4-FFF2-40B4-BE49-F238E27FC236}">
                    <a16:creationId xmlns:a16="http://schemas.microsoft.com/office/drawing/2014/main" id="{3F7FEF24-04B4-2261-DC9D-3BC5818A2A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blipFill>
                <a:blip r:embed="rId45"/>
                <a:stretch>
                  <a:fillRect l="-27027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" name="TextBox 408">
            <a:extLst>
              <a:ext uri="{FF2B5EF4-FFF2-40B4-BE49-F238E27FC236}">
                <a16:creationId xmlns:a16="http://schemas.microsoft.com/office/drawing/2014/main" id="{BA918DC5-6C3E-0B76-53F5-DDDCC1C041C5}"/>
              </a:ext>
            </a:extLst>
          </p:cNvPr>
          <p:cNvSpPr txBox="1"/>
          <p:nvPr/>
        </p:nvSpPr>
        <p:spPr>
          <a:xfrm>
            <a:off x="4703885" y="2317212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Similarities will be the same but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permuted</a:t>
            </a:r>
            <a:r>
              <a:rPr kumimoji="1" lang="en-US" altLang="ko-KR" sz="1600" dirty="0">
                <a:solidFill>
                  <a:srgbClr val="C00000"/>
                </a:solidFill>
              </a:rPr>
              <a:t>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38E62CCC-C4C8-D07C-7443-E11263612D8F}"/>
                  </a:ext>
                </a:extLst>
              </p:cNvPr>
              <p:cNvSpPr/>
              <p:nvPr/>
            </p:nvSpPr>
            <p:spPr>
              <a:xfrm>
                <a:off x="9191655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38E62CCC-C4C8-D07C-7443-E11263612D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739774"/>
                <a:ext cx="440958" cy="268835"/>
              </a:xfrm>
              <a:prstGeom prst="rect">
                <a:avLst/>
              </a:prstGeom>
              <a:blipFill>
                <a:blip r:embed="rId46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04F3FF8-BC64-DF50-33C5-AFFEB9F425AF}"/>
                  </a:ext>
                </a:extLst>
              </p:cNvPr>
              <p:cNvSpPr/>
              <p:nvPr/>
            </p:nvSpPr>
            <p:spPr>
              <a:xfrm>
                <a:off x="9790745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04F3FF8-BC64-DF50-33C5-AFFEB9F425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739774"/>
                <a:ext cx="440958" cy="268835"/>
              </a:xfrm>
              <a:prstGeom prst="rect">
                <a:avLst/>
              </a:prstGeom>
              <a:blipFill>
                <a:blip r:embed="rId47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717D4E39-1096-EE50-7D0F-0EBE8F813994}"/>
                  </a:ext>
                </a:extLst>
              </p:cNvPr>
              <p:cNvSpPr/>
              <p:nvPr/>
            </p:nvSpPr>
            <p:spPr>
              <a:xfrm>
                <a:off x="10389834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717D4E39-1096-EE50-7D0F-0EBE8F8139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739774"/>
                <a:ext cx="440958" cy="268835"/>
              </a:xfrm>
              <a:prstGeom prst="rect">
                <a:avLst/>
              </a:prstGeom>
              <a:blipFill>
                <a:blip r:embed="rId48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86558E86-B6CD-3055-6372-59B66936ABA2}"/>
                  </a:ext>
                </a:extLst>
              </p:cNvPr>
              <p:cNvSpPr/>
              <p:nvPr/>
            </p:nvSpPr>
            <p:spPr>
              <a:xfrm>
                <a:off x="9191655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86558E86-B6CD-3055-6372-59B66936AB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394344"/>
                <a:ext cx="440958" cy="268835"/>
              </a:xfrm>
              <a:prstGeom prst="rect">
                <a:avLst/>
              </a:prstGeom>
              <a:blipFill>
                <a:blip r:embed="rId49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A1784909-80F9-F7F0-F393-FB04BC1E846A}"/>
                  </a:ext>
                </a:extLst>
              </p:cNvPr>
              <p:cNvSpPr/>
              <p:nvPr/>
            </p:nvSpPr>
            <p:spPr>
              <a:xfrm>
                <a:off x="9790745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A1784909-80F9-F7F0-F393-FB04BC1E84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394344"/>
                <a:ext cx="440958" cy="268835"/>
              </a:xfrm>
              <a:prstGeom prst="rect">
                <a:avLst/>
              </a:prstGeom>
              <a:blipFill>
                <a:blip r:embed="rId50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D090212F-80E9-1086-2F54-A8208F871F4C}"/>
                  </a:ext>
                </a:extLst>
              </p:cNvPr>
              <p:cNvSpPr/>
              <p:nvPr/>
            </p:nvSpPr>
            <p:spPr>
              <a:xfrm>
                <a:off x="10389834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D090212F-80E9-1086-2F54-A8208F871F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394344"/>
                <a:ext cx="440958" cy="268835"/>
              </a:xfrm>
              <a:prstGeom prst="rect">
                <a:avLst/>
              </a:prstGeom>
              <a:blipFill>
                <a:blip r:embed="rId51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5949ADB3-425C-77D7-80CB-BAB3CD13434B}"/>
                  </a:ext>
                </a:extLst>
              </p:cNvPr>
              <p:cNvSpPr/>
              <p:nvPr/>
            </p:nvSpPr>
            <p:spPr>
              <a:xfrm>
                <a:off x="9191655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5949ADB3-425C-77D7-80CB-BAB3CD1343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048913"/>
                <a:ext cx="440958" cy="268835"/>
              </a:xfrm>
              <a:prstGeom prst="rect">
                <a:avLst/>
              </a:prstGeom>
              <a:blipFill>
                <a:blip r:embed="rId52"/>
                <a:stretch>
                  <a:fillRect l="-30556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BDD6B177-D592-318E-84F5-E5031B7FCA8B}"/>
                  </a:ext>
                </a:extLst>
              </p:cNvPr>
              <p:cNvSpPr/>
              <p:nvPr/>
            </p:nvSpPr>
            <p:spPr>
              <a:xfrm>
                <a:off x="9790745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BDD6B177-D592-318E-84F5-E5031B7FCA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048913"/>
                <a:ext cx="440958" cy="268835"/>
              </a:xfrm>
              <a:prstGeom prst="rect">
                <a:avLst/>
              </a:prstGeom>
              <a:blipFill>
                <a:blip r:embed="rId53"/>
                <a:stretch>
                  <a:fillRect l="-30556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758A2CE9-44C7-2AB5-E6BB-23A090A9E8BC}"/>
                  </a:ext>
                </a:extLst>
              </p:cNvPr>
              <p:cNvSpPr/>
              <p:nvPr/>
            </p:nvSpPr>
            <p:spPr>
              <a:xfrm>
                <a:off x="10389834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758A2CE9-44C7-2AB5-E6BB-23A090A9E8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048913"/>
                <a:ext cx="440958" cy="268835"/>
              </a:xfrm>
              <a:prstGeom prst="rect">
                <a:avLst/>
              </a:prstGeom>
              <a:blipFill>
                <a:blip r:embed="rId54"/>
                <a:stretch>
                  <a:fillRect l="-29730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6" name="TextBox 405">
            <a:extLst>
              <a:ext uri="{FF2B5EF4-FFF2-40B4-BE49-F238E27FC236}">
                <a16:creationId xmlns:a16="http://schemas.microsoft.com/office/drawing/2014/main" id="{88D42608-ADBA-B8A8-2E74-61B28E905C07}"/>
              </a:ext>
            </a:extLst>
          </p:cNvPr>
          <p:cNvSpPr txBox="1"/>
          <p:nvPr/>
        </p:nvSpPr>
        <p:spPr>
          <a:xfrm>
            <a:off x="4703885" y="2949724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Attention weights will be the same but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permuted</a:t>
            </a:r>
            <a:r>
              <a:rPr kumimoji="1" lang="en-US" altLang="ko-KR" sz="1600" dirty="0">
                <a:solidFill>
                  <a:srgbClr val="C00000"/>
                </a:solidFill>
              </a:rPr>
              <a:t>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D91CF4-82D3-6AFE-2224-5591B9BFC0B3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40318751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C0A9A-8C39-04B8-6B83-40090E1FC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A4A5D-E0C2-AE74-91CF-E6AA42110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3BC44C-A7F9-0BCA-9FE2-780410D285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96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800D76-BA7F-34E4-6D31-14D424CD107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F0DA9D8-C5BC-B8A1-B70D-E00497C33853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3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97356F1-33A6-8446-1191-93F62536D377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4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18262E11-7AC5-AED1-D2CE-1DC66C55BCB1}"/>
              </a:ext>
            </a:extLst>
          </p:cNvPr>
          <p:cNvGrpSpPr/>
          <p:nvPr/>
        </p:nvGrpSpPr>
        <p:grpSpPr>
          <a:xfrm>
            <a:off x="9191655" y="5424321"/>
            <a:ext cx="1639137" cy="268835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BA1318E1-D908-E3BD-0CBE-D6A50326C7BB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BA1318E1-D908-E3BD-0CBE-D6A50326C7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E952C5C1-A0B3-7FD5-A6FA-80320B5AA511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E952C5C1-A0B3-7FD5-A6FA-80320B5AA5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FA48ED12-0B8A-8BEF-48A9-EA3D32269226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FA48ED12-0B8A-8BEF-48A9-EA3D322692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78D5885-327A-A130-3F6C-43F98449E9CE}"/>
              </a:ext>
            </a:extLst>
          </p:cNvPr>
          <p:cNvSpPr/>
          <p:nvPr/>
        </p:nvSpPr>
        <p:spPr>
          <a:xfrm>
            <a:off x="9097062" y="3712946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CD946047-421C-3AB1-93DE-34C8E696AEAC}"/>
                  </a:ext>
                </a:extLst>
              </p:cNvPr>
              <p:cNvSpPr/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55866675-2F64-1AC7-DE3B-F4FBF33EDB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blipFill>
                <a:blip r:embed="rId20"/>
                <a:stretch>
                  <a:fillRect b="-1538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직사각형 26">
            <a:extLst>
              <a:ext uri="{FF2B5EF4-FFF2-40B4-BE49-F238E27FC236}">
                <a16:creationId xmlns:a16="http://schemas.microsoft.com/office/drawing/2014/main" id="{CA1F9029-92A5-0349-979F-6F1A16BAE591}"/>
              </a:ext>
            </a:extLst>
          </p:cNvPr>
          <p:cNvSpPr/>
          <p:nvPr/>
        </p:nvSpPr>
        <p:spPr>
          <a:xfrm>
            <a:off x="9097062" y="1968298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005B7F31-DADB-DF9B-AF9F-4A738277952B}"/>
                  </a:ext>
                </a:extLst>
              </p:cNvPr>
              <p:cNvSpPr/>
              <p:nvPr/>
            </p:nvSpPr>
            <p:spPr>
              <a:xfrm>
                <a:off x="9097062" y="1505384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sz="16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950A4DCB-DC4A-C712-EE75-0F5B858181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1505384"/>
                <a:ext cx="1828322" cy="302106"/>
              </a:xfrm>
              <a:prstGeom prst="rect">
                <a:avLst/>
              </a:prstGeom>
              <a:blipFill>
                <a:blip r:embed="rId30"/>
                <a:stretch>
                  <a:fillRect t="-15385" b="-2307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그룹 37">
            <a:extLst>
              <a:ext uri="{FF2B5EF4-FFF2-40B4-BE49-F238E27FC236}">
                <a16:creationId xmlns:a16="http://schemas.microsoft.com/office/drawing/2014/main" id="{12D4C43B-6F60-CDCA-801F-6BA48B5D9602}"/>
              </a:ext>
            </a:extLst>
          </p:cNvPr>
          <p:cNvGrpSpPr/>
          <p:nvPr/>
        </p:nvGrpSpPr>
        <p:grpSpPr>
          <a:xfrm>
            <a:off x="9191655" y="1075741"/>
            <a:ext cx="1639137" cy="268835"/>
            <a:chOff x="8198547" y="5378798"/>
            <a:chExt cx="1639137" cy="312877"/>
          </a:xfrm>
          <a:solidFill>
            <a:srgbClr val="FFF3CC"/>
          </a:solidFill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90B7E227-8FFE-4CC2-7C49-96F7B3D8F0B1}"/>
                </a:ext>
              </a:extLst>
            </p:cNvPr>
            <p:cNvSpPr/>
            <p:nvPr/>
          </p:nvSpPr>
          <p:spPr>
            <a:xfrm>
              <a:off x="8198547" y="5378798"/>
              <a:ext cx="440958" cy="312877"/>
            </a:xfrm>
            <a:prstGeom prst="rect">
              <a:avLst/>
            </a:prstGeom>
            <a:grp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4D00A9A5-3CA9-4758-E1E3-A39DC32C3409}"/>
                </a:ext>
              </a:extLst>
            </p:cNvPr>
            <p:cNvSpPr/>
            <p:nvPr/>
          </p:nvSpPr>
          <p:spPr>
            <a:xfrm>
              <a:off x="8797637" y="5378798"/>
              <a:ext cx="440958" cy="312877"/>
            </a:xfrm>
            <a:prstGeom prst="rect">
              <a:avLst/>
            </a:prstGeom>
            <a:grp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59C1E5F4-BAAA-7469-9D54-290EEC6128CD}"/>
                </a:ext>
              </a:extLst>
            </p:cNvPr>
            <p:cNvSpPr/>
            <p:nvPr/>
          </p:nvSpPr>
          <p:spPr>
            <a:xfrm>
              <a:off x="9396726" y="5378798"/>
              <a:ext cx="440958" cy="312877"/>
            </a:xfrm>
            <a:prstGeom prst="rect">
              <a:avLst/>
            </a:prstGeom>
            <a:grp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201103DB-EB0A-729D-B4FE-4D6DBFC1B151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941213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77ACD079-8BEA-46C3-C539-AD80D678F706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001122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198F9BAD-5020-7BAC-9671-A5B6DEEF63F4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0610313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3A24508A-3487-CD9C-1E1B-E2DB9503C059}"/>
              </a:ext>
            </a:extLst>
          </p:cNvPr>
          <p:cNvCxnSpPr>
            <a:cxnSpLocks/>
          </p:cNvCxnSpPr>
          <p:nvPr/>
        </p:nvCxnSpPr>
        <p:spPr>
          <a:xfrm flipV="1">
            <a:off x="941213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74CD51AD-DE9B-EF44-5D0D-C76F730E957A}"/>
              </a:ext>
            </a:extLst>
          </p:cNvPr>
          <p:cNvCxnSpPr>
            <a:cxnSpLocks/>
          </p:cNvCxnSpPr>
          <p:nvPr/>
        </p:nvCxnSpPr>
        <p:spPr>
          <a:xfrm flipV="1">
            <a:off x="1001122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48342B8E-1393-7DA6-12FC-3446891BDABB}"/>
              </a:ext>
            </a:extLst>
          </p:cNvPr>
          <p:cNvCxnSpPr>
            <a:cxnSpLocks/>
          </p:cNvCxnSpPr>
          <p:nvPr/>
        </p:nvCxnSpPr>
        <p:spPr>
          <a:xfrm flipV="1">
            <a:off x="10610313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692EB3DC-6CB8-3F88-7062-931459FCB1B6}"/>
              </a:ext>
            </a:extLst>
          </p:cNvPr>
          <p:cNvCxnSpPr>
            <a:cxnSpLocks/>
            <a:stCxn id="26" idx="0"/>
            <a:endCxn id="27" idx="2"/>
          </p:cNvCxnSpPr>
          <p:nvPr/>
        </p:nvCxnSpPr>
        <p:spPr>
          <a:xfrm flipV="1">
            <a:off x="10011223" y="3089224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22307454-F9D2-D3F3-A89A-BC05A4FAF7AA}"/>
              </a:ext>
            </a:extLst>
          </p:cNvPr>
          <p:cNvCxnSpPr>
            <a:cxnSpLocks/>
            <a:stCxn id="14" idx="0"/>
            <a:endCxn id="26" idx="2"/>
          </p:cNvCxnSpPr>
          <p:nvPr/>
        </p:nvCxnSpPr>
        <p:spPr>
          <a:xfrm flipV="1">
            <a:off x="10011223" y="3552138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D016F75B-18B8-084B-0E5B-C1C7B3BA7E25}"/>
              </a:ext>
            </a:extLst>
          </p:cNvPr>
          <p:cNvCxnSpPr>
            <a:cxnSpLocks/>
          </p:cNvCxnSpPr>
          <p:nvPr/>
        </p:nvCxnSpPr>
        <p:spPr>
          <a:xfrm flipV="1">
            <a:off x="9412134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071F1E86-890F-5E27-4CDC-5C0CF3FDD75A}"/>
              </a:ext>
            </a:extLst>
          </p:cNvPr>
          <p:cNvCxnSpPr>
            <a:cxnSpLocks/>
          </p:cNvCxnSpPr>
          <p:nvPr/>
        </p:nvCxnSpPr>
        <p:spPr>
          <a:xfrm flipV="1">
            <a:off x="10011224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E4CC1888-D407-308E-D562-EE796959157A}"/>
              </a:ext>
            </a:extLst>
          </p:cNvPr>
          <p:cNvCxnSpPr>
            <a:cxnSpLocks/>
          </p:cNvCxnSpPr>
          <p:nvPr/>
        </p:nvCxnSpPr>
        <p:spPr>
          <a:xfrm flipV="1">
            <a:off x="10610313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AE9EE20F-2070-41A8-D379-A26149A6BB71}"/>
              </a:ext>
            </a:extLst>
          </p:cNvPr>
          <p:cNvCxnSpPr>
            <a:cxnSpLocks/>
            <a:stCxn id="27" idx="0"/>
            <a:endCxn id="37" idx="2"/>
          </p:cNvCxnSpPr>
          <p:nvPr/>
        </p:nvCxnSpPr>
        <p:spPr>
          <a:xfrm flipV="1">
            <a:off x="10011223" y="1807490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8396A284-B366-F7E7-3C55-62221D6F3FED}"/>
              </a:ext>
            </a:extLst>
          </p:cNvPr>
          <p:cNvGrpSpPr/>
          <p:nvPr/>
        </p:nvGrpSpPr>
        <p:grpSpPr>
          <a:xfrm>
            <a:off x="8420045" y="3933309"/>
            <a:ext cx="2057158" cy="1765178"/>
            <a:chOff x="8553155" y="3927979"/>
            <a:chExt cx="2057158" cy="1765178"/>
          </a:xfrm>
        </p:grpSpPr>
        <p:cxnSp>
          <p:nvCxnSpPr>
            <p:cNvPr id="63" name="꺾인 연결선[E] 62">
              <a:extLst>
                <a:ext uri="{FF2B5EF4-FFF2-40B4-BE49-F238E27FC236}">
                  <a16:creationId xmlns:a16="http://schemas.microsoft.com/office/drawing/2014/main" id="{BA1110F5-C5D4-4F08-A344-F9051F84DCF7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445487" y="4726509"/>
              <a:ext cx="1074316" cy="858979"/>
            </a:xfrm>
            <a:prstGeom prst="bentConnector4">
              <a:avLst>
                <a:gd name="adj1" fmla="val -21279"/>
                <a:gd name="adj2" fmla="val 126613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꺾인 연결선[E] 383">
              <a:extLst>
                <a:ext uri="{FF2B5EF4-FFF2-40B4-BE49-F238E27FC236}">
                  <a16:creationId xmlns:a16="http://schemas.microsoft.com/office/drawing/2014/main" id="{03F04A19-A2C6-68FD-96CA-5067B704203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572317" y="4254249"/>
              <a:ext cx="1419746" cy="1458069"/>
            </a:xfrm>
            <a:prstGeom prst="bentConnector4">
              <a:avLst>
                <a:gd name="adj1" fmla="val -19988"/>
                <a:gd name="adj2" fmla="val 119462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꺾인 연결선[E] 384">
              <a:extLst>
                <a:ext uri="{FF2B5EF4-FFF2-40B4-BE49-F238E27FC236}">
                  <a16:creationId xmlns:a16="http://schemas.microsoft.com/office/drawing/2014/main" id="{7BED523F-CCBC-D1FF-7495-93DEE8EAABEF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699145" y="3781989"/>
              <a:ext cx="1765177" cy="2057158"/>
            </a:xfrm>
            <a:prstGeom prst="bentConnector4">
              <a:avLst>
                <a:gd name="adj1" fmla="val -18757"/>
                <a:gd name="adj2" fmla="val 116476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6" name="그룹 385">
            <a:extLst>
              <a:ext uri="{FF2B5EF4-FFF2-40B4-BE49-F238E27FC236}">
                <a16:creationId xmlns:a16="http://schemas.microsoft.com/office/drawing/2014/main" id="{20D722F2-57D9-194B-7027-4D38420BCB5B}"/>
              </a:ext>
            </a:extLst>
          </p:cNvPr>
          <p:cNvGrpSpPr/>
          <p:nvPr/>
        </p:nvGrpSpPr>
        <p:grpSpPr>
          <a:xfrm>
            <a:off x="8420044" y="2183332"/>
            <a:ext cx="2311841" cy="3509825"/>
            <a:chOff x="8298472" y="2183332"/>
            <a:chExt cx="2311841" cy="3509825"/>
          </a:xfrm>
        </p:grpSpPr>
        <p:cxnSp>
          <p:nvCxnSpPr>
            <p:cNvPr id="387" name="꺾인 연결선[E] 386">
              <a:extLst>
                <a:ext uri="{FF2B5EF4-FFF2-40B4-BE49-F238E27FC236}">
                  <a16:creationId xmlns:a16="http://schemas.microsoft.com/office/drawing/2014/main" id="{506F8655-A4DC-8A10-5C36-1CA4C80745C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699480" y="2782324"/>
              <a:ext cx="3509825" cy="2311841"/>
            </a:xfrm>
            <a:prstGeom prst="bentConnector4">
              <a:avLst>
                <a:gd name="adj1" fmla="val -17069"/>
                <a:gd name="adj2" fmla="val 127960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꺾인 연결선[E] 387">
              <a:extLst>
                <a:ext uri="{FF2B5EF4-FFF2-40B4-BE49-F238E27FC236}">
                  <a16:creationId xmlns:a16="http://schemas.microsoft.com/office/drawing/2014/main" id="{61140B48-441D-D432-3743-98468F4DCED7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572651" y="3254583"/>
              <a:ext cx="3164394" cy="1712752"/>
            </a:xfrm>
            <a:prstGeom prst="bentConnector4">
              <a:avLst>
                <a:gd name="adj1" fmla="val -16939"/>
                <a:gd name="adj2" fmla="val 134058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꺾인 연결선[E] 388">
              <a:extLst>
                <a:ext uri="{FF2B5EF4-FFF2-40B4-BE49-F238E27FC236}">
                  <a16:creationId xmlns:a16="http://schemas.microsoft.com/office/drawing/2014/main" id="{E74172D2-B245-0F05-E7A5-D88499095BD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445821" y="3726843"/>
              <a:ext cx="2818964" cy="1113662"/>
            </a:xfrm>
            <a:prstGeom prst="bentConnector4">
              <a:avLst>
                <a:gd name="adj1" fmla="val -17057"/>
                <a:gd name="adj2" fmla="val 146716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0" name="그룹 389">
            <a:extLst>
              <a:ext uri="{FF2B5EF4-FFF2-40B4-BE49-F238E27FC236}">
                <a16:creationId xmlns:a16="http://schemas.microsoft.com/office/drawing/2014/main" id="{B3B7142B-8FB7-3B3A-25C9-1F52423A483F}"/>
              </a:ext>
            </a:extLst>
          </p:cNvPr>
          <p:cNvGrpSpPr/>
          <p:nvPr/>
        </p:nvGrpSpPr>
        <p:grpSpPr>
          <a:xfrm>
            <a:off x="8866770" y="2183331"/>
            <a:ext cx="225977" cy="2435509"/>
            <a:chOff x="8866771" y="2183331"/>
            <a:chExt cx="324884" cy="2435509"/>
          </a:xfrm>
        </p:grpSpPr>
        <p:cxnSp>
          <p:nvCxnSpPr>
            <p:cNvPr id="391" name="직선 화살표 연결선 390">
              <a:extLst>
                <a:ext uri="{FF2B5EF4-FFF2-40B4-BE49-F238E27FC236}">
                  <a16:creationId xmlns:a16="http://schemas.microsoft.com/office/drawing/2014/main" id="{D3FD201F-EED4-2709-1C6A-18BBC580789C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71" y="461884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직선 화살표 연결선 391">
              <a:extLst>
                <a:ext uri="{FF2B5EF4-FFF2-40B4-BE49-F238E27FC236}">
                  <a16:creationId xmlns:a16="http://schemas.microsoft.com/office/drawing/2014/main" id="{69C90B74-937F-72AB-F524-B9D065572EC5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71" y="427341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직선 화살표 연결선 392">
              <a:extLst>
                <a:ext uri="{FF2B5EF4-FFF2-40B4-BE49-F238E27FC236}">
                  <a16:creationId xmlns:a16="http://schemas.microsoft.com/office/drawing/2014/main" id="{D81CAC24-3F7C-95E4-CDB5-03319D46C9A7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71" y="3927979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직선 화살표 연결선 393">
              <a:extLst>
                <a:ext uri="{FF2B5EF4-FFF2-40B4-BE49-F238E27FC236}">
                  <a16:creationId xmlns:a16="http://schemas.microsoft.com/office/drawing/2014/main" id="{3A8EAEC0-2F4A-9826-C8B6-E4825B4C36FB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71" y="252876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직선 화살표 연결선 394">
              <a:extLst>
                <a:ext uri="{FF2B5EF4-FFF2-40B4-BE49-F238E27FC236}">
                  <a16:creationId xmlns:a16="http://schemas.microsoft.com/office/drawing/2014/main" id="{05ADB896-88F8-C52A-63AB-8EB10F94B8FA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71" y="2183331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직선 화살표 연결선 395">
              <a:extLst>
                <a:ext uri="{FF2B5EF4-FFF2-40B4-BE49-F238E27FC236}">
                  <a16:creationId xmlns:a16="http://schemas.microsoft.com/office/drawing/2014/main" id="{46C5E67D-E843-B44D-F2C7-C413CB928024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71" y="287419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7060D30-EDF4-8D67-753B-587F6CD222A3}"/>
              </a:ext>
            </a:extLst>
          </p:cNvPr>
          <p:cNvSpPr txBox="1"/>
          <p:nvPr/>
        </p:nvSpPr>
        <p:spPr>
          <a:xfrm>
            <a:off x="4703885" y="1052188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Consider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permuting</a:t>
            </a:r>
            <a:r>
              <a:rPr kumimoji="1" lang="en-US" altLang="ko-KR" sz="1600" dirty="0">
                <a:solidFill>
                  <a:srgbClr val="C00000"/>
                </a:solidFill>
              </a:rPr>
              <a:t> the input vectors.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402" name="직사각형 401">
            <a:extLst>
              <a:ext uri="{FF2B5EF4-FFF2-40B4-BE49-F238E27FC236}">
                <a16:creationId xmlns:a16="http://schemas.microsoft.com/office/drawing/2014/main" id="{D91F5386-1B63-9F16-9DDD-CE96923EB5A2}"/>
              </a:ext>
            </a:extLst>
          </p:cNvPr>
          <p:cNvSpPr/>
          <p:nvPr/>
        </p:nvSpPr>
        <p:spPr>
          <a:xfrm>
            <a:off x="9092746" y="1975183"/>
            <a:ext cx="1832637" cy="109925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397" name="그룹 396">
            <a:extLst>
              <a:ext uri="{FF2B5EF4-FFF2-40B4-BE49-F238E27FC236}">
                <a16:creationId xmlns:a16="http://schemas.microsoft.com/office/drawing/2014/main" id="{4E3C69A4-A2FD-EBFB-D0FE-D5E6E041B781}"/>
              </a:ext>
            </a:extLst>
          </p:cNvPr>
          <p:cNvGrpSpPr/>
          <p:nvPr/>
        </p:nvGrpSpPr>
        <p:grpSpPr>
          <a:xfrm>
            <a:off x="9191655" y="4994680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8" name="직사각형 397">
                  <a:extLst>
                    <a:ext uri="{FF2B5EF4-FFF2-40B4-BE49-F238E27FC236}">
                      <a16:creationId xmlns:a16="http://schemas.microsoft.com/office/drawing/2014/main" id="{88137700-2BB7-DF9A-4BE9-BF054D6A3D37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8" name="직사각형 397">
                  <a:extLst>
                    <a:ext uri="{FF2B5EF4-FFF2-40B4-BE49-F238E27FC236}">
                      <a16:creationId xmlns:a16="http://schemas.microsoft.com/office/drawing/2014/main" id="{88137700-2BB7-DF9A-4BE9-BF054D6A3D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31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" name="직사각형 398">
                  <a:extLst>
                    <a:ext uri="{FF2B5EF4-FFF2-40B4-BE49-F238E27FC236}">
                      <a16:creationId xmlns:a16="http://schemas.microsoft.com/office/drawing/2014/main" id="{F80B958A-5DA5-B01E-FD16-467267837AA4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9" name="직사각형 398">
                  <a:extLst>
                    <a:ext uri="{FF2B5EF4-FFF2-40B4-BE49-F238E27FC236}">
                      <a16:creationId xmlns:a16="http://schemas.microsoft.com/office/drawing/2014/main" id="{F80B958A-5DA5-B01E-FD16-467267837A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32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0" name="직사각형 399">
                  <a:extLst>
                    <a:ext uri="{FF2B5EF4-FFF2-40B4-BE49-F238E27FC236}">
                      <a16:creationId xmlns:a16="http://schemas.microsoft.com/office/drawing/2014/main" id="{E7DB08AA-6620-2EA8-0A56-CF4C3B703DA0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0" name="직사각형 399">
                  <a:extLst>
                    <a:ext uri="{FF2B5EF4-FFF2-40B4-BE49-F238E27FC236}">
                      <a16:creationId xmlns:a16="http://schemas.microsoft.com/office/drawing/2014/main" id="{E7DB08AA-6620-2EA8-0A56-CF4C3B703D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33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1" name="그룹 400">
            <a:extLst>
              <a:ext uri="{FF2B5EF4-FFF2-40B4-BE49-F238E27FC236}">
                <a16:creationId xmlns:a16="http://schemas.microsoft.com/office/drawing/2014/main" id="{348C4F14-B920-19BA-1BB6-245250034D69}"/>
              </a:ext>
            </a:extLst>
          </p:cNvPr>
          <p:cNvGrpSpPr/>
          <p:nvPr/>
        </p:nvGrpSpPr>
        <p:grpSpPr>
          <a:xfrm>
            <a:off x="8425813" y="3793561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3" name="직사각형 402">
                  <a:extLst>
                    <a:ext uri="{FF2B5EF4-FFF2-40B4-BE49-F238E27FC236}">
                      <a16:creationId xmlns:a16="http://schemas.microsoft.com/office/drawing/2014/main" id="{14B803FB-4C1D-7E0C-15A0-805E0E9E8B8C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3" name="직사각형 402">
                  <a:extLst>
                    <a:ext uri="{FF2B5EF4-FFF2-40B4-BE49-F238E27FC236}">
                      <a16:creationId xmlns:a16="http://schemas.microsoft.com/office/drawing/2014/main" id="{14B803FB-4C1D-7E0C-15A0-805E0E9E8B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34"/>
                  <a:stretch>
                    <a:fillRect l="-18919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4" name="직사각형 403">
                  <a:extLst>
                    <a:ext uri="{FF2B5EF4-FFF2-40B4-BE49-F238E27FC236}">
                      <a16:creationId xmlns:a16="http://schemas.microsoft.com/office/drawing/2014/main" id="{059411E2-D11A-BC7A-9B5A-17BAFDB36F23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4" name="직사각형 403">
                  <a:extLst>
                    <a:ext uri="{FF2B5EF4-FFF2-40B4-BE49-F238E27FC236}">
                      <a16:creationId xmlns:a16="http://schemas.microsoft.com/office/drawing/2014/main" id="{059411E2-D11A-BC7A-9B5A-17BAFDB36F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35"/>
                  <a:stretch>
                    <a:fillRect l="-18919" t="-4348" b="-43478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5" name="직사각형 404">
                  <a:extLst>
                    <a:ext uri="{FF2B5EF4-FFF2-40B4-BE49-F238E27FC236}">
                      <a16:creationId xmlns:a16="http://schemas.microsoft.com/office/drawing/2014/main" id="{D1DB32C9-F3B9-EC48-7ADC-B5CDC9490480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5" name="직사각형 404">
                  <a:extLst>
                    <a:ext uri="{FF2B5EF4-FFF2-40B4-BE49-F238E27FC236}">
                      <a16:creationId xmlns:a16="http://schemas.microsoft.com/office/drawing/2014/main" id="{D1DB32C9-F3B9-EC48-7ADC-B5CDC94904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36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7" name="TextBox 406">
            <a:extLst>
              <a:ext uri="{FF2B5EF4-FFF2-40B4-BE49-F238E27FC236}">
                <a16:creationId xmlns:a16="http://schemas.microsoft.com/office/drawing/2014/main" id="{9B7A09D3-C5D5-C894-1501-22A2B5F8E522}"/>
              </a:ext>
            </a:extLst>
          </p:cNvPr>
          <p:cNvSpPr txBox="1"/>
          <p:nvPr/>
        </p:nvSpPr>
        <p:spPr>
          <a:xfrm>
            <a:off x="4703885" y="1684700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Queries and keys will be the same but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permuted</a:t>
            </a:r>
            <a:r>
              <a:rPr kumimoji="1" lang="en-US" altLang="ko-KR" sz="1600" dirty="0">
                <a:solidFill>
                  <a:srgbClr val="C00000"/>
                </a:solidFill>
              </a:rPr>
              <a:t>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0B240102-565B-68B0-41E8-9E3204D752E9}"/>
                  </a:ext>
                </a:extLst>
              </p:cNvPr>
              <p:cNvSpPr/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0B240102-565B-68B0-41E8-9E3204D752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blipFill>
                <a:blip r:embed="rId37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76CAA5CD-5163-F80C-F51C-E7C9529075E1}"/>
                  </a:ext>
                </a:extLst>
              </p:cNvPr>
              <p:cNvSpPr/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76CAA5CD-5163-F80C-F51C-E7C9529075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blipFill>
                <a:blip r:embed="rId38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279F3161-BE65-FFAC-59D2-9827A5D6EC7A}"/>
                  </a:ext>
                </a:extLst>
              </p:cNvPr>
              <p:cNvSpPr/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279F3161-BE65-FFAC-59D2-9827A5D6E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blipFill>
                <a:blip r:embed="rId39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F577A008-440D-B93F-C019-9B09D5CC7AAE}"/>
                  </a:ext>
                </a:extLst>
              </p:cNvPr>
              <p:cNvSpPr/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F577A008-440D-B93F-C019-9B09D5CC7A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blipFill>
                <a:blip r:embed="rId40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0C752547-B334-7621-E639-DACDB3A328E9}"/>
                  </a:ext>
                </a:extLst>
              </p:cNvPr>
              <p:cNvSpPr/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0C752547-B334-7621-E639-DACDB3A328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blipFill>
                <a:blip r:embed="rId41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570D84AB-4693-7ABA-D16C-85A380222DC3}"/>
                  </a:ext>
                </a:extLst>
              </p:cNvPr>
              <p:cNvSpPr/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570D84AB-4693-7ABA-D16C-85A380222D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blipFill>
                <a:blip r:embed="rId42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807139AA-4335-41A6-9528-AB8BF65DA413}"/>
                  </a:ext>
                </a:extLst>
              </p:cNvPr>
              <p:cNvSpPr/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807139AA-4335-41A6-9528-AB8BF65DA4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blipFill>
                <a:blip r:embed="rId43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49B2CDF8-0CC7-E5B0-6BC0-5627F44D7198}"/>
                  </a:ext>
                </a:extLst>
              </p:cNvPr>
              <p:cNvSpPr/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49B2CDF8-0CC7-E5B0-6BC0-5627F44D71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blipFill>
                <a:blip r:embed="rId44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8" name="직사각형 407">
                <a:extLst>
                  <a:ext uri="{FF2B5EF4-FFF2-40B4-BE49-F238E27FC236}">
                    <a16:creationId xmlns:a16="http://schemas.microsoft.com/office/drawing/2014/main" id="{B5F84C47-873F-8790-AD8E-2F8930A4A46F}"/>
                  </a:ext>
                </a:extLst>
              </p:cNvPr>
              <p:cNvSpPr/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8" name="직사각형 407">
                <a:extLst>
                  <a:ext uri="{FF2B5EF4-FFF2-40B4-BE49-F238E27FC236}">
                    <a16:creationId xmlns:a16="http://schemas.microsoft.com/office/drawing/2014/main" id="{B5F84C47-873F-8790-AD8E-2F8930A4A4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blipFill>
                <a:blip r:embed="rId45"/>
                <a:stretch>
                  <a:fillRect l="-27027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" name="TextBox 408">
            <a:extLst>
              <a:ext uri="{FF2B5EF4-FFF2-40B4-BE49-F238E27FC236}">
                <a16:creationId xmlns:a16="http://schemas.microsoft.com/office/drawing/2014/main" id="{288767E0-6F9F-5591-A464-084A888A2662}"/>
              </a:ext>
            </a:extLst>
          </p:cNvPr>
          <p:cNvSpPr txBox="1"/>
          <p:nvPr/>
        </p:nvSpPr>
        <p:spPr>
          <a:xfrm>
            <a:off x="4703885" y="2317212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Similarities will be the same but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permuted</a:t>
            </a:r>
            <a:r>
              <a:rPr kumimoji="1" lang="en-US" altLang="ko-KR" sz="1600" dirty="0">
                <a:solidFill>
                  <a:srgbClr val="C00000"/>
                </a:solidFill>
              </a:rPr>
              <a:t>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FDB317C5-8C1E-481D-D999-A5CDA65BA8B2}"/>
                  </a:ext>
                </a:extLst>
              </p:cNvPr>
              <p:cNvSpPr/>
              <p:nvPr/>
            </p:nvSpPr>
            <p:spPr>
              <a:xfrm>
                <a:off x="9191655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FDB317C5-8C1E-481D-D999-A5CDA65BA8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739774"/>
                <a:ext cx="440958" cy="268835"/>
              </a:xfrm>
              <a:prstGeom prst="rect">
                <a:avLst/>
              </a:prstGeom>
              <a:blipFill>
                <a:blip r:embed="rId46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BAFFD583-671C-F40D-5AF3-847F63AA1B24}"/>
                  </a:ext>
                </a:extLst>
              </p:cNvPr>
              <p:cNvSpPr/>
              <p:nvPr/>
            </p:nvSpPr>
            <p:spPr>
              <a:xfrm>
                <a:off x="9790745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BAFFD583-671C-F40D-5AF3-847F63AA1B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739774"/>
                <a:ext cx="440958" cy="268835"/>
              </a:xfrm>
              <a:prstGeom prst="rect">
                <a:avLst/>
              </a:prstGeom>
              <a:blipFill>
                <a:blip r:embed="rId47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D97B49F0-FABF-0D8F-0BCA-016D191B024D}"/>
                  </a:ext>
                </a:extLst>
              </p:cNvPr>
              <p:cNvSpPr/>
              <p:nvPr/>
            </p:nvSpPr>
            <p:spPr>
              <a:xfrm>
                <a:off x="10389834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D97B49F0-FABF-0D8F-0BCA-016D191B02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739774"/>
                <a:ext cx="440958" cy="268835"/>
              </a:xfrm>
              <a:prstGeom prst="rect">
                <a:avLst/>
              </a:prstGeom>
              <a:blipFill>
                <a:blip r:embed="rId48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19216890-65BF-3A96-C0E3-DBFE0EF909F3}"/>
                  </a:ext>
                </a:extLst>
              </p:cNvPr>
              <p:cNvSpPr/>
              <p:nvPr/>
            </p:nvSpPr>
            <p:spPr>
              <a:xfrm>
                <a:off x="9191655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19216890-65BF-3A96-C0E3-DBFE0EF909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394344"/>
                <a:ext cx="440958" cy="268835"/>
              </a:xfrm>
              <a:prstGeom prst="rect">
                <a:avLst/>
              </a:prstGeom>
              <a:blipFill>
                <a:blip r:embed="rId49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AC35C0C1-CD2B-1E78-42FE-AA1DC67C2A32}"/>
                  </a:ext>
                </a:extLst>
              </p:cNvPr>
              <p:cNvSpPr/>
              <p:nvPr/>
            </p:nvSpPr>
            <p:spPr>
              <a:xfrm>
                <a:off x="9790745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AC35C0C1-CD2B-1E78-42FE-AA1DC67C2A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394344"/>
                <a:ext cx="440958" cy="268835"/>
              </a:xfrm>
              <a:prstGeom prst="rect">
                <a:avLst/>
              </a:prstGeom>
              <a:blipFill>
                <a:blip r:embed="rId50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214E3DA8-BB62-5F9B-23E2-668CC5E3A41D}"/>
                  </a:ext>
                </a:extLst>
              </p:cNvPr>
              <p:cNvSpPr/>
              <p:nvPr/>
            </p:nvSpPr>
            <p:spPr>
              <a:xfrm>
                <a:off x="10389834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214E3DA8-BB62-5F9B-23E2-668CC5E3A4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394344"/>
                <a:ext cx="440958" cy="268835"/>
              </a:xfrm>
              <a:prstGeom prst="rect">
                <a:avLst/>
              </a:prstGeom>
              <a:blipFill>
                <a:blip r:embed="rId51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9F296365-B1C3-AADE-5A98-400F51210637}"/>
                  </a:ext>
                </a:extLst>
              </p:cNvPr>
              <p:cNvSpPr/>
              <p:nvPr/>
            </p:nvSpPr>
            <p:spPr>
              <a:xfrm>
                <a:off x="9191655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9F296365-B1C3-AADE-5A98-400F512106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048913"/>
                <a:ext cx="440958" cy="268835"/>
              </a:xfrm>
              <a:prstGeom prst="rect">
                <a:avLst/>
              </a:prstGeom>
              <a:blipFill>
                <a:blip r:embed="rId52"/>
                <a:stretch>
                  <a:fillRect l="-30556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86D6ACD-CDB8-E189-7062-BFFD7F0E2326}"/>
                  </a:ext>
                </a:extLst>
              </p:cNvPr>
              <p:cNvSpPr/>
              <p:nvPr/>
            </p:nvSpPr>
            <p:spPr>
              <a:xfrm>
                <a:off x="9790745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86D6ACD-CDB8-E189-7062-BFFD7F0E23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048913"/>
                <a:ext cx="440958" cy="268835"/>
              </a:xfrm>
              <a:prstGeom prst="rect">
                <a:avLst/>
              </a:prstGeom>
              <a:blipFill>
                <a:blip r:embed="rId53"/>
                <a:stretch>
                  <a:fillRect l="-30556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E65C7585-08FC-6AA7-CD7E-ED3A50D3312C}"/>
                  </a:ext>
                </a:extLst>
              </p:cNvPr>
              <p:cNvSpPr/>
              <p:nvPr/>
            </p:nvSpPr>
            <p:spPr>
              <a:xfrm>
                <a:off x="10389834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E65C7585-08FC-6AA7-CD7E-ED3A50D331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048913"/>
                <a:ext cx="440958" cy="268835"/>
              </a:xfrm>
              <a:prstGeom prst="rect">
                <a:avLst/>
              </a:prstGeom>
              <a:blipFill>
                <a:blip r:embed="rId54"/>
                <a:stretch>
                  <a:fillRect l="-29730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6" name="TextBox 405">
            <a:extLst>
              <a:ext uri="{FF2B5EF4-FFF2-40B4-BE49-F238E27FC236}">
                <a16:creationId xmlns:a16="http://schemas.microsoft.com/office/drawing/2014/main" id="{CD91CEF2-E2D1-7093-F395-C0857C5E124B}"/>
              </a:ext>
            </a:extLst>
          </p:cNvPr>
          <p:cNvSpPr txBox="1"/>
          <p:nvPr/>
        </p:nvSpPr>
        <p:spPr>
          <a:xfrm>
            <a:off x="4703885" y="2949724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Attention weights will be the same but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permuted</a:t>
            </a:r>
            <a:r>
              <a:rPr kumimoji="1" lang="en-US" altLang="ko-KR" sz="1600" dirty="0">
                <a:solidFill>
                  <a:srgbClr val="C00000"/>
                </a:solidFill>
              </a:rPr>
              <a:t>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1E6964E-1F09-DD6C-92D9-B8B7B0B389D5}"/>
              </a:ext>
            </a:extLst>
          </p:cNvPr>
          <p:cNvGrpSpPr/>
          <p:nvPr/>
        </p:nvGrpSpPr>
        <p:grpSpPr>
          <a:xfrm>
            <a:off x="8425813" y="2048913"/>
            <a:ext cx="440958" cy="959696"/>
            <a:chOff x="8298472" y="2048913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9F16C03E-1FCB-5869-B578-B4C1A419F404}"/>
                    </a:ext>
                  </a:extLst>
                </p:cNvPr>
                <p:cNvSpPr/>
                <p:nvPr/>
              </p:nvSpPr>
              <p:spPr>
                <a:xfrm>
                  <a:off x="8298472" y="2739774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9F16C03E-1FCB-5869-B578-B4C1A419F4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739774"/>
                  <a:ext cx="440958" cy="268835"/>
                </a:xfrm>
                <a:prstGeom prst="rect">
                  <a:avLst/>
                </a:prstGeom>
                <a:blipFill>
                  <a:blip r:embed="rId55"/>
                  <a:stretch>
                    <a:fillRect l="-16216" t="-21739" b="-21739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2577763E-31CF-AA7B-649F-68C4B7831B28}"/>
                    </a:ext>
                  </a:extLst>
                </p:cNvPr>
                <p:cNvSpPr/>
                <p:nvPr/>
              </p:nvSpPr>
              <p:spPr>
                <a:xfrm>
                  <a:off x="8298472" y="2394344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2577763E-31CF-AA7B-649F-68C4B7831B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394344"/>
                  <a:ext cx="440958" cy="268835"/>
                </a:xfrm>
                <a:prstGeom prst="rect">
                  <a:avLst/>
                </a:prstGeom>
                <a:blipFill>
                  <a:blip r:embed="rId56"/>
                  <a:stretch>
                    <a:fillRect l="-16216" t="-21739" b="-21739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541B2CD9-E5A0-0BFF-CE45-303715E5F2E6}"/>
                    </a:ext>
                  </a:extLst>
                </p:cNvPr>
                <p:cNvSpPr/>
                <p:nvPr/>
              </p:nvSpPr>
              <p:spPr>
                <a:xfrm>
                  <a:off x="8298472" y="2048913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541B2CD9-E5A0-0BFF-CE45-303715E5F2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048913"/>
                  <a:ext cx="440958" cy="268835"/>
                </a:xfrm>
                <a:prstGeom prst="rect">
                  <a:avLst/>
                </a:prstGeom>
                <a:blipFill>
                  <a:blip r:embed="rId57"/>
                  <a:stretch>
                    <a:fillRect l="-16216" t="-17391" b="-26087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835C6B5D-23EA-A744-4443-92B4AC787E13}"/>
              </a:ext>
            </a:extLst>
          </p:cNvPr>
          <p:cNvSpPr txBox="1"/>
          <p:nvPr/>
        </p:nvSpPr>
        <p:spPr>
          <a:xfrm>
            <a:off x="4703885" y="3582236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Values will be the same but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permuted</a:t>
            </a:r>
            <a:r>
              <a:rPr kumimoji="1" lang="en-US" altLang="ko-KR" sz="1600" dirty="0">
                <a:solidFill>
                  <a:srgbClr val="C00000"/>
                </a:solidFill>
              </a:rPr>
              <a:t>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84A00B-B9D9-B37A-FD7B-5C1C9898D3D0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288621415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DCE1D-1775-8CD1-C9B0-410858B8A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655646-B051-7DEE-C6F5-233F4F17C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31024E-BF79-7FE3-7AD0-29B753CDDC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97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906D36-EC3E-FB8E-1AFC-674768A62AB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F7F687A-4EC9-13ED-0EBE-68B57E0C39CF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3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761D84-55E3-2C5C-C246-E6EA33E3F135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4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30A5DEEE-B44A-E74E-5311-174C6C458A01}"/>
              </a:ext>
            </a:extLst>
          </p:cNvPr>
          <p:cNvGrpSpPr/>
          <p:nvPr/>
        </p:nvGrpSpPr>
        <p:grpSpPr>
          <a:xfrm>
            <a:off x="9191655" y="5424321"/>
            <a:ext cx="1639137" cy="268835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F775540D-7F29-CD24-E6F0-28286809EABC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F775540D-7F29-CD24-E6F0-28286809EA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9730BD84-8272-D17F-B603-A88DC6D13A0C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9730BD84-8272-D17F-B603-A88DC6D13A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F0419228-657B-E92E-F9C0-D497DBA8C594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F0419228-657B-E92E-F9C0-D497DBA8C5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D7847D3-FAC0-1C80-5D12-BB4532F9A43F}"/>
              </a:ext>
            </a:extLst>
          </p:cNvPr>
          <p:cNvGrpSpPr/>
          <p:nvPr/>
        </p:nvGrpSpPr>
        <p:grpSpPr>
          <a:xfrm>
            <a:off x="9191655" y="4994680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3A6D6D26-AAE5-E4B3-9F15-9873BB4DCA9C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3A6D6D26-AAE5-E4B3-9F15-9873BB4DCA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8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86DB57BD-8133-E222-33D5-8F35316B0503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86DB57BD-8133-E222-33D5-8F35316B05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9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3BCC3E78-D314-CC81-D432-180808378CEA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3BCC3E78-D314-CC81-D432-180808378C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10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76F0D3-B07A-506D-D3EA-EF806AC6159C}"/>
              </a:ext>
            </a:extLst>
          </p:cNvPr>
          <p:cNvSpPr/>
          <p:nvPr/>
        </p:nvSpPr>
        <p:spPr>
          <a:xfrm>
            <a:off x="9097062" y="3712946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A6193659-4343-E0DD-93C9-6BD14145CEDB}"/>
                  </a:ext>
                </a:extLst>
              </p:cNvPr>
              <p:cNvSpPr/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A6193659-4343-E0DD-93C9-6BD14145CE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blipFill>
                <a:blip r:embed="rId11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C0ECFDB2-1767-AFC7-2F8A-420EA33148BE}"/>
                  </a:ext>
                </a:extLst>
              </p:cNvPr>
              <p:cNvSpPr/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C0ECFDB2-1767-AFC7-2F8A-420EA33148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blipFill>
                <a:blip r:embed="rId12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03982125-EA6D-2167-277C-55BBDFA89741}"/>
                  </a:ext>
                </a:extLst>
              </p:cNvPr>
              <p:cNvSpPr/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03982125-EA6D-2167-277C-55BBDFA897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blipFill>
                <a:blip r:embed="rId13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D9E615D4-EB5A-E435-4A5B-87BF94390270}"/>
                  </a:ext>
                </a:extLst>
              </p:cNvPr>
              <p:cNvSpPr/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D9E615D4-EB5A-E435-4A5B-87BF94390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blipFill>
                <a:blip r:embed="rId14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484F72F4-10EA-E26A-1959-F3504520C169}"/>
                  </a:ext>
                </a:extLst>
              </p:cNvPr>
              <p:cNvSpPr/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484F72F4-10EA-E26A-1959-F3504520C1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blipFill>
                <a:blip r:embed="rId15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CC53EDBA-70D4-33D3-2806-B2BB833861CB}"/>
                  </a:ext>
                </a:extLst>
              </p:cNvPr>
              <p:cNvSpPr/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CC53EDBA-70D4-33D3-2806-B2BB833861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blipFill>
                <a:blip r:embed="rId16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C198F53C-28C1-0404-C186-1D9F5F9D4571}"/>
                  </a:ext>
                </a:extLst>
              </p:cNvPr>
              <p:cNvSpPr/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C198F53C-28C1-0404-C186-1D9F5F9D45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blipFill>
                <a:blip r:embed="rId17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8E0BA66F-77CB-2C8B-08CA-46031F82FB37}"/>
                  </a:ext>
                </a:extLst>
              </p:cNvPr>
              <p:cNvSpPr/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8E0BA66F-77CB-2C8B-08CA-46031F82FB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blipFill>
                <a:blip r:embed="rId18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553E6168-C9B6-D7F1-3010-56D0FAEFD27D}"/>
                  </a:ext>
                </a:extLst>
              </p:cNvPr>
              <p:cNvSpPr/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553E6168-C9B6-D7F1-3010-56D0FAEFD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blipFill>
                <a:blip r:embed="rId19"/>
                <a:stretch>
                  <a:fillRect l="-27027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1E257B20-E244-227F-B151-C9DF376F0904}"/>
                  </a:ext>
                </a:extLst>
              </p:cNvPr>
              <p:cNvSpPr/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55866675-2F64-1AC7-DE3B-F4FBF33EDB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blipFill>
                <a:blip r:embed="rId20"/>
                <a:stretch>
                  <a:fillRect b="-1538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직사각형 26">
            <a:extLst>
              <a:ext uri="{FF2B5EF4-FFF2-40B4-BE49-F238E27FC236}">
                <a16:creationId xmlns:a16="http://schemas.microsoft.com/office/drawing/2014/main" id="{6DAC719D-0AF4-D1FA-C5A8-85212F03CC69}"/>
              </a:ext>
            </a:extLst>
          </p:cNvPr>
          <p:cNvSpPr/>
          <p:nvPr/>
        </p:nvSpPr>
        <p:spPr>
          <a:xfrm>
            <a:off x="9097062" y="1968298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BA9EC0E6-28D2-2761-40FA-C1EB743B19AB}"/>
                  </a:ext>
                </a:extLst>
              </p:cNvPr>
              <p:cNvSpPr/>
              <p:nvPr/>
            </p:nvSpPr>
            <p:spPr>
              <a:xfrm>
                <a:off x="9191655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BA9EC0E6-28D2-2761-40FA-C1EB743B1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739774"/>
                <a:ext cx="440958" cy="268835"/>
              </a:xfrm>
              <a:prstGeom prst="rect">
                <a:avLst/>
              </a:prstGeom>
              <a:blipFill>
                <a:blip r:embed="rId21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EACF1313-B7F7-9788-7075-D08721534E79}"/>
                  </a:ext>
                </a:extLst>
              </p:cNvPr>
              <p:cNvSpPr/>
              <p:nvPr/>
            </p:nvSpPr>
            <p:spPr>
              <a:xfrm>
                <a:off x="9790745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EACF1313-B7F7-9788-7075-D08721534E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739774"/>
                <a:ext cx="440958" cy="268835"/>
              </a:xfrm>
              <a:prstGeom prst="rect">
                <a:avLst/>
              </a:prstGeom>
              <a:blipFill>
                <a:blip r:embed="rId22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3902E0D-29DB-F873-9FD2-2DE923886562}"/>
                  </a:ext>
                </a:extLst>
              </p:cNvPr>
              <p:cNvSpPr/>
              <p:nvPr/>
            </p:nvSpPr>
            <p:spPr>
              <a:xfrm>
                <a:off x="10389834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3902E0D-29DB-F873-9FD2-2DE9238865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739774"/>
                <a:ext cx="440958" cy="268835"/>
              </a:xfrm>
              <a:prstGeom prst="rect">
                <a:avLst/>
              </a:prstGeom>
              <a:blipFill>
                <a:blip r:embed="rId23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950EE735-043A-93CE-E9A9-682BDE6E7431}"/>
                  </a:ext>
                </a:extLst>
              </p:cNvPr>
              <p:cNvSpPr/>
              <p:nvPr/>
            </p:nvSpPr>
            <p:spPr>
              <a:xfrm>
                <a:off x="9191655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950EE735-043A-93CE-E9A9-682BDE6E74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394344"/>
                <a:ext cx="440958" cy="268835"/>
              </a:xfrm>
              <a:prstGeom prst="rect">
                <a:avLst/>
              </a:prstGeom>
              <a:blipFill>
                <a:blip r:embed="rId24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CECA64DF-D7F5-8C09-F301-07AD6794700C}"/>
                  </a:ext>
                </a:extLst>
              </p:cNvPr>
              <p:cNvSpPr/>
              <p:nvPr/>
            </p:nvSpPr>
            <p:spPr>
              <a:xfrm>
                <a:off x="9790745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CECA64DF-D7F5-8C09-F301-07AD679470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394344"/>
                <a:ext cx="440958" cy="268835"/>
              </a:xfrm>
              <a:prstGeom prst="rect">
                <a:avLst/>
              </a:prstGeom>
              <a:blipFill>
                <a:blip r:embed="rId25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436950FC-D111-1AC4-4AC6-19019CCECAB1}"/>
                  </a:ext>
                </a:extLst>
              </p:cNvPr>
              <p:cNvSpPr/>
              <p:nvPr/>
            </p:nvSpPr>
            <p:spPr>
              <a:xfrm>
                <a:off x="10389834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436950FC-D111-1AC4-4AC6-19019CCECA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394344"/>
                <a:ext cx="440958" cy="268835"/>
              </a:xfrm>
              <a:prstGeom prst="rect">
                <a:avLst/>
              </a:prstGeom>
              <a:blipFill>
                <a:blip r:embed="rId26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F4765C53-4D8A-364D-50BB-B937CD9B9961}"/>
                  </a:ext>
                </a:extLst>
              </p:cNvPr>
              <p:cNvSpPr/>
              <p:nvPr/>
            </p:nvSpPr>
            <p:spPr>
              <a:xfrm>
                <a:off x="9191655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F4765C53-4D8A-364D-50BB-B937CD9B99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048913"/>
                <a:ext cx="440958" cy="268835"/>
              </a:xfrm>
              <a:prstGeom prst="rect">
                <a:avLst/>
              </a:prstGeom>
              <a:blipFill>
                <a:blip r:embed="rId27"/>
                <a:stretch>
                  <a:fillRect l="-30556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83571FB7-6450-CF06-0D13-80900F60BCC6}"/>
                  </a:ext>
                </a:extLst>
              </p:cNvPr>
              <p:cNvSpPr/>
              <p:nvPr/>
            </p:nvSpPr>
            <p:spPr>
              <a:xfrm>
                <a:off x="9790745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83571FB7-6450-CF06-0D13-80900F60BC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048913"/>
                <a:ext cx="440958" cy="268835"/>
              </a:xfrm>
              <a:prstGeom prst="rect">
                <a:avLst/>
              </a:prstGeom>
              <a:blipFill>
                <a:blip r:embed="rId28"/>
                <a:stretch>
                  <a:fillRect l="-30556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BED0B799-862C-C5E5-7B4F-4D9DCE21B19C}"/>
                  </a:ext>
                </a:extLst>
              </p:cNvPr>
              <p:cNvSpPr/>
              <p:nvPr/>
            </p:nvSpPr>
            <p:spPr>
              <a:xfrm>
                <a:off x="10389834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BED0B799-862C-C5E5-7B4F-4D9DCE21B1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048913"/>
                <a:ext cx="440958" cy="268835"/>
              </a:xfrm>
              <a:prstGeom prst="rect">
                <a:avLst/>
              </a:prstGeom>
              <a:blipFill>
                <a:blip r:embed="rId29"/>
                <a:stretch>
                  <a:fillRect l="-29730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0CB05ED4-E9F5-8819-36D1-3606FEC0BC2A}"/>
                  </a:ext>
                </a:extLst>
              </p:cNvPr>
              <p:cNvSpPr/>
              <p:nvPr/>
            </p:nvSpPr>
            <p:spPr>
              <a:xfrm>
                <a:off x="9097062" y="1505384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sz="16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950A4DCB-DC4A-C712-EE75-0F5B858181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1505384"/>
                <a:ext cx="1828322" cy="302106"/>
              </a:xfrm>
              <a:prstGeom prst="rect">
                <a:avLst/>
              </a:prstGeom>
              <a:blipFill>
                <a:blip r:embed="rId30"/>
                <a:stretch>
                  <a:fillRect t="-15385" b="-2307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그룹 37">
            <a:extLst>
              <a:ext uri="{FF2B5EF4-FFF2-40B4-BE49-F238E27FC236}">
                <a16:creationId xmlns:a16="http://schemas.microsoft.com/office/drawing/2014/main" id="{DAEED704-48D0-0A5E-503A-FB02E0AB5819}"/>
              </a:ext>
            </a:extLst>
          </p:cNvPr>
          <p:cNvGrpSpPr/>
          <p:nvPr/>
        </p:nvGrpSpPr>
        <p:grpSpPr>
          <a:xfrm>
            <a:off x="9191655" y="1075741"/>
            <a:ext cx="1639137" cy="268835"/>
            <a:chOff x="8198547" y="5378798"/>
            <a:chExt cx="1639137" cy="312877"/>
          </a:xfrm>
          <a:solidFill>
            <a:srgbClr val="FFF3CC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0159E6BB-DCE0-EC88-1940-410CEFE31637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0159E6BB-DCE0-EC88-1940-410CEFE316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31"/>
                  <a:stretch>
                    <a:fillRect l="-19444" t="-17391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D08145CC-4EBB-DAE7-3F12-4BA12E4955E4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D08145CC-4EBB-DAE7-3F12-4BA12E4955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32"/>
                  <a:stretch>
                    <a:fillRect l="-16667" t="-17391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5099128F-319D-5EC7-94ED-56D2CD72E730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5099128F-319D-5EC7-94ED-56D2CD72E7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33"/>
                  <a:stretch>
                    <a:fillRect l="-16216" t="-17391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44847C5A-32A5-B003-268A-3C3408F633E7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flipV="1">
            <a:off x="941213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1102B0B-DE73-0823-50F0-573F6164802C}"/>
              </a:ext>
            </a:extLst>
          </p:cNvPr>
          <p:cNvCxnSpPr>
            <a:cxnSpLocks/>
            <a:stCxn id="8" idx="0"/>
            <a:endCxn id="12" idx="2"/>
          </p:cNvCxnSpPr>
          <p:nvPr/>
        </p:nvCxnSpPr>
        <p:spPr>
          <a:xfrm flipV="1">
            <a:off x="1001122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A0D79ADA-C739-CE69-E8E7-54608A0958F9}"/>
              </a:ext>
            </a:extLst>
          </p:cNvPr>
          <p:cNvCxnSpPr>
            <a:cxnSpLocks/>
            <a:stCxn id="9" idx="0"/>
            <a:endCxn id="13" idx="2"/>
          </p:cNvCxnSpPr>
          <p:nvPr/>
        </p:nvCxnSpPr>
        <p:spPr>
          <a:xfrm flipV="1">
            <a:off x="10610313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16E2C3B3-3096-1550-6D8F-57D88654C0ED}"/>
              </a:ext>
            </a:extLst>
          </p:cNvPr>
          <p:cNvCxnSpPr>
            <a:cxnSpLocks/>
          </p:cNvCxnSpPr>
          <p:nvPr/>
        </p:nvCxnSpPr>
        <p:spPr>
          <a:xfrm flipV="1">
            <a:off x="941213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4C412607-F3E4-8C24-F524-08B3F5AFEC55}"/>
              </a:ext>
            </a:extLst>
          </p:cNvPr>
          <p:cNvCxnSpPr>
            <a:cxnSpLocks/>
          </p:cNvCxnSpPr>
          <p:nvPr/>
        </p:nvCxnSpPr>
        <p:spPr>
          <a:xfrm flipV="1">
            <a:off x="1001122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3C3B5C93-33F0-48D1-E2B0-ABBCB7152AD7}"/>
              </a:ext>
            </a:extLst>
          </p:cNvPr>
          <p:cNvCxnSpPr>
            <a:cxnSpLocks/>
          </p:cNvCxnSpPr>
          <p:nvPr/>
        </p:nvCxnSpPr>
        <p:spPr>
          <a:xfrm flipV="1">
            <a:off x="10610313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813E34B6-8A96-8F6D-E844-8C3773D68CDE}"/>
              </a:ext>
            </a:extLst>
          </p:cNvPr>
          <p:cNvCxnSpPr>
            <a:cxnSpLocks/>
            <a:stCxn id="26" idx="0"/>
            <a:endCxn id="27" idx="2"/>
          </p:cNvCxnSpPr>
          <p:nvPr/>
        </p:nvCxnSpPr>
        <p:spPr>
          <a:xfrm flipV="1">
            <a:off x="10011223" y="3089224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3F82A70-F94A-CBDF-6D87-BA2C92DA2DB1}"/>
              </a:ext>
            </a:extLst>
          </p:cNvPr>
          <p:cNvCxnSpPr>
            <a:cxnSpLocks/>
            <a:stCxn id="14" idx="0"/>
            <a:endCxn id="26" idx="2"/>
          </p:cNvCxnSpPr>
          <p:nvPr/>
        </p:nvCxnSpPr>
        <p:spPr>
          <a:xfrm flipV="1">
            <a:off x="10011223" y="3552138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4180E4B5-7961-C447-9FAA-735F4D240595}"/>
              </a:ext>
            </a:extLst>
          </p:cNvPr>
          <p:cNvCxnSpPr>
            <a:cxnSpLocks/>
          </p:cNvCxnSpPr>
          <p:nvPr/>
        </p:nvCxnSpPr>
        <p:spPr>
          <a:xfrm flipV="1">
            <a:off x="9412134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1D0E9FF8-42C7-A617-881D-BF627C76FAA6}"/>
              </a:ext>
            </a:extLst>
          </p:cNvPr>
          <p:cNvCxnSpPr>
            <a:cxnSpLocks/>
          </p:cNvCxnSpPr>
          <p:nvPr/>
        </p:nvCxnSpPr>
        <p:spPr>
          <a:xfrm flipV="1">
            <a:off x="10011224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2E0349A6-9110-1832-5A43-F1AC768915EE}"/>
              </a:ext>
            </a:extLst>
          </p:cNvPr>
          <p:cNvCxnSpPr>
            <a:cxnSpLocks/>
          </p:cNvCxnSpPr>
          <p:nvPr/>
        </p:nvCxnSpPr>
        <p:spPr>
          <a:xfrm flipV="1">
            <a:off x="10610313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60963FA9-7A83-29A9-6935-E4EAD6035D62}"/>
              </a:ext>
            </a:extLst>
          </p:cNvPr>
          <p:cNvCxnSpPr>
            <a:cxnSpLocks/>
            <a:stCxn id="27" idx="0"/>
            <a:endCxn id="37" idx="2"/>
          </p:cNvCxnSpPr>
          <p:nvPr/>
        </p:nvCxnSpPr>
        <p:spPr>
          <a:xfrm flipV="1">
            <a:off x="10011223" y="1807490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49E07B4E-06F1-0E28-920E-01B8322A08A9}"/>
              </a:ext>
            </a:extLst>
          </p:cNvPr>
          <p:cNvGrpSpPr/>
          <p:nvPr/>
        </p:nvGrpSpPr>
        <p:grpSpPr>
          <a:xfrm>
            <a:off x="8425813" y="3793561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직사각형 54">
                  <a:extLst>
                    <a:ext uri="{FF2B5EF4-FFF2-40B4-BE49-F238E27FC236}">
                      <a16:creationId xmlns:a16="http://schemas.microsoft.com/office/drawing/2014/main" id="{011653A0-000A-802D-6144-5D86800E5AF7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직사각형 54">
                  <a:extLst>
                    <a:ext uri="{FF2B5EF4-FFF2-40B4-BE49-F238E27FC236}">
                      <a16:creationId xmlns:a16="http://schemas.microsoft.com/office/drawing/2014/main" id="{011653A0-000A-802D-6144-5D86800E5A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34"/>
                  <a:stretch>
                    <a:fillRect l="-18919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EC889DD3-9A36-CFD2-5701-A8742B2C88F8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EC889DD3-9A36-CFD2-5701-A8742B2C88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35"/>
                  <a:stretch>
                    <a:fillRect l="-18919" t="-4348" b="-43478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5B4B3D20-DDC6-C536-8534-FA50662DB3E6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5B4B3D20-DDC6-C536-8534-FA50662DB3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36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48717F0D-DBDC-A2B3-DA17-BCCBC5E5EEF0}"/>
              </a:ext>
            </a:extLst>
          </p:cNvPr>
          <p:cNvGrpSpPr/>
          <p:nvPr/>
        </p:nvGrpSpPr>
        <p:grpSpPr>
          <a:xfrm>
            <a:off x="8425813" y="2048913"/>
            <a:ext cx="440958" cy="959696"/>
            <a:chOff x="8298472" y="2048913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FBCD5B10-8B8A-E5C6-9254-FE4A4C1DFBF1}"/>
                    </a:ext>
                  </a:extLst>
                </p:cNvPr>
                <p:cNvSpPr/>
                <p:nvPr/>
              </p:nvSpPr>
              <p:spPr>
                <a:xfrm>
                  <a:off x="8298472" y="2739774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FBCD5B10-8B8A-E5C6-9254-FE4A4C1DFB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739774"/>
                  <a:ext cx="440958" cy="268835"/>
                </a:xfrm>
                <a:prstGeom prst="rect">
                  <a:avLst/>
                </a:prstGeom>
                <a:blipFill>
                  <a:blip r:embed="rId37"/>
                  <a:stretch>
                    <a:fillRect l="-16216" t="-21739" b="-21739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3E680F8E-1C94-902E-9EFF-B10B41A18F6D}"/>
                    </a:ext>
                  </a:extLst>
                </p:cNvPr>
                <p:cNvSpPr/>
                <p:nvPr/>
              </p:nvSpPr>
              <p:spPr>
                <a:xfrm>
                  <a:off x="8298472" y="2394344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3E680F8E-1C94-902E-9EFF-B10B41A18F6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394344"/>
                  <a:ext cx="440958" cy="268835"/>
                </a:xfrm>
                <a:prstGeom prst="rect">
                  <a:avLst/>
                </a:prstGeom>
                <a:blipFill>
                  <a:blip r:embed="rId38"/>
                  <a:stretch>
                    <a:fillRect l="-16216" t="-21739" b="-21739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2950DF66-4A22-019D-4B3D-ECC3C7EC156A}"/>
                    </a:ext>
                  </a:extLst>
                </p:cNvPr>
                <p:cNvSpPr/>
                <p:nvPr/>
              </p:nvSpPr>
              <p:spPr>
                <a:xfrm>
                  <a:off x="8298472" y="2048913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2950DF66-4A22-019D-4B3D-ECC3C7EC15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048913"/>
                  <a:ext cx="440958" cy="268835"/>
                </a:xfrm>
                <a:prstGeom prst="rect">
                  <a:avLst/>
                </a:prstGeom>
                <a:blipFill>
                  <a:blip r:embed="rId39"/>
                  <a:stretch>
                    <a:fillRect l="-16216" t="-17391" b="-26087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3E7D594C-44C9-420B-BAA5-567F038E61E6}"/>
              </a:ext>
            </a:extLst>
          </p:cNvPr>
          <p:cNvGrpSpPr/>
          <p:nvPr/>
        </p:nvGrpSpPr>
        <p:grpSpPr>
          <a:xfrm>
            <a:off x="8420045" y="3933309"/>
            <a:ext cx="2057158" cy="1765178"/>
            <a:chOff x="8553155" y="3927979"/>
            <a:chExt cx="2057158" cy="1765178"/>
          </a:xfrm>
        </p:grpSpPr>
        <p:cxnSp>
          <p:nvCxnSpPr>
            <p:cNvPr id="63" name="꺾인 연결선[E] 62">
              <a:extLst>
                <a:ext uri="{FF2B5EF4-FFF2-40B4-BE49-F238E27FC236}">
                  <a16:creationId xmlns:a16="http://schemas.microsoft.com/office/drawing/2014/main" id="{2F031938-674F-BDB4-2CA4-AE62A8B622B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445487" y="4726509"/>
              <a:ext cx="1074316" cy="858979"/>
            </a:xfrm>
            <a:prstGeom prst="bentConnector4">
              <a:avLst>
                <a:gd name="adj1" fmla="val -21279"/>
                <a:gd name="adj2" fmla="val 126613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꺾인 연결선[E] 383">
              <a:extLst>
                <a:ext uri="{FF2B5EF4-FFF2-40B4-BE49-F238E27FC236}">
                  <a16:creationId xmlns:a16="http://schemas.microsoft.com/office/drawing/2014/main" id="{07130032-508D-2BE0-89A8-DA7BA5D181C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572317" y="4254249"/>
              <a:ext cx="1419746" cy="1458069"/>
            </a:xfrm>
            <a:prstGeom prst="bentConnector4">
              <a:avLst>
                <a:gd name="adj1" fmla="val -19988"/>
                <a:gd name="adj2" fmla="val 119462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꺾인 연결선[E] 384">
              <a:extLst>
                <a:ext uri="{FF2B5EF4-FFF2-40B4-BE49-F238E27FC236}">
                  <a16:creationId xmlns:a16="http://schemas.microsoft.com/office/drawing/2014/main" id="{8BCA9F18-14E3-AE17-4ED9-467FF484BAF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699145" y="3781989"/>
              <a:ext cx="1765177" cy="2057158"/>
            </a:xfrm>
            <a:prstGeom prst="bentConnector4">
              <a:avLst>
                <a:gd name="adj1" fmla="val -18757"/>
                <a:gd name="adj2" fmla="val 116476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6" name="그룹 385">
            <a:extLst>
              <a:ext uri="{FF2B5EF4-FFF2-40B4-BE49-F238E27FC236}">
                <a16:creationId xmlns:a16="http://schemas.microsoft.com/office/drawing/2014/main" id="{4F46DC09-6453-B8CA-5B6F-008F3C279D32}"/>
              </a:ext>
            </a:extLst>
          </p:cNvPr>
          <p:cNvGrpSpPr/>
          <p:nvPr/>
        </p:nvGrpSpPr>
        <p:grpSpPr>
          <a:xfrm>
            <a:off x="8420044" y="2183332"/>
            <a:ext cx="2311841" cy="3509825"/>
            <a:chOff x="8298472" y="2183332"/>
            <a:chExt cx="2311841" cy="3509825"/>
          </a:xfrm>
        </p:grpSpPr>
        <p:cxnSp>
          <p:nvCxnSpPr>
            <p:cNvPr id="387" name="꺾인 연결선[E] 386">
              <a:extLst>
                <a:ext uri="{FF2B5EF4-FFF2-40B4-BE49-F238E27FC236}">
                  <a16:creationId xmlns:a16="http://schemas.microsoft.com/office/drawing/2014/main" id="{C3300D07-AA03-AA76-FF47-57EF1A3F540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699480" y="2782324"/>
              <a:ext cx="3509825" cy="2311841"/>
            </a:xfrm>
            <a:prstGeom prst="bentConnector4">
              <a:avLst>
                <a:gd name="adj1" fmla="val -17069"/>
                <a:gd name="adj2" fmla="val 127960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꺾인 연결선[E] 387">
              <a:extLst>
                <a:ext uri="{FF2B5EF4-FFF2-40B4-BE49-F238E27FC236}">
                  <a16:creationId xmlns:a16="http://schemas.microsoft.com/office/drawing/2014/main" id="{973422C7-2E44-3051-98D7-69BA704548F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572651" y="3254583"/>
              <a:ext cx="3164394" cy="1712752"/>
            </a:xfrm>
            <a:prstGeom prst="bentConnector4">
              <a:avLst>
                <a:gd name="adj1" fmla="val -16939"/>
                <a:gd name="adj2" fmla="val 134058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꺾인 연결선[E] 388">
              <a:extLst>
                <a:ext uri="{FF2B5EF4-FFF2-40B4-BE49-F238E27FC236}">
                  <a16:creationId xmlns:a16="http://schemas.microsoft.com/office/drawing/2014/main" id="{BFAB4B17-7845-319C-6C6B-72E2675B5B2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445821" y="3726843"/>
              <a:ext cx="2818964" cy="1113662"/>
            </a:xfrm>
            <a:prstGeom prst="bentConnector4">
              <a:avLst>
                <a:gd name="adj1" fmla="val -17057"/>
                <a:gd name="adj2" fmla="val 146716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0" name="그룹 389">
            <a:extLst>
              <a:ext uri="{FF2B5EF4-FFF2-40B4-BE49-F238E27FC236}">
                <a16:creationId xmlns:a16="http://schemas.microsoft.com/office/drawing/2014/main" id="{E742C44F-7E0D-2021-48AC-573C8DF9C667}"/>
              </a:ext>
            </a:extLst>
          </p:cNvPr>
          <p:cNvGrpSpPr/>
          <p:nvPr/>
        </p:nvGrpSpPr>
        <p:grpSpPr>
          <a:xfrm>
            <a:off x="8866770" y="2183331"/>
            <a:ext cx="225977" cy="2435509"/>
            <a:chOff x="8866771" y="2183331"/>
            <a:chExt cx="324884" cy="2435509"/>
          </a:xfrm>
        </p:grpSpPr>
        <p:cxnSp>
          <p:nvCxnSpPr>
            <p:cNvPr id="391" name="직선 화살표 연결선 390">
              <a:extLst>
                <a:ext uri="{FF2B5EF4-FFF2-40B4-BE49-F238E27FC236}">
                  <a16:creationId xmlns:a16="http://schemas.microsoft.com/office/drawing/2014/main" id="{067EF555-500A-B161-C590-9ACA23C3135C}"/>
                </a:ext>
              </a:extLst>
            </p:cNvPr>
            <p:cNvCxnSpPr>
              <a:cxnSpLocks/>
              <a:stCxn id="55" idx="3"/>
              <a:endCxn id="15" idx="1"/>
            </p:cNvCxnSpPr>
            <p:nvPr/>
          </p:nvCxnSpPr>
          <p:spPr>
            <a:xfrm>
              <a:off x="8866771" y="461884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직선 화살표 연결선 391">
              <a:extLst>
                <a:ext uri="{FF2B5EF4-FFF2-40B4-BE49-F238E27FC236}">
                  <a16:creationId xmlns:a16="http://schemas.microsoft.com/office/drawing/2014/main" id="{6B1D9790-0128-9932-0528-D348146FAB4E}"/>
                </a:ext>
              </a:extLst>
            </p:cNvPr>
            <p:cNvCxnSpPr>
              <a:cxnSpLocks/>
              <a:stCxn id="56" idx="3"/>
              <a:endCxn id="20" idx="1"/>
            </p:cNvCxnSpPr>
            <p:nvPr/>
          </p:nvCxnSpPr>
          <p:spPr>
            <a:xfrm>
              <a:off x="8866771" y="427341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직선 화살표 연결선 392">
              <a:extLst>
                <a:ext uri="{FF2B5EF4-FFF2-40B4-BE49-F238E27FC236}">
                  <a16:creationId xmlns:a16="http://schemas.microsoft.com/office/drawing/2014/main" id="{4B633EE1-764A-FA74-043C-4DC8334E8E93}"/>
                </a:ext>
              </a:extLst>
            </p:cNvPr>
            <p:cNvCxnSpPr>
              <a:cxnSpLocks/>
              <a:stCxn id="57" idx="3"/>
              <a:endCxn id="23" idx="1"/>
            </p:cNvCxnSpPr>
            <p:nvPr/>
          </p:nvCxnSpPr>
          <p:spPr>
            <a:xfrm>
              <a:off x="8866771" y="3927979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직선 화살표 연결선 393">
              <a:extLst>
                <a:ext uri="{FF2B5EF4-FFF2-40B4-BE49-F238E27FC236}">
                  <a16:creationId xmlns:a16="http://schemas.microsoft.com/office/drawing/2014/main" id="{F814D7E6-BABF-2A06-9667-B2A2103F7C97}"/>
                </a:ext>
              </a:extLst>
            </p:cNvPr>
            <p:cNvCxnSpPr>
              <a:cxnSpLocks/>
              <a:stCxn id="60" idx="3"/>
              <a:endCxn id="31" idx="1"/>
            </p:cNvCxnSpPr>
            <p:nvPr/>
          </p:nvCxnSpPr>
          <p:spPr>
            <a:xfrm>
              <a:off x="8866771" y="252876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직선 화살표 연결선 394">
              <a:extLst>
                <a:ext uri="{FF2B5EF4-FFF2-40B4-BE49-F238E27FC236}">
                  <a16:creationId xmlns:a16="http://schemas.microsoft.com/office/drawing/2014/main" id="{B1461044-A8B6-D833-1F83-43C11696DE22}"/>
                </a:ext>
              </a:extLst>
            </p:cNvPr>
            <p:cNvCxnSpPr>
              <a:cxnSpLocks/>
              <a:stCxn id="61" idx="3"/>
              <a:endCxn id="34" idx="1"/>
            </p:cNvCxnSpPr>
            <p:nvPr/>
          </p:nvCxnSpPr>
          <p:spPr>
            <a:xfrm>
              <a:off x="8866771" y="2183331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직선 화살표 연결선 395">
              <a:extLst>
                <a:ext uri="{FF2B5EF4-FFF2-40B4-BE49-F238E27FC236}">
                  <a16:creationId xmlns:a16="http://schemas.microsoft.com/office/drawing/2014/main" id="{24422257-F662-FB60-202C-330EB75E1442}"/>
                </a:ext>
              </a:extLst>
            </p:cNvPr>
            <p:cNvCxnSpPr>
              <a:cxnSpLocks/>
              <a:stCxn id="59" idx="3"/>
              <a:endCxn id="28" idx="1"/>
            </p:cNvCxnSpPr>
            <p:nvPr/>
          </p:nvCxnSpPr>
          <p:spPr>
            <a:xfrm>
              <a:off x="8866771" y="287419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6497C8E-1CCC-F3AA-C1D0-740476ECC42C}"/>
              </a:ext>
            </a:extLst>
          </p:cNvPr>
          <p:cNvSpPr txBox="1"/>
          <p:nvPr/>
        </p:nvSpPr>
        <p:spPr>
          <a:xfrm>
            <a:off x="4703885" y="1052188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Consider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permuting</a:t>
            </a:r>
            <a:r>
              <a:rPr kumimoji="1" lang="en-US" altLang="ko-KR" sz="1600" dirty="0">
                <a:solidFill>
                  <a:srgbClr val="C00000"/>
                </a:solidFill>
              </a:rPr>
              <a:t> the input vectors.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69EBB27C-1C52-F408-3405-33ACB5652175}"/>
              </a:ext>
            </a:extLst>
          </p:cNvPr>
          <p:cNvSpPr txBox="1"/>
          <p:nvPr/>
        </p:nvSpPr>
        <p:spPr>
          <a:xfrm>
            <a:off x="4703885" y="1684700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Queries and keys will be the same but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permuted</a:t>
            </a:r>
            <a:r>
              <a:rPr kumimoji="1" lang="en-US" altLang="ko-KR" sz="1600" dirty="0">
                <a:solidFill>
                  <a:srgbClr val="C00000"/>
                </a:solidFill>
              </a:rPr>
              <a:t>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40C2357F-6DDE-4246-8FE9-4DADBF3A917A}"/>
              </a:ext>
            </a:extLst>
          </p:cNvPr>
          <p:cNvSpPr txBox="1"/>
          <p:nvPr/>
        </p:nvSpPr>
        <p:spPr>
          <a:xfrm>
            <a:off x="4703885" y="2317212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Similarities will be the same but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permuted</a:t>
            </a:r>
            <a:r>
              <a:rPr kumimoji="1" lang="en-US" altLang="ko-KR" sz="1600" dirty="0">
                <a:solidFill>
                  <a:srgbClr val="C00000"/>
                </a:solidFill>
              </a:rPr>
              <a:t>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C0488966-43AE-7A33-4445-9C320D712EC3}"/>
              </a:ext>
            </a:extLst>
          </p:cNvPr>
          <p:cNvSpPr txBox="1"/>
          <p:nvPr/>
        </p:nvSpPr>
        <p:spPr>
          <a:xfrm>
            <a:off x="4703885" y="2949724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Attention weights will be the same but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permuted</a:t>
            </a:r>
            <a:r>
              <a:rPr kumimoji="1" lang="en-US" altLang="ko-KR" sz="1600" dirty="0">
                <a:solidFill>
                  <a:srgbClr val="C00000"/>
                </a:solidFill>
              </a:rPr>
              <a:t>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3617315F-9A40-4902-06D9-96B6F6AE1229}"/>
              </a:ext>
            </a:extLst>
          </p:cNvPr>
          <p:cNvSpPr txBox="1"/>
          <p:nvPr/>
        </p:nvSpPr>
        <p:spPr>
          <a:xfrm>
            <a:off x="4703885" y="3582236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Values will be the same but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permuted</a:t>
            </a:r>
            <a:r>
              <a:rPr kumimoji="1" lang="en-US" altLang="ko-KR" sz="1600" dirty="0">
                <a:solidFill>
                  <a:srgbClr val="C00000"/>
                </a:solidFill>
              </a:rPr>
              <a:t>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81B6221A-0553-66F2-BA83-25AFE47ADBE7}"/>
              </a:ext>
            </a:extLst>
          </p:cNvPr>
          <p:cNvSpPr txBox="1"/>
          <p:nvPr/>
        </p:nvSpPr>
        <p:spPr>
          <a:xfrm>
            <a:off x="4703885" y="4214747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Outputs will be the same but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permuted</a:t>
            </a:r>
            <a:r>
              <a:rPr kumimoji="1" lang="en-US" altLang="ko-KR" sz="1600" dirty="0">
                <a:solidFill>
                  <a:srgbClr val="C00000"/>
                </a:solidFill>
              </a:rPr>
              <a:t>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402" name="직사각형 401">
            <a:extLst>
              <a:ext uri="{FF2B5EF4-FFF2-40B4-BE49-F238E27FC236}">
                <a16:creationId xmlns:a16="http://schemas.microsoft.com/office/drawing/2014/main" id="{A4C35EE0-F709-B204-85C0-08798BA4BF4C}"/>
              </a:ext>
            </a:extLst>
          </p:cNvPr>
          <p:cNvSpPr/>
          <p:nvPr/>
        </p:nvSpPr>
        <p:spPr>
          <a:xfrm>
            <a:off x="9092746" y="1003671"/>
            <a:ext cx="1832637" cy="4279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5043A341-0D84-1868-156B-512C8A62FD67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240629894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56EEB-4A2F-2D73-43EE-CEC2127C2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74835-6A38-B2C8-BF0F-F181A4A01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2AB965-D865-A091-6DA8-9AB69D3D58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98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48E1D6-67CD-1C61-9DA4-72B5BBECAD9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C131F7-DEA0-16A7-0E2A-D31E62BD9F61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3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EF5A98D-11CA-1733-63DA-0C72034D306E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4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84DB3E8E-5505-7A20-E5E5-CA63BA0DB7E6}"/>
              </a:ext>
            </a:extLst>
          </p:cNvPr>
          <p:cNvGrpSpPr/>
          <p:nvPr/>
        </p:nvGrpSpPr>
        <p:grpSpPr>
          <a:xfrm>
            <a:off x="9191655" y="5424321"/>
            <a:ext cx="1639137" cy="268835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28FAF89E-BA19-269D-B49A-84576E9C9AAE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28FAF89E-BA19-269D-B49A-84576E9C9A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F163A3FB-6419-E378-512C-80E731DDF29F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F163A3FB-6419-E378-512C-80E731DDF2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C74155E9-B0D1-5889-D2F2-1AAB3759A869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C74155E9-B0D1-5889-D2F2-1AAB3759A8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C8279A4-B3C1-34F7-48BA-DB51BD2D8E8A}"/>
              </a:ext>
            </a:extLst>
          </p:cNvPr>
          <p:cNvGrpSpPr/>
          <p:nvPr/>
        </p:nvGrpSpPr>
        <p:grpSpPr>
          <a:xfrm>
            <a:off x="9191655" y="4994680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EDB4172D-D8FB-B620-3767-815E0044FF26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EDB4172D-D8FB-B620-3767-815E0044FF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8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5424A54E-980A-1743-63D8-147915F83459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5424A54E-980A-1743-63D8-147915F8345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9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3B86FFD8-6781-07CC-18AC-13D1910DF793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3B86FFD8-6781-07CC-18AC-13D1910DF7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10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15A7B48-BA9D-64F9-3CCE-E3DC0FDF4A4A}"/>
              </a:ext>
            </a:extLst>
          </p:cNvPr>
          <p:cNvSpPr/>
          <p:nvPr/>
        </p:nvSpPr>
        <p:spPr>
          <a:xfrm>
            <a:off x="9097062" y="3712946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71175804-8325-D055-EFD2-7410666015B6}"/>
                  </a:ext>
                </a:extLst>
              </p:cNvPr>
              <p:cNvSpPr/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71175804-8325-D055-EFD2-7410666015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blipFill>
                <a:blip r:embed="rId11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7FFD63BC-61F8-C1EC-1708-82257A8B0188}"/>
                  </a:ext>
                </a:extLst>
              </p:cNvPr>
              <p:cNvSpPr/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7FFD63BC-61F8-C1EC-1708-82257A8B01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blipFill>
                <a:blip r:embed="rId12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FAE5BCA-CCD9-EA87-5DD7-CB92AA533ADB}"/>
                  </a:ext>
                </a:extLst>
              </p:cNvPr>
              <p:cNvSpPr/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FAE5BCA-CCD9-EA87-5DD7-CB92AA533A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blipFill>
                <a:blip r:embed="rId13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CF1D1427-1F4B-A392-B031-445522D4263D}"/>
                  </a:ext>
                </a:extLst>
              </p:cNvPr>
              <p:cNvSpPr/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CF1D1427-1F4B-A392-B031-445522D426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blipFill>
                <a:blip r:embed="rId14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661DF8C3-5227-E7B8-E6C5-18EC23CBBBA1}"/>
                  </a:ext>
                </a:extLst>
              </p:cNvPr>
              <p:cNvSpPr/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661DF8C3-5227-E7B8-E6C5-18EC23CBBB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blipFill>
                <a:blip r:embed="rId15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CAB2EF8B-F63C-DB9A-42C4-00D5BF66FCE2}"/>
                  </a:ext>
                </a:extLst>
              </p:cNvPr>
              <p:cNvSpPr/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CAB2EF8B-F63C-DB9A-42C4-00D5BF66FC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blipFill>
                <a:blip r:embed="rId16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99D26286-350E-585C-FFED-7BC84A69EBF2}"/>
                  </a:ext>
                </a:extLst>
              </p:cNvPr>
              <p:cNvSpPr/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99D26286-350E-585C-FFED-7BC84A69EB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blipFill>
                <a:blip r:embed="rId17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B81F58A1-0B01-919A-49B4-FA7EDA47C8F1}"/>
                  </a:ext>
                </a:extLst>
              </p:cNvPr>
              <p:cNvSpPr/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B81F58A1-0B01-919A-49B4-FA7EDA47C8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blipFill>
                <a:blip r:embed="rId18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9851C02B-3B41-8A75-CA1B-38AF6FCA163C}"/>
                  </a:ext>
                </a:extLst>
              </p:cNvPr>
              <p:cNvSpPr/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9851C02B-3B41-8A75-CA1B-38AF6FCA16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blipFill>
                <a:blip r:embed="rId19"/>
                <a:stretch>
                  <a:fillRect l="-27027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FD891368-EABB-4565-75F7-8A6557F732CD}"/>
                  </a:ext>
                </a:extLst>
              </p:cNvPr>
              <p:cNvSpPr/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55866675-2F64-1AC7-DE3B-F4FBF33EDB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blipFill>
                <a:blip r:embed="rId20"/>
                <a:stretch>
                  <a:fillRect b="-1538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직사각형 26">
            <a:extLst>
              <a:ext uri="{FF2B5EF4-FFF2-40B4-BE49-F238E27FC236}">
                <a16:creationId xmlns:a16="http://schemas.microsoft.com/office/drawing/2014/main" id="{C88FE89C-2CDC-16C1-DBDB-DEC51B26BF86}"/>
              </a:ext>
            </a:extLst>
          </p:cNvPr>
          <p:cNvSpPr/>
          <p:nvPr/>
        </p:nvSpPr>
        <p:spPr>
          <a:xfrm>
            <a:off x="9097062" y="1968298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9871F1D2-4CF7-D49C-9F91-036EF0BC992C}"/>
                  </a:ext>
                </a:extLst>
              </p:cNvPr>
              <p:cNvSpPr/>
              <p:nvPr/>
            </p:nvSpPr>
            <p:spPr>
              <a:xfrm>
                <a:off x="9191655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9871F1D2-4CF7-D49C-9F91-036EF0BC99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739774"/>
                <a:ext cx="440958" cy="268835"/>
              </a:xfrm>
              <a:prstGeom prst="rect">
                <a:avLst/>
              </a:prstGeom>
              <a:blipFill>
                <a:blip r:embed="rId21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5C34DA4F-379A-7CC6-DDE5-FAECAC3DFAEA}"/>
                  </a:ext>
                </a:extLst>
              </p:cNvPr>
              <p:cNvSpPr/>
              <p:nvPr/>
            </p:nvSpPr>
            <p:spPr>
              <a:xfrm>
                <a:off x="9790745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5C34DA4F-379A-7CC6-DDE5-FAECAC3DFA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739774"/>
                <a:ext cx="440958" cy="268835"/>
              </a:xfrm>
              <a:prstGeom prst="rect">
                <a:avLst/>
              </a:prstGeom>
              <a:blipFill>
                <a:blip r:embed="rId22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7640C8C-EEB0-AF4A-BA65-F6042739661B}"/>
                  </a:ext>
                </a:extLst>
              </p:cNvPr>
              <p:cNvSpPr/>
              <p:nvPr/>
            </p:nvSpPr>
            <p:spPr>
              <a:xfrm>
                <a:off x="10389834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7640C8C-EEB0-AF4A-BA65-F604273966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739774"/>
                <a:ext cx="440958" cy="268835"/>
              </a:xfrm>
              <a:prstGeom prst="rect">
                <a:avLst/>
              </a:prstGeom>
              <a:blipFill>
                <a:blip r:embed="rId23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8A3871C3-97A1-6D9C-0C4E-1DC28C51A924}"/>
                  </a:ext>
                </a:extLst>
              </p:cNvPr>
              <p:cNvSpPr/>
              <p:nvPr/>
            </p:nvSpPr>
            <p:spPr>
              <a:xfrm>
                <a:off x="9191655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8A3871C3-97A1-6D9C-0C4E-1DC28C51A9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394344"/>
                <a:ext cx="440958" cy="268835"/>
              </a:xfrm>
              <a:prstGeom prst="rect">
                <a:avLst/>
              </a:prstGeom>
              <a:blipFill>
                <a:blip r:embed="rId24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05C3272F-ECFA-D526-25B1-A30A136E30CD}"/>
                  </a:ext>
                </a:extLst>
              </p:cNvPr>
              <p:cNvSpPr/>
              <p:nvPr/>
            </p:nvSpPr>
            <p:spPr>
              <a:xfrm>
                <a:off x="9790745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05C3272F-ECFA-D526-25B1-A30A136E3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394344"/>
                <a:ext cx="440958" cy="268835"/>
              </a:xfrm>
              <a:prstGeom prst="rect">
                <a:avLst/>
              </a:prstGeom>
              <a:blipFill>
                <a:blip r:embed="rId25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2A0F310B-FCAE-D68B-54E3-01F6FFAD9D3D}"/>
                  </a:ext>
                </a:extLst>
              </p:cNvPr>
              <p:cNvSpPr/>
              <p:nvPr/>
            </p:nvSpPr>
            <p:spPr>
              <a:xfrm>
                <a:off x="10389834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2A0F310B-FCAE-D68B-54E3-01F6FFAD9D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394344"/>
                <a:ext cx="440958" cy="268835"/>
              </a:xfrm>
              <a:prstGeom prst="rect">
                <a:avLst/>
              </a:prstGeom>
              <a:blipFill>
                <a:blip r:embed="rId26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325F7470-DF5F-155C-46CB-07A1FAAD317E}"/>
                  </a:ext>
                </a:extLst>
              </p:cNvPr>
              <p:cNvSpPr/>
              <p:nvPr/>
            </p:nvSpPr>
            <p:spPr>
              <a:xfrm>
                <a:off x="9191655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325F7470-DF5F-155C-46CB-07A1FAAD31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048913"/>
                <a:ext cx="440958" cy="268835"/>
              </a:xfrm>
              <a:prstGeom prst="rect">
                <a:avLst/>
              </a:prstGeom>
              <a:blipFill>
                <a:blip r:embed="rId27"/>
                <a:stretch>
                  <a:fillRect l="-30556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E0694BDC-FE24-21F9-FA6F-E17F8BDBECDF}"/>
                  </a:ext>
                </a:extLst>
              </p:cNvPr>
              <p:cNvSpPr/>
              <p:nvPr/>
            </p:nvSpPr>
            <p:spPr>
              <a:xfrm>
                <a:off x="9790745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E0694BDC-FE24-21F9-FA6F-E17F8BDBEC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048913"/>
                <a:ext cx="440958" cy="268835"/>
              </a:xfrm>
              <a:prstGeom prst="rect">
                <a:avLst/>
              </a:prstGeom>
              <a:blipFill>
                <a:blip r:embed="rId28"/>
                <a:stretch>
                  <a:fillRect l="-30556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6DD9B30B-8CFD-5684-0ED0-74F32007F14C}"/>
                  </a:ext>
                </a:extLst>
              </p:cNvPr>
              <p:cNvSpPr/>
              <p:nvPr/>
            </p:nvSpPr>
            <p:spPr>
              <a:xfrm>
                <a:off x="10389834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6DD9B30B-8CFD-5684-0ED0-74F32007F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048913"/>
                <a:ext cx="440958" cy="268835"/>
              </a:xfrm>
              <a:prstGeom prst="rect">
                <a:avLst/>
              </a:prstGeom>
              <a:blipFill>
                <a:blip r:embed="rId29"/>
                <a:stretch>
                  <a:fillRect l="-29730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FDEC5338-0865-4678-0552-C37BC0B7C2B0}"/>
                  </a:ext>
                </a:extLst>
              </p:cNvPr>
              <p:cNvSpPr/>
              <p:nvPr/>
            </p:nvSpPr>
            <p:spPr>
              <a:xfrm>
                <a:off x="9097062" y="1505384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sz="16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950A4DCB-DC4A-C712-EE75-0F5B858181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1505384"/>
                <a:ext cx="1828322" cy="302106"/>
              </a:xfrm>
              <a:prstGeom prst="rect">
                <a:avLst/>
              </a:prstGeom>
              <a:blipFill>
                <a:blip r:embed="rId30"/>
                <a:stretch>
                  <a:fillRect t="-15385" b="-2307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그룹 37">
            <a:extLst>
              <a:ext uri="{FF2B5EF4-FFF2-40B4-BE49-F238E27FC236}">
                <a16:creationId xmlns:a16="http://schemas.microsoft.com/office/drawing/2014/main" id="{DAA4B5A2-5223-6D61-D3DA-33B29CF6ECF4}"/>
              </a:ext>
            </a:extLst>
          </p:cNvPr>
          <p:cNvGrpSpPr/>
          <p:nvPr/>
        </p:nvGrpSpPr>
        <p:grpSpPr>
          <a:xfrm>
            <a:off x="9191655" y="1075741"/>
            <a:ext cx="1639137" cy="268835"/>
            <a:chOff x="8198547" y="5378798"/>
            <a:chExt cx="1639137" cy="312877"/>
          </a:xfrm>
          <a:solidFill>
            <a:srgbClr val="FFF3CC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8CCD2EE4-ECBE-3E7A-68D6-1363C62CB003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8CCD2EE4-ECBE-3E7A-68D6-1363C62CB0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31"/>
                  <a:stretch>
                    <a:fillRect l="-19444" t="-17391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DEED851C-B5FB-9332-4404-B46CFF1E032E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DEED851C-B5FB-9332-4404-B46CFF1E03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32"/>
                  <a:stretch>
                    <a:fillRect l="-16667" t="-17391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BD38C628-E149-0F3B-9F30-BF0F8BBA101C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BD38C628-E149-0F3B-9F30-BF0F8BBA10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33"/>
                  <a:stretch>
                    <a:fillRect l="-16216" t="-17391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E529200-B598-79F0-202C-00F549020D3A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flipV="1">
            <a:off x="941213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0992A457-0799-4383-4E28-CAF178982701}"/>
              </a:ext>
            </a:extLst>
          </p:cNvPr>
          <p:cNvCxnSpPr>
            <a:cxnSpLocks/>
            <a:stCxn id="8" idx="0"/>
            <a:endCxn id="12" idx="2"/>
          </p:cNvCxnSpPr>
          <p:nvPr/>
        </p:nvCxnSpPr>
        <p:spPr>
          <a:xfrm flipV="1">
            <a:off x="1001122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58B928C2-4EFE-E36E-4F50-E1CAC2CB2A6B}"/>
              </a:ext>
            </a:extLst>
          </p:cNvPr>
          <p:cNvCxnSpPr>
            <a:cxnSpLocks/>
            <a:stCxn id="9" idx="0"/>
            <a:endCxn id="13" idx="2"/>
          </p:cNvCxnSpPr>
          <p:nvPr/>
        </p:nvCxnSpPr>
        <p:spPr>
          <a:xfrm flipV="1">
            <a:off x="10610313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B435801B-7359-A813-1288-8A22C8D2C197}"/>
              </a:ext>
            </a:extLst>
          </p:cNvPr>
          <p:cNvCxnSpPr>
            <a:cxnSpLocks/>
          </p:cNvCxnSpPr>
          <p:nvPr/>
        </p:nvCxnSpPr>
        <p:spPr>
          <a:xfrm flipV="1">
            <a:off x="941213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45E88E6-A03D-0D2C-EFFA-DB105203E081}"/>
              </a:ext>
            </a:extLst>
          </p:cNvPr>
          <p:cNvCxnSpPr>
            <a:cxnSpLocks/>
          </p:cNvCxnSpPr>
          <p:nvPr/>
        </p:nvCxnSpPr>
        <p:spPr>
          <a:xfrm flipV="1">
            <a:off x="1001122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6836892E-6372-C797-CFCF-BC5605230085}"/>
              </a:ext>
            </a:extLst>
          </p:cNvPr>
          <p:cNvCxnSpPr>
            <a:cxnSpLocks/>
          </p:cNvCxnSpPr>
          <p:nvPr/>
        </p:nvCxnSpPr>
        <p:spPr>
          <a:xfrm flipV="1">
            <a:off x="10610313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93FB90C6-E50E-FB7A-DF44-238C30EBFB33}"/>
              </a:ext>
            </a:extLst>
          </p:cNvPr>
          <p:cNvCxnSpPr>
            <a:cxnSpLocks/>
            <a:stCxn id="26" idx="0"/>
            <a:endCxn id="27" idx="2"/>
          </p:cNvCxnSpPr>
          <p:nvPr/>
        </p:nvCxnSpPr>
        <p:spPr>
          <a:xfrm flipV="1">
            <a:off x="10011223" y="3089224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C25E1D77-5225-3559-4D56-3BA0029ADBD2}"/>
              </a:ext>
            </a:extLst>
          </p:cNvPr>
          <p:cNvCxnSpPr>
            <a:cxnSpLocks/>
            <a:stCxn id="14" idx="0"/>
            <a:endCxn id="26" idx="2"/>
          </p:cNvCxnSpPr>
          <p:nvPr/>
        </p:nvCxnSpPr>
        <p:spPr>
          <a:xfrm flipV="1">
            <a:off x="10011223" y="3552138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A432004B-296D-53FB-7A68-35C1F31E439A}"/>
              </a:ext>
            </a:extLst>
          </p:cNvPr>
          <p:cNvCxnSpPr>
            <a:cxnSpLocks/>
          </p:cNvCxnSpPr>
          <p:nvPr/>
        </p:nvCxnSpPr>
        <p:spPr>
          <a:xfrm flipV="1">
            <a:off x="9412134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073CD000-076D-B2B8-BD10-76E7DAE2153F}"/>
              </a:ext>
            </a:extLst>
          </p:cNvPr>
          <p:cNvCxnSpPr>
            <a:cxnSpLocks/>
          </p:cNvCxnSpPr>
          <p:nvPr/>
        </p:nvCxnSpPr>
        <p:spPr>
          <a:xfrm flipV="1">
            <a:off x="10011224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5E5BC27-6A4B-4152-4673-9BD68B6F27FC}"/>
              </a:ext>
            </a:extLst>
          </p:cNvPr>
          <p:cNvCxnSpPr>
            <a:cxnSpLocks/>
          </p:cNvCxnSpPr>
          <p:nvPr/>
        </p:nvCxnSpPr>
        <p:spPr>
          <a:xfrm flipV="1">
            <a:off x="10610313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072D3BC9-AE9A-A2D6-6836-80F8E569953A}"/>
              </a:ext>
            </a:extLst>
          </p:cNvPr>
          <p:cNvCxnSpPr>
            <a:cxnSpLocks/>
            <a:stCxn id="27" idx="0"/>
            <a:endCxn id="37" idx="2"/>
          </p:cNvCxnSpPr>
          <p:nvPr/>
        </p:nvCxnSpPr>
        <p:spPr>
          <a:xfrm flipV="1">
            <a:off x="10011223" y="1807490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A482648C-8292-594E-C927-CBF63CEF8047}"/>
              </a:ext>
            </a:extLst>
          </p:cNvPr>
          <p:cNvGrpSpPr/>
          <p:nvPr/>
        </p:nvGrpSpPr>
        <p:grpSpPr>
          <a:xfrm>
            <a:off x="8425813" y="3793561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직사각형 54">
                  <a:extLst>
                    <a:ext uri="{FF2B5EF4-FFF2-40B4-BE49-F238E27FC236}">
                      <a16:creationId xmlns:a16="http://schemas.microsoft.com/office/drawing/2014/main" id="{DD8BFBE9-C421-BD46-25C8-96C55318AA88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직사각형 54">
                  <a:extLst>
                    <a:ext uri="{FF2B5EF4-FFF2-40B4-BE49-F238E27FC236}">
                      <a16:creationId xmlns:a16="http://schemas.microsoft.com/office/drawing/2014/main" id="{DD8BFBE9-C421-BD46-25C8-96C55318AA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34"/>
                  <a:stretch>
                    <a:fillRect l="-18919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54E43DE8-DF5E-6DDA-58E8-65B3F028FE92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54E43DE8-DF5E-6DDA-58E8-65B3F028FE9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35"/>
                  <a:stretch>
                    <a:fillRect l="-18919" t="-4348" b="-43478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CE2CA659-0B44-405F-3E31-0170E1D6D0FB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CE2CA659-0B44-405F-3E31-0170E1D6D0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36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E8D0DD10-51FB-8E80-E4A6-B36F41FA5A5C}"/>
              </a:ext>
            </a:extLst>
          </p:cNvPr>
          <p:cNvGrpSpPr/>
          <p:nvPr/>
        </p:nvGrpSpPr>
        <p:grpSpPr>
          <a:xfrm>
            <a:off x="8425813" y="2048913"/>
            <a:ext cx="440958" cy="959696"/>
            <a:chOff x="8298472" y="2048913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4448C249-D367-C88C-105E-B7B457810CA4}"/>
                    </a:ext>
                  </a:extLst>
                </p:cNvPr>
                <p:cNvSpPr/>
                <p:nvPr/>
              </p:nvSpPr>
              <p:spPr>
                <a:xfrm>
                  <a:off x="8298472" y="2739774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4448C249-D367-C88C-105E-B7B457810C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739774"/>
                  <a:ext cx="440958" cy="268835"/>
                </a:xfrm>
                <a:prstGeom prst="rect">
                  <a:avLst/>
                </a:prstGeom>
                <a:blipFill>
                  <a:blip r:embed="rId37"/>
                  <a:stretch>
                    <a:fillRect l="-16216" t="-21739" b="-21739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576662E7-7C9C-C7FE-208D-7C76FC7A4489}"/>
                    </a:ext>
                  </a:extLst>
                </p:cNvPr>
                <p:cNvSpPr/>
                <p:nvPr/>
              </p:nvSpPr>
              <p:spPr>
                <a:xfrm>
                  <a:off x="8298472" y="2394344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576662E7-7C9C-C7FE-208D-7C76FC7A44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394344"/>
                  <a:ext cx="440958" cy="268835"/>
                </a:xfrm>
                <a:prstGeom prst="rect">
                  <a:avLst/>
                </a:prstGeom>
                <a:blipFill>
                  <a:blip r:embed="rId38"/>
                  <a:stretch>
                    <a:fillRect l="-16216" t="-21739" b="-21739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266A5E20-4443-08BB-D886-C9F2A4D0D8B3}"/>
                    </a:ext>
                  </a:extLst>
                </p:cNvPr>
                <p:cNvSpPr/>
                <p:nvPr/>
              </p:nvSpPr>
              <p:spPr>
                <a:xfrm>
                  <a:off x="8298472" y="2048913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266A5E20-4443-08BB-D886-C9F2A4D0D8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048913"/>
                  <a:ext cx="440958" cy="268835"/>
                </a:xfrm>
                <a:prstGeom prst="rect">
                  <a:avLst/>
                </a:prstGeom>
                <a:blipFill>
                  <a:blip r:embed="rId39"/>
                  <a:stretch>
                    <a:fillRect l="-16216" t="-17391" b="-26087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A9819FC-D324-5D9E-6FCE-BB2A7EA36F03}"/>
              </a:ext>
            </a:extLst>
          </p:cNvPr>
          <p:cNvGrpSpPr/>
          <p:nvPr/>
        </p:nvGrpSpPr>
        <p:grpSpPr>
          <a:xfrm>
            <a:off x="8420045" y="3933309"/>
            <a:ext cx="2057158" cy="1765178"/>
            <a:chOff x="8553155" y="3927979"/>
            <a:chExt cx="2057158" cy="1765178"/>
          </a:xfrm>
        </p:grpSpPr>
        <p:cxnSp>
          <p:nvCxnSpPr>
            <p:cNvPr id="63" name="꺾인 연결선[E] 62">
              <a:extLst>
                <a:ext uri="{FF2B5EF4-FFF2-40B4-BE49-F238E27FC236}">
                  <a16:creationId xmlns:a16="http://schemas.microsoft.com/office/drawing/2014/main" id="{7E6CA8BB-AEC1-BE06-07DD-9E9A37C8D31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445487" y="4726509"/>
              <a:ext cx="1074316" cy="858979"/>
            </a:xfrm>
            <a:prstGeom prst="bentConnector4">
              <a:avLst>
                <a:gd name="adj1" fmla="val -21279"/>
                <a:gd name="adj2" fmla="val 126613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꺾인 연결선[E] 383">
              <a:extLst>
                <a:ext uri="{FF2B5EF4-FFF2-40B4-BE49-F238E27FC236}">
                  <a16:creationId xmlns:a16="http://schemas.microsoft.com/office/drawing/2014/main" id="{734AEDE0-59C7-2EE1-35CD-37031361BCE3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572317" y="4254249"/>
              <a:ext cx="1419746" cy="1458069"/>
            </a:xfrm>
            <a:prstGeom prst="bentConnector4">
              <a:avLst>
                <a:gd name="adj1" fmla="val -19988"/>
                <a:gd name="adj2" fmla="val 119462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꺾인 연결선[E] 384">
              <a:extLst>
                <a:ext uri="{FF2B5EF4-FFF2-40B4-BE49-F238E27FC236}">
                  <a16:creationId xmlns:a16="http://schemas.microsoft.com/office/drawing/2014/main" id="{06D07409-7A01-9DD5-FD55-5F923E15337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699145" y="3781989"/>
              <a:ext cx="1765177" cy="2057158"/>
            </a:xfrm>
            <a:prstGeom prst="bentConnector4">
              <a:avLst>
                <a:gd name="adj1" fmla="val -18757"/>
                <a:gd name="adj2" fmla="val 116476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6" name="그룹 385">
            <a:extLst>
              <a:ext uri="{FF2B5EF4-FFF2-40B4-BE49-F238E27FC236}">
                <a16:creationId xmlns:a16="http://schemas.microsoft.com/office/drawing/2014/main" id="{914BB5C9-6F5F-FCFB-B327-7F08E1F75DA4}"/>
              </a:ext>
            </a:extLst>
          </p:cNvPr>
          <p:cNvGrpSpPr/>
          <p:nvPr/>
        </p:nvGrpSpPr>
        <p:grpSpPr>
          <a:xfrm>
            <a:off x="8420044" y="2183332"/>
            <a:ext cx="2311841" cy="3509825"/>
            <a:chOff x="8298472" y="2183332"/>
            <a:chExt cx="2311841" cy="3509825"/>
          </a:xfrm>
        </p:grpSpPr>
        <p:cxnSp>
          <p:nvCxnSpPr>
            <p:cNvPr id="387" name="꺾인 연결선[E] 386">
              <a:extLst>
                <a:ext uri="{FF2B5EF4-FFF2-40B4-BE49-F238E27FC236}">
                  <a16:creationId xmlns:a16="http://schemas.microsoft.com/office/drawing/2014/main" id="{B0FC4944-E257-566B-695A-57659570618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699480" y="2782324"/>
              <a:ext cx="3509825" cy="2311841"/>
            </a:xfrm>
            <a:prstGeom prst="bentConnector4">
              <a:avLst>
                <a:gd name="adj1" fmla="val -17069"/>
                <a:gd name="adj2" fmla="val 127960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꺾인 연결선[E] 387">
              <a:extLst>
                <a:ext uri="{FF2B5EF4-FFF2-40B4-BE49-F238E27FC236}">
                  <a16:creationId xmlns:a16="http://schemas.microsoft.com/office/drawing/2014/main" id="{4C24692A-4EF4-F308-63A7-8CD332CD05C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572651" y="3254583"/>
              <a:ext cx="3164394" cy="1712752"/>
            </a:xfrm>
            <a:prstGeom prst="bentConnector4">
              <a:avLst>
                <a:gd name="adj1" fmla="val -16939"/>
                <a:gd name="adj2" fmla="val 134058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꺾인 연결선[E] 388">
              <a:extLst>
                <a:ext uri="{FF2B5EF4-FFF2-40B4-BE49-F238E27FC236}">
                  <a16:creationId xmlns:a16="http://schemas.microsoft.com/office/drawing/2014/main" id="{0F3CA5A1-2F67-6964-2781-A711DF2A5F9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445821" y="3726843"/>
              <a:ext cx="2818964" cy="1113662"/>
            </a:xfrm>
            <a:prstGeom prst="bentConnector4">
              <a:avLst>
                <a:gd name="adj1" fmla="val -17057"/>
                <a:gd name="adj2" fmla="val 146716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0" name="그룹 389">
            <a:extLst>
              <a:ext uri="{FF2B5EF4-FFF2-40B4-BE49-F238E27FC236}">
                <a16:creationId xmlns:a16="http://schemas.microsoft.com/office/drawing/2014/main" id="{CA882C5D-80BE-D270-A320-5B5BBFFF4AFD}"/>
              </a:ext>
            </a:extLst>
          </p:cNvPr>
          <p:cNvGrpSpPr/>
          <p:nvPr/>
        </p:nvGrpSpPr>
        <p:grpSpPr>
          <a:xfrm>
            <a:off x="8866770" y="2183331"/>
            <a:ext cx="225977" cy="2435509"/>
            <a:chOff x="8866771" y="2183331"/>
            <a:chExt cx="324884" cy="2435509"/>
          </a:xfrm>
        </p:grpSpPr>
        <p:cxnSp>
          <p:nvCxnSpPr>
            <p:cNvPr id="391" name="직선 화살표 연결선 390">
              <a:extLst>
                <a:ext uri="{FF2B5EF4-FFF2-40B4-BE49-F238E27FC236}">
                  <a16:creationId xmlns:a16="http://schemas.microsoft.com/office/drawing/2014/main" id="{FEAA337F-4BF9-45FA-CD34-794007E6EC68}"/>
                </a:ext>
              </a:extLst>
            </p:cNvPr>
            <p:cNvCxnSpPr>
              <a:cxnSpLocks/>
              <a:stCxn id="55" idx="3"/>
              <a:endCxn id="15" idx="1"/>
            </p:cNvCxnSpPr>
            <p:nvPr/>
          </p:nvCxnSpPr>
          <p:spPr>
            <a:xfrm>
              <a:off x="8866771" y="461884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직선 화살표 연결선 391">
              <a:extLst>
                <a:ext uri="{FF2B5EF4-FFF2-40B4-BE49-F238E27FC236}">
                  <a16:creationId xmlns:a16="http://schemas.microsoft.com/office/drawing/2014/main" id="{DD62E537-80EF-2D33-1D2E-54AC21564DF7}"/>
                </a:ext>
              </a:extLst>
            </p:cNvPr>
            <p:cNvCxnSpPr>
              <a:cxnSpLocks/>
              <a:stCxn id="56" idx="3"/>
              <a:endCxn id="20" idx="1"/>
            </p:cNvCxnSpPr>
            <p:nvPr/>
          </p:nvCxnSpPr>
          <p:spPr>
            <a:xfrm>
              <a:off x="8866771" y="427341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직선 화살표 연결선 392">
              <a:extLst>
                <a:ext uri="{FF2B5EF4-FFF2-40B4-BE49-F238E27FC236}">
                  <a16:creationId xmlns:a16="http://schemas.microsoft.com/office/drawing/2014/main" id="{ECBCDDB5-B272-FE81-CDD6-85E68F143314}"/>
                </a:ext>
              </a:extLst>
            </p:cNvPr>
            <p:cNvCxnSpPr>
              <a:cxnSpLocks/>
              <a:stCxn id="57" idx="3"/>
              <a:endCxn id="23" idx="1"/>
            </p:cNvCxnSpPr>
            <p:nvPr/>
          </p:nvCxnSpPr>
          <p:spPr>
            <a:xfrm>
              <a:off x="8866771" y="3927979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직선 화살표 연결선 393">
              <a:extLst>
                <a:ext uri="{FF2B5EF4-FFF2-40B4-BE49-F238E27FC236}">
                  <a16:creationId xmlns:a16="http://schemas.microsoft.com/office/drawing/2014/main" id="{047A494B-E9A5-C65F-5FBC-2FBCDC7770E5}"/>
                </a:ext>
              </a:extLst>
            </p:cNvPr>
            <p:cNvCxnSpPr>
              <a:cxnSpLocks/>
              <a:stCxn id="60" idx="3"/>
              <a:endCxn id="31" idx="1"/>
            </p:cNvCxnSpPr>
            <p:nvPr/>
          </p:nvCxnSpPr>
          <p:spPr>
            <a:xfrm>
              <a:off x="8866771" y="252876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직선 화살표 연결선 394">
              <a:extLst>
                <a:ext uri="{FF2B5EF4-FFF2-40B4-BE49-F238E27FC236}">
                  <a16:creationId xmlns:a16="http://schemas.microsoft.com/office/drawing/2014/main" id="{83C9FB7D-639F-84A3-7BA8-11CDC3F81E2F}"/>
                </a:ext>
              </a:extLst>
            </p:cNvPr>
            <p:cNvCxnSpPr>
              <a:cxnSpLocks/>
              <a:stCxn id="61" idx="3"/>
              <a:endCxn id="34" idx="1"/>
            </p:cNvCxnSpPr>
            <p:nvPr/>
          </p:nvCxnSpPr>
          <p:spPr>
            <a:xfrm>
              <a:off x="8866771" y="2183331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직선 화살표 연결선 395">
              <a:extLst>
                <a:ext uri="{FF2B5EF4-FFF2-40B4-BE49-F238E27FC236}">
                  <a16:creationId xmlns:a16="http://schemas.microsoft.com/office/drawing/2014/main" id="{D6B85290-28C8-6780-6C95-FF2267BE4152}"/>
                </a:ext>
              </a:extLst>
            </p:cNvPr>
            <p:cNvCxnSpPr>
              <a:cxnSpLocks/>
              <a:stCxn id="59" idx="3"/>
              <a:endCxn id="28" idx="1"/>
            </p:cNvCxnSpPr>
            <p:nvPr/>
          </p:nvCxnSpPr>
          <p:spPr>
            <a:xfrm>
              <a:off x="8866771" y="287419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87C5C3-633E-30FE-24AE-770E6F757E3E}"/>
                  </a:ext>
                </a:extLst>
              </p:cNvPr>
              <p:cNvSpPr txBox="1"/>
              <p:nvPr/>
            </p:nvSpPr>
            <p:spPr>
              <a:xfrm>
                <a:off x="4703885" y="1052188"/>
                <a:ext cx="3289591" cy="862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sz="1600" dirty="0">
                    <a:solidFill>
                      <a:srgbClr val="C00000"/>
                    </a:solidFill>
                  </a:rPr>
                  <a:t>Self-attention layer is </a:t>
                </a:r>
                <a:r>
                  <a:rPr kumimoji="1" lang="en-US" altLang="ko-KR" sz="1600" b="1" i="1" dirty="0">
                    <a:solidFill>
                      <a:srgbClr val="C00000"/>
                    </a:solidFill>
                  </a:rPr>
                  <a:t>permutation equivariant</a:t>
                </a:r>
                <a:r>
                  <a:rPr kumimoji="1" lang="en-US" altLang="ko-KR" sz="1600" dirty="0">
                    <a:solidFill>
                      <a:srgbClr val="C00000"/>
                    </a:solidFill>
                  </a:rPr>
                  <a:t>!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ko-K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ko-KR" sz="1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permute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1" lang="en-US" altLang="ko-K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sz="16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permute</m:t>
                      </m:r>
                      <m:r>
                        <a:rPr kumimoji="1" lang="en-US" altLang="ko-K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ko-K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ko-K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87C5C3-633E-30FE-24AE-770E6F757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3885" y="1052188"/>
                <a:ext cx="3289591" cy="862737"/>
              </a:xfrm>
              <a:prstGeom prst="rect">
                <a:avLst/>
              </a:prstGeom>
              <a:blipFill>
                <a:blip r:embed="rId40"/>
                <a:stretch>
                  <a:fillRect l="-1154" t="-2941" b="-44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7" name="TextBox 396">
            <a:extLst>
              <a:ext uri="{FF2B5EF4-FFF2-40B4-BE49-F238E27FC236}">
                <a16:creationId xmlns:a16="http://schemas.microsoft.com/office/drawing/2014/main" id="{EA2DE623-225B-14C0-7111-F173ABA1786C}"/>
              </a:ext>
            </a:extLst>
          </p:cNvPr>
          <p:cNvSpPr txBox="1"/>
          <p:nvPr/>
        </p:nvSpPr>
        <p:spPr>
          <a:xfrm>
            <a:off x="4703885" y="1998734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Self-attention works on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sets of vectors</a:t>
            </a:r>
            <a:r>
              <a:rPr kumimoji="1" lang="en-US" altLang="ko-KR" sz="1600" dirty="0">
                <a:solidFill>
                  <a:srgbClr val="C00000"/>
                </a:solidFill>
              </a:rPr>
              <a:t>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3997EDEF-E421-DB68-0A0D-5CFDA4D894D6}"/>
              </a:ext>
            </a:extLst>
          </p:cNvPr>
          <p:cNvSpPr txBox="1"/>
          <p:nvPr/>
        </p:nvSpPr>
        <p:spPr>
          <a:xfrm>
            <a:off x="4703885" y="2665257"/>
            <a:ext cx="28714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Self-attention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does</a:t>
            </a:r>
            <a:r>
              <a:rPr kumimoji="1" lang="en-US" altLang="ko-KR" sz="1600" dirty="0">
                <a:solidFill>
                  <a:srgbClr val="C00000"/>
                </a:solidFill>
              </a:rPr>
              <a:t>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not know the order </a:t>
            </a:r>
            <a:r>
              <a:rPr kumimoji="1" lang="en-US" altLang="ko-KR" sz="1600" dirty="0">
                <a:solidFill>
                  <a:srgbClr val="C00000"/>
                </a:solidFill>
              </a:rPr>
              <a:t>of vectors it is processing.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5EBAF91E-D691-4448-C391-9864432527D9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50233416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61B86-A0FE-AA2A-ED27-225481E7D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0C0D0-530A-B520-28A4-EFF44B1A2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2330C-FF38-8692-512D-58E10E49ED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99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0F1E8B-AC67-0A2E-7C80-077074E21A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51F527-AD70-122E-74C7-5F04C06D2E2A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3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B5583D3-A62E-2F94-9E36-99905917F32D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4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6520DA-A4D5-B182-0E6E-357138A523FF}"/>
                  </a:ext>
                </a:extLst>
              </p:cNvPr>
              <p:cNvSpPr txBox="1"/>
              <p:nvPr/>
            </p:nvSpPr>
            <p:spPr>
              <a:xfrm>
                <a:off x="4703885" y="1052188"/>
                <a:ext cx="3289591" cy="862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sz="1600" dirty="0">
                    <a:solidFill>
                      <a:srgbClr val="C00000"/>
                    </a:solidFill>
                  </a:rPr>
                  <a:t>Self-attention layer is </a:t>
                </a:r>
                <a:r>
                  <a:rPr kumimoji="1" lang="en-US" altLang="ko-KR" sz="1600" b="1" i="1" dirty="0">
                    <a:solidFill>
                      <a:srgbClr val="C00000"/>
                    </a:solidFill>
                  </a:rPr>
                  <a:t>permutation equivariant</a:t>
                </a:r>
                <a:r>
                  <a:rPr kumimoji="1" lang="en-US" altLang="ko-KR" sz="1600" dirty="0">
                    <a:solidFill>
                      <a:srgbClr val="C00000"/>
                    </a:solidFill>
                  </a:rPr>
                  <a:t>!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ko-K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ko-KR" sz="1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permute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1" lang="en-US" altLang="ko-K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sz="16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permute</m:t>
                      </m:r>
                      <m:r>
                        <a:rPr kumimoji="1" lang="en-US" altLang="ko-K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ko-K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ko-K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87C5C3-633E-30FE-24AE-770E6F757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3885" y="1052188"/>
                <a:ext cx="3289591" cy="862737"/>
              </a:xfrm>
              <a:prstGeom prst="rect">
                <a:avLst/>
              </a:prstGeom>
              <a:blipFill>
                <a:blip r:embed="rId40"/>
                <a:stretch>
                  <a:fillRect l="-1154" t="-2941" b="-44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7" name="TextBox 396">
            <a:extLst>
              <a:ext uri="{FF2B5EF4-FFF2-40B4-BE49-F238E27FC236}">
                <a16:creationId xmlns:a16="http://schemas.microsoft.com/office/drawing/2014/main" id="{F0313B85-6EC4-C3A6-AB1C-8A882D269EF9}"/>
              </a:ext>
            </a:extLst>
          </p:cNvPr>
          <p:cNvSpPr txBox="1"/>
          <p:nvPr/>
        </p:nvSpPr>
        <p:spPr>
          <a:xfrm>
            <a:off x="4703885" y="1998734"/>
            <a:ext cx="287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Self-attention works on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sets of vectors</a:t>
            </a:r>
            <a:r>
              <a:rPr kumimoji="1" lang="en-US" altLang="ko-KR" sz="1600" dirty="0">
                <a:solidFill>
                  <a:srgbClr val="C00000"/>
                </a:solidFill>
              </a:rPr>
              <a:t>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CF7783F2-7CD9-97D3-EF70-9DFA065B5C4B}"/>
              </a:ext>
            </a:extLst>
          </p:cNvPr>
          <p:cNvSpPr txBox="1"/>
          <p:nvPr/>
        </p:nvSpPr>
        <p:spPr>
          <a:xfrm>
            <a:off x="4703885" y="2665257"/>
            <a:ext cx="28714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Self-attention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does</a:t>
            </a:r>
            <a:r>
              <a:rPr kumimoji="1" lang="en-US" altLang="ko-KR" sz="1600" dirty="0">
                <a:solidFill>
                  <a:srgbClr val="C00000"/>
                </a:solidFill>
              </a:rPr>
              <a:t>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not know the order </a:t>
            </a:r>
            <a:r>
              <a:rPr kumimoji="1" lang="en-US" altLang="ko-KR" sz="1600" dirty="0">
                <a:solidFill>
                  <a:srgbClr val="C00000"/>
                </a:solidFill>
              </a:rPr>
              <a:t>of vectors it is processing.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63305A8D-92EA-719E-F89D-84671BCBE85F}"/>
              </a:ext>
            </a:extLst>
          </p:cNvPr>
          <p:cNvSpPr txBox="1"/>
          <p:nvPr/>
        </p:nvSpPr>
        <p:spPr>
          <a:xfrm>
            <a:off x="4703885" y="3578886"/>
            <a:ext cx="29101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Add or concatenate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positional encoding </a:t>
            </a:r>
            <a:r>
              <a:rPr kumimoji="1" lang="en-US" altLang="ko-KR" sz="1600" dirty="0">
                <a:solidFill>
                  <a:srgbClr val="C00000"/>
                </a:solidFill>
              </a:rPr>
              <a:t>to make the model </a:t>
            </a:r>
            <a:r>
              <a:rPr kumimoji="1" lang="en-US" altLang="ko-KR" sz="1600" b="1" i="1" dirty="0">
                <a:solidFill>
                  <a:srgbClr val="C00000"/>
                </a:solidFill>
              </a:rPr>
              <a:t>position-aware</a:t>
            </a:r>
            <a:endParaRPr kumimoji="1" lang="ko-KR" altLang="en-US" sz="1600" b="1" i="1" dirty="0">
              <a:solidFill>
                <a:srgbClr val="C00000"/>
              </a:solidFill>
            </a:endParaRPr>
          </a:p>
        </p:txBody>
      </p:sp>
      <p:grpSp>
        <p:nvGrpSpPr>
          <p:cNvPr id="404" name="그룹 403">
            <a:extLst>
              <a:ext uri="{FF2B5EF4-FFF2-40B4-BE49-F238E27FC236}">
                <a16:creationId xmlns:a16="http://schemas.microsoft.com/office/drawing/2014/main" id="{3AF32B79-4A5F-33B1-29E0-E8046DA0795C}"/>
              </a:ext>
            </a:extLst>
          </p:cNvPr>
          <p:cNvGrpSpPr/>
          <p:nvPr/>
        </p:nvGrpSpPr>
        <p:grpSpPr>
          <a:xfrm>
            <a:off x="9191655" y="5424321"/>
            <a:ext cx="1639137" cy="268835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5" name="직사각형 404">
                  <a:extLst>
                    <a:ext uri="{FF2B5EF4-FFF2-40B4-BE49-F238E27FC236}">
                      <a16:creationId xmlns:a16="http://schemas.microsoft.com/office/drawing/2014/main" id="{90F7D320-0B5E-F279-8E7C-BF3996FA1CAD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6" name="직사각형 405">
                  <a:extLst>
                    <a:ext uri="{FF2B5EF4-FFF2-40B4-BE49-F238E27FC236}">
                      <a16:creationId xmlns:a16="http://schemas.microsoft.com/office/drawing/2014/main" id="{5DB0A28C-FC43-C0B8-55D1-38123A940E1A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7" name="직사각형 406">
                  <a:extLst>
                    <a:ext uri="{FF2B5EF4-FFF2-40B4-BE49-F238E27FC236}">
                      <a16:creationId xmlns:a16="http://schemas.microsoft.com/office/drawing/2014/main" id="{DD760FB3-0C4E-3212-132B-4330BBCEC6B1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8" name="그룹 407">
            <a:extLst>
              <a:ext uri="{FF2B5EF4-FFF2-40B4-BE49-F238E27FC236}">
                <a16:creationId xmlns:a16="http://schemas.microsoft.com/office/drawing/2014/main" id="{DE330264-7528-4E0D-05CB-C9E912567AFD}"/>
              </a:ext>
            </a:extLst>
          </p:cNvPr>
          <p:cNvGrpSpPr/>
          <p:nvPr/>
        </p:nvGrpSpPr>
        <p:grpSpPr>
          <a:xfrm>
            <a:off x="9191655" y="4994680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9" name="직사각형 408">
                  <a:extLst>
                    <a:ext uri="{FF2B5EF4-FFF2-40B4-BE49-F238E27FC236}">
                      <a16:creationId xmlns:a16="http://schemas.microsoft.com/office/drawing/2014/main" id="{FE2EF97E-E574-70DA-491F-08920414ABF5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4D0EEF5E-CE6F-5064-859E-22A6D2D620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8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0" name="직사각형 409">
                  <a:extLst>
                    <a:ext uri="{FF2B5EF4-FFF2-40B4-BE49-F238E27FC236}">
                      <a16:creationId xmlns:a16="http://schemas.microsoft.com/office/drawing/2014/main" id="{23015BBC-8F7B-F52E-3EA5-075AE62BB29E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BDBB78CA-592B-85F7-8ABA-5DB3216EDF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9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1" name="직사각형 410">
                  <a:extLst>
                    <a:ext uri="{FF2B5EF4-FFF2-40B4-BE49-F238E27FC236}">
                      <a16:creationId xmlns:a16="http://schemas.microsoft.com/office/drawing/2014/main" id="{4281E0FF-FBAE-0403-7979-EAA937E178F8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54A6B319-B96E-451B-933B-355AB7DFA1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10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2" name="직사각형 411">
            <a:extLst>
              <a:ext uri="{FF2B5EF4-FFF2-40B4-BE49-F238E27FC236}">
                <a16:creationId xmlns:a16="http://schemas.microsoft.com/office/drawing/2014/main" id="{4815AF28-1964-F888-1347-52F73423D035}"/>
              </a:ext>
            </a:extLst>
          </p:cNvPr>
          <p:cNvSpPr/>
          <p:nvPr/>
        </p:nvSpPr>
        <p:spPr>
          <a:xfrm>
            <a:off x="9097062" y="3712946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직사각형 412">
                <a:extLst>
                  <a:ext uri="{FF2B5EF4-FFF2-40B4-BE49-F238E27FC236}">
                    <a16:creationId xmlns:a16="http://schemas.microsoft.com/office/drawing/2014/main" id="{5BD5AA15-7F3D-0FAF-828C-68AEF04DDC30}"/>
                  </a:ext>
                </a:extLst>
              </p:cNvPr>
              <p:cNvSpPr/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3" name="직사각형 412">
                <a:extLst>
                  <a:ext uri="{FF2B5EF4-FFF2-40B4-BE49-F238E27FC236}">
                    <a16:creationId xmlns:a16="http://schemas.microsoft.com/office/drawing/2014/main" id="{5BD5AA15-7F3D-0FAF-828C-68AEF04DDC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blipFill>
                <a:blip r:embed="rId41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4" name="직사각형 413">
                <a:extLst>
                  <a:ext uri="{FF2B5EF4-FFF2-40B4-BE49-F238E27FC236}">
                    <a16:creationId xmlns:a16="http://schemas.microsoft.com/office/drawing/2014/main" id="{0773E0B9-3F8E-ECBA-F309-1197C1A0EDAF}"/>
                  </a:ext>
                </a:extLst>
              </p:cNvPr>
              <p:cNvSpPr/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4" name="직사각형 413">
                <a:extLst>
                  <a:ext uri="{FF2B5EF4-FFF2-40B4-BE49-F238E27FC236}">
                    <a16:creationId xmlns:a16="http://schemas.microsoft.com/office/drawing/2014/main" id="{0773E0B9-3F8E-ECBA-F309-1197C1A0ED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blipFill>
                <a:blip r:embed="rId42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5" name="직사각형 414">
                <a:extLst>
                  <a:ext uri="{FF2B5EF4-FFF2-40B4-BE49-F238E27FC236}">
                    <a16:creationId xmlns:a16="http://schemas.microsoft.com/office/drawing/2014/main" id="{1512700A-DC3D-F5EE-E6EC-F7C311B1693D}"/>
                  </a:ext>
                </a:extLst>
              </p:cNvPr>
              <p:cNvSpPr/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5" name="직사각형 414">
                <a:extLst>
                  <a:ext uri="{FF2B5EF4-FFF2-40B4-BE49-F238E27FC236}">
                    <a16:creationId xmlns:a16="http://schemas.microsoft.com/office/drawing/2014/main" id="{1512700A-DC3D-F5EE-E6EC-F7C311B169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blipFill>
                <a:blip r:embed="rId43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6" name="직사각형 415">
                <a:extLst>
                  <a:ext uri="{FF2B5EF4-FFF2-40B4-BE49-F238E27FC236}">
                    <a16:creationId xmlns:a16="http://schemas.microsoft.com/office/drawing/2014/main" id="{F3124036-53EF-5081-FBD9-140F912DA89D}"/>
                  </a:ext>
                </a:extLst>
              </p:cNvPr>
              <p:cNvSpPr/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6" name="직사각형 415">
                <a:extLst>
                  <a:ext uri="{FF2B5EF4-FFF2-40B4-BE49-F238E27FC236}">
                    <a16:creationId xmlns:a16="http://schemas.microsoft.com/office/drawing/2014/main" id="{F3124036-53EF-5081-FBD9-140F912DA8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blipFill>
                <a:blip r:embed="rId44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직사각형 416">
                <a:extLst>
                  <a:ext uri="{FF2B5EF4-FFF2-40B4-BE49-F238E27FC236}">
                    <a16:creationId xmlns:a16="http://schemas.microsoft.com/office/drawing/2014/main" id="{E19375A4-310B-0F31-79AA-40E8AEB0551D}"/>
                  </a:ext>
                </a:extLst>
              </p:cNvPr>
              <p:cNvSpPr/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7" name="직사각형 416">
                <a:extLst>
                  <a:ext uri="{FF2B5EF4-FFF2-40B4-BE49-F238E27FC236}">
                    <a16:creationId xmlns:a16="http://schemas.microsoft.com/office/drawing/2014/main" id="{E19375A4-310B-0F31-79AA-40E8AEB055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blipFill>
                <a:blip r:embed="rId45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직사각형 417">
                <a:extLst>
                  <a:ext uri="{FF2B5EF4-FFF2-40B4-BE49-F238E27FC236}">
                    <a16:creationId xmlns:a16="http://schemas.microsoft.com/office/drawing/2014/main" id="{69E6D129-6FC7-928C-FD88-629F958689D0}"/>
                  </a:ext>
                </a:extLst>
              </p:cNvPr>
              <p:cNvSpPr/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8" name="직사각형 417">
                <a:extLst>
                  <a:ext uri="{FF2B5EF4-FFF2-40B4-BE49-F238E27FC236}">
                    <a16:creationId xmlns:a16="http://schemas.microsoft.com/office/drawing/2014/main" id="{69E6D129-6FC7-928C-FD88-629F958689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blipFill>
                <a:blip r:embed="rId46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직사각형 418">
                <a:extLst>
                  <a:ext uri="{FF2B5EF4-FFF2-40B4-BE49-F238E27FC236}">
                    <a16:creationId xmlns:a16="http://schemas.microsoft.com/office/drawing/2014/main" id="{EFEC48B4-6FCE-0D8E-46C8-7954383955DA}"/>
                  </a:ext>
                </a:extLst>
              </p:cNvPr>
              <p:cNvSpPr/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9" name="직사각형 418">
                <a:extLst>
                  <a:ext uri="{FF2B5EF4-FFF2-40B4-BE49-F238E27FC236}">
                    <a16:creationId xmlns:a16="http://schemas.microsoft.com/office/drawing/2014/main" id="{EFEC48B4-6FCE-0D8E-46C8-7954383955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blipFill>
                <a:blip r:embed="rId47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직사각형 419">
                <a:extLst>
                  <a:ext uri="{FF2B5EF4-FFF2-40B4-BE49-F238E27FC236}">
                    <a16:creationId xmlns:a16="http://schemas.microsoft.com/office/drawing/2014/main" id="{90AC8EC7-4D59-03F1-19B9-A50C6E2B9000}"/>
                  </a:ext>
                </a:extLst>
              </p:cNvPr>
              <p:cNvSpPr/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0" name="직사각형 419">
                <a:extLst>
                  <a:ext uri="{FF2B5EF4-FFF2-40B4-BE49-F238E27FC236}">
                    <a16:creationId xmlns:a16="http://schemas.microsoft.com/office/drawing/2014/main" id="{90AC8EC7-4D59-03F1-19B9-A50C6E2B90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blipFill>
                <a:blip r:embed="rId48"/>
                <a:stretch>
                  <a:fillRect l="-27778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1" name="직사각형 420">
                <a:extLst>
                  <a:ext uri="{FF2B5EF4-FFF2-40B4-BE49-F238E27FC236}">
                    <a16:creationId xmlns:a16="http://schemas.microsoft.com/office/drawing/2014/main" id="{262FAAB0-A34B-76F2-CFE7-CBD6ECEDD842}"/>
                  </a:ext>
                </a:extLst>
              </p:cNvPr>
              <p:cNvSpPr/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1" name="직사각형 420">
                <a:extLst>
                  <a:ext uri="{FF2B5EF4-FFF2-40B4-BE49-F238E27FC236}">
                    <a16:creationId xmlns:a16="http://schemas.microsoft.com/office/drawing/2014/main" id="{262FAAB0-A34B-76F2-CFE7-CBD6ECEDD8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blipFill>
                <a:blip r:embed="rId49"/>
                <a:stretch>
                  <a:fillRect l="-27027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2" name="직사각형 421">
                <a:extLst>
                  <a:ext uri="{FF2B5EF4-FFF2-40B4-BE49-F238E27FC236}">
                    <a16:creationId xmlns:a16="http://schemas.microsoft.com/office/drawing/2014/main" id="{AF0A8D75-525E-932E-8BA5-49ECE8F0595E}"/>
                  </a:ext>
                </a:extLst>
              </p:cNvPr>
              <p:cNvSpPr/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2" name="직사각형 421">
                <a:extLst>
                  <a:ext uri="{FF2B5EF4-FFF2-40B4-BE49-F238E27FC236}">
                    <a16:creationId xmlns:a16="http://schemas.microsoft.com/office/drawing/2014/main" id="{AF0A8D75-525E-932E-8BA5-49ECE8F059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blipFill>
                <a:blip r:embed="rId50"/>
                <a:stretch>
                  <a:fillRect b="-1538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3" name="직사각형 422">
            <a:extLst>
              <a:ext uri="{FF2B5EF4-FFF2-40B4-BE49-F238E27FC236}">
                <a16:creationId xmlns:a16="http://schemas.microsoft.com/office/drawing/2014/main" id="{DF8989B0-41F8-DA97-A672-DB2ECA640049}"/>
              </a:ext>
            </a:extLst>
          </p:cNvPr>
          <p:cNvSpPr/>
          <p:nvPr/>
        </p:nvSpPr>
        <p:spPr>
          <a:xfrm>
            <a:off x="9097062" y="1968298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2614B3A1-181D-BFB0-C4BA-927A1AC47F8F}"/>
                  </a:ext>
                </a:extLst>
              </p:cNvPr>
              <p:cNvSpPr/>
              <p:nvPr/>
            </p:nvSpPr>
            <p:spPr>
              <a:xfrm>
                <a:off x="9191655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2614B3A1-181D-BFB0-C4BA-927A1AC47F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739774"/>
                <a:ext cx="440958" cy="268835"/>
              </a:xfrm>
              <a:prstGeom prst="rect">
                <a:avLst/>
              </a:prstGeom>
              <a:blipFill>
                <a:blip r:embed="rId51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5" name="직사각형 424">
                <a:extLst>
                  <a:ext uri="{FF2B5EF4-FFF2-40B4-BE49-F238E27FC236}">
                    <a16:creationId xmlns:a16="http://schemas.microsoft.com/office/drawing/2014/main" id="{42F0463D-A128-4ADF-B5FC-BBB5ABEAD833}"/>
                  </a:ext>
                </a:extLst>
              </p:cNvPr>
              <p:cNvSpPr/>
              <p:nvPr/>
            </p:nvSpPr>
            <p:spPr>
              <a:xfrm>
                <a:off x="9790745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5" name="직사각형 424">
                <a:extLst>
                  <a:ext uri="{FF2B5EF4-FFF2-40B4-BE49-F238E27FC236}">
                    <a16:creationId xmlns:a16="http://schemas.microsoft.com/office/drawing/2014/main" id="{42F0463D-A128-4ADF-B5FC-BBB5ABEAD8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739774"/>
                <a:ext cx="440958" cy="268835"/>
              </a:xfrm>
              <a:prstGeom prst="rect">
                <a:avLst/>
              </a:prstGeom>
              <a:blipFill>
                <a:blip r:embed="rId52"/>
                <a:stretch>
                  <a:fillRect l="-30556" t="-21739" r="-2778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6" name="직사각형 425">
                <a:extLst>
                  <a:ext uri="{FF2B5EF4-FFF2-40B4-BE49-F238E27FC236}">
                    <a16:creationId xmlns:a16="http://schemas.microsoft.com/office/drawing/2014/main" id="{08181761-85BF-45A1-F9C1-139381F1F680}"/>
                  </a:ext>
                </a:extLst>
              </p:cNvPr>
              <p:cNvSpPr/>
              <p:nvPr/>
            </p:nvSpPr>
            <p:spPr>
              <a:xfrm>
                <a:off x="10389834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6" name="직사각형 425">
                <a:extLst>
                  <a:ext uri="{FF2B5EF4-FFF2-40B4-BE49-F238E27FC236}">
                    <a16:creationId xmlns:a16="http://schemas.microsoft.com/office/drawing/2014/main" id="{08181761-85BF-45A1-F9C1-139381F1F6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739774"/>
                <a:ext cx="440958" cy="268835"/>
              </a:xfrm>
              <a:prstGeom prst="rect">
                <a:avLst/>
              </a:prstGeom>
              <a:blipFill>
                <a:blip r:embed="rId53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7" name="직사각형 426">
                <a:extLst>
                  <a:ext uri="{FF2B5EF4-FFF2-40B4-BE49-F238E27FC236}">
                    <a16:creationId xmlns:a16="http://schemas.microsoft.com/office/drawing/2014/main" id="{0EF35E72-5AB0-7C16-FFBF-DF837ECA5593}"/>
                  </a:ext>
                </a:extLst>
              </p:cNvPr>
              <p:cNvSpPr/>
              <p:nvPr/>
            </p:nvSpPr>
            <p:spPr>
              <a:xfrm>
                <a:off x="9191655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7" name="직사각형 426">
                <a:extLst>
                  <a:ext uri="{FF2B5EF4-FFF2-40B4-BE49-F238E27FC236}">
                    <a16:creationId xmlns:a16="http://schemas.microsoft.com/office/drawing/2014/main" id="{0EF35E72-5AB0-7C16-FFBF-DF837ECA55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394344"/>
                <a:ext cx="440958" cy="268835"/>
              </a:xfrm>
              <a:prstGeom prst="rect">
                <a:avLst/>
              </a:prstGeom>
              <a:blipFill>
                <a:blip r:embed="rId54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8" name="직사각형 427">
                <a:extLst>
                  <a:ext uri="{FF2B5EF4-FFF2-40B4-BE49-F238E27FC236}">
                    <a16:creationId xmlns:a16="http://schemas.microsoft.com/office/drawing/2014/main" id="{10C155EE-C633-F064-F9A9-08D9BFC77C2F}"/>
                  </a:ext>
                </a:extLst>
              </p:cNvPr>
              <p:cNvSpPr/>
              <p:nvPr/>
            </p:nvSpPr>
            <p:spPr>
              <a:xfrm>
                <a:off x="9790745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8" name="직사각형 427">
                <a:extLst>
                  <a:ext uri="{FF2B5EF4-FFF2-40B4-BE49-F238E27FC236}">
                    <a16:creationId xmlns:a16="http://schemas.microsoft.com/office/drawing/2014/main" id="{10C155EE-C633-F064-F9A9-08D9BFC77C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394344"/>
                <a:ext cx="440958" cy="268835"/>
              </a:xfrm>
              <a:prstGeom prst="rect">
                <a:avLst/>
              </a:prstGeom>
              <a:blipFill>
                <a:blip r:embed="rId55"/>
                <a:stretch>
                  <a:fillRect l="-30556" t="-21739" r="-2778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9" name="직사각형 428">
                <a:extLst>
                  <a:ext uri="{FF2B5EF4-FFF2-40B4-BE49-F238E27FC236}">
                    <a16:creationId xmlns:a16="http://schemas.microsoft.com/office/drawing/2014/main" id="{660D746E-86FF-E474-7200-ADFE3DC7640E}"/>
                  </a:ext>
                </a:extLst>
              </p:cNvPr>
              <p:cNvSpPr/>
              <p:nvPr/>
            </p:nvSpPr>
            <p:spPr>
              <a:xfrm>
                <a:off x="10389834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9" name="직사각형 428">
                <a:extLst>
                  <a:ext uri="{FF2B5EF4-FFF2-40B4-BE49-F238E27FC236}">
                    <a16:creationId xmlns:a16="http://schemas.microsoft.com/office/drawing/2014/main" id="{660D746E-86FF-E474-7200-ADFE3DC764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394344"/>
                <a:ext cx="440958" cy="268835"/>
              </a:xfrm>
              <a:prstGeom prst="rect">
                <a:avLst/>
              </a:prstGeom>
              <a:blipFill>
                <a:blip r:embed="rId56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0" name="직사각형 429">
                <a:extLst>
                  <a:ext uri="{FF2B5EF4-FFF2-40B4-BE49-F238E27FC236}">
                    <a16:creationId xmlns:a16="http://schemas.microsoft.com/office/drawing/2014/main" id="{4BA17075-4D5B-9418-A88A-84CB4E06EC48}"/>
                  </a:ext>
                </a:extLst>
              </p:cNvPr>
              <p:cNvSpPr/>
              <p:nvPr/>
            </p:nvSpPr>
            <p:spPr>
              <a:xfrm>
                <a:off x="9191655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0" name="직사각형 429">
                <a:extLst>
                  <a:ext uri="{FF2B5EF4-FFF2-40B4-BE49-F238E27FC236}">
                    <a16:creationId xmlns:a16="http://schemas.microsoft.com/office/drawing/2014/main" id="{4BA17075-4D5B-9418-A88A-84CB4E06EC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048913"/>
                <a:ext cx="440958" cy="268835"/>
              </a:xfrm>
              <a:prstGeom prst="rect">
                <a:avLst/>
              </a:prstGeom>
              <a:blipFill>
                <a:blip r:embed="rId57"/>
                <a:stretch>
                  <a:fillRect l="-30556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1" name="직사각형 430">
                <a:extLst>
                  <a:ext uri="{FF2B5EF4-FFF2-40B4-BE49-F238E27FC236}">
                    <a16:creationId xmlns:a16="http://schemas.microsoft.com/office/drawing/2014/main" id="{F23ECBBD-661B-CCB5-84AD-F20AF0B20D39}"/>
                  </a:ext>
                </a:extLst>
              </p:cNvPr>
              <p:cNvSpPr/>
              <p:nvPr/>
            </p:nvSpPr>
            <p:spPr>
              <a:xfrm>
                <a:off x="9790745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1" name="직사각형 430">
                <a:extLst>
                  <a:ext uri="{FF2B5EF4-FFF2-40B4-BE49-F238E27FC236}">
                    <a16:creationId xmlns:a16="http://schemas.microsoft.com/office/drawing/2014/main" id="{F23ECBBD-661B-CCB5-84AD-F20AF0B20D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048913"/>
                <a:ext cx="440958" cy="268835"/>
              </a:xfrm>
              <a:prstGeom prst="rect">
                <a:avLst/>
              </a:prstGeom>
              <a:blipFill>
                <a:blip r:embed="rId58"/>
                <a:stretch>
                  <a:fillRect l="-30556" t="-17391" r="-2778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2" name="직사각형 431">
                <a:extLst>
                  <a:ext uri="{FF2B5EF4-FFF2-40B4-BE49-F238E27FC236}">
                    <a16:creationId xmlns:a16="http://schemas.microsoft.com/office/drawing/2014/main" id="{3FBC74F7-8D0A-FCDD-9000-0DF8B3FFDFA1}"/>
                  </a:ext>
                </a:extLst>
              </p:cNvPr>
              <p:cNvSpPr/>
              <p:nvPr/>
            </p:nvSpPr>
            <p:spPr>
              <a:xfrm>
                <a:off x="10389834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2" name="직사각형 431">
                <a:extLst>
                  <a:ext uri="{FF2B5EF4-FFF2-40B4-BE49-F238E27FC236}">
                    <a16:creationId xmlns:a16="http://schemas.microsoft.com/office/drawing/2014/main" id="{3FBC74F7-8D0A-FCDD-9000-0DF8B3FFDF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048913"/>
                <a:ext cx="440958" cy="268835"/>
              </a:xfrm>
              <a:prstGeom prst="rect">
                <a:avLst/>
              </a:prstGeom>
              <a:blipFill>
                <a:blip r:embed="rId59"/>
                <a:stretch>
                  <a:fillRect l="-29730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3" name="직사각형 432">
                <a:extLst>
                  <a:ext uri="{FF2B5EF4-FFF2-40B4-BE49-F238E27FC236}">
                    <a16:creationId xmlns:a16="http://schemas.microsoft.com/office/drawing/2014/main" id="{D0B85CBA-5B32-F6F8-F44A-4F028206F7F4}"/>
                  </a:ext>
                </a:extLst>
              </p:cNvPr>
              <p:cNvSpPr/>
              <p:nvPr/>
            </p:nvSpPr>
            <p:spPr>
              <a:xfrm>
                <a:off x="9097062" y="1505384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sz="16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3" name="직사각형 432">
                <a:extLst>
                  <a:ext uri="{FF2B5EF4-FFF2-40B4-BE49-F238E27FC236}">
                    <a16:creationId xmlns:a16="http://schemas.microsoft.com/office/drawing/2014/main" id="{D0B85CBA-5B32-F6F8-F44A-4F028206F7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1505384"/>
                <a:ext cx="1828322" cy="302106"/>
              </a:xfrm>
              <a:prstGeom prst="rect">
                <a:avLst/>
              </a:prstGeom>
              <a:blipFill>
                <a:blip r:embed="rId60"/>
                <a:stretch>
                  <a:fillRect t="-15385" b="-2307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4" name="그룹 433">
            <a:extLst>
              <a:ext uri="{FF2B5EF4-FFF2-40B4-BE49-F238E27FC236}">
                <a16:creationId xmlns:a16="http://schemas.microsoft.com/office/drawing/2014/main" id="{A97DEA99-2496-4DDE-054F-B49A71730B50}"/>
              </a:ext>
            </a:extLst>
          </p:cNvPr>
          <p:cNvGrpSpPr/>
          <p:nvPr/>
        </p:nvGrpSpPr>
        <p:grpSpPr>
          <a:xfrm>
            <a:off x="9191655" y="1075741"/>
            <a:ext cx="1639137" cy="268835"/>
            <a:chOff x="8198547" y="5378798"/>
            <a:chExt cx="1639137" cy="312877"/>
          </a:xfrm>
          <a:solidFill>
            <a:srgbClr val="FFF3CC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5" name="직사각형 434">
                  <a:extLst>
                    <a:ext uri="{FF2B5EF4-FFF2-40B4-BE49-F238E27FC236}">
                      <a16:creationId xmlns:a16="http://schemas.microsoft.com/office/drawing/2014/main" id="{1B3811F1-D010-BA7E-0F97-B8DC11241516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1CA0561D-2E42-049F-1B24-B02209C8F7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31"/>
                  <a:stretch>
                    <a:fillRect l="-16667" t="-17391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6" name="직사각형 435">
                  <a:extLst>
                    <a:ext uri="{FF2B5EF4-FFF2-40B4-BE49-F238E27FC236}">
                      <a16:creationId xmlns:a16="http://schemas.microsoft.com/office/drawing/2014/main" id="{2D2516A7-8E50-782F-498A-570727123523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4DD7FF58-D379-B3F1-15EC-7981FA6710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32"/>
                  <a:stretch>
                    <a:fillRect l="-19444" t="-17391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7" name="직사각형 436">
                  <a:extLst>
                    <a:ext uri="{FF2B5EF4-FFF2-40B4-BE49-F238E27FC236}">
                      <a16:creationId xmlns:a16="http://schemas.microsoft.com/office/drawing/2014/main" id="{2D4CB425-27A0-DA76-B1FA-BC66A2B6BED0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0988B393-E885-3CC2-659A-82DFD84583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33"/>
                  <a:stretch>
                    <a:fillRect l="-16216" t="-17391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8" name="직선 화살표 연결선 437">
            <a:extLst>
              <a:ext uri="{FF2B5EF4-FFF2-40B4-BE49-F238E27FC236}">
                <a16:creationId xmlns:a16="http://schemas.microsoft.com/office/drawing/2014/main" id="{11DC8AE2-1839-3DC0-5A35-800B589E69A0}"/>
              </a:ext>
            </a:extLst>
          </p:cNvPr>
          <p:cNvCxnSpPr>
            <a:cxnSpLocks/>
            <a:stCxn id="405" idx="0"/>
            <a:endCxn id="409" idx="2"/>
          </p:cNvCxnSpPr>
          <p:nvPr/>
        </p:nvCxnSpPr>
        <p:spPr>
          <a:xfrm flipV="1">
            <a:off x="941213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직선 화살표 연결선 438">
            <a:extLst>
              <a:ext uri="{FF2B5EF4-FFF2-40B4-BE49-F238E27FC236}">
                <a16:creationId xmlns:a16="http://schemas.microsoft.com/office/drawing/2014/main" id="{B9B50CAC-FFFD-5605-489F-34E97C13E68F}"/>
              </a:ext>
            </a:extLst>
          </p:cNvPr>
          <p:cNvCxnSpPr>
            <a:cxnSpLocks/>
            <a:stCxn id="406" idx="0"/>
            <a:endCxn id="410" idx="2"/>
          </p:cNvCxnSpPr>
          <p:nvPr/>
        </p:nvCxnSpPr>
        <p:spPr>
          <a:xfrm flipV="1">
            <a:off x="1001122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직선 화살표 연결선 439">
            <a:extLst>
              <a:ext uri="{FF2B5EF4-FFF2-40B4-BE49-F238E27FC236}">
                <a16:creationId xmlns:a16="http://schemas.microsoft.com/office/drawing/2014/main" id="{D385CEAA-F4BF-07ED-63DC-484A9EB6AD61}"/>
              </a:ext>
            </a:extLst>
          </p:cNvPr>
          <p:cNvCxnSpPr>
            <a:cxnSpLocks/>
            <a:stCxn id="407" idx="0"/>
            <a:endCxn id="411" idx="2"/>
          </p:cNvCxnSpPr>
          <p:nvPr/>
        </p:nvCxnSpPr>
        <p:spPr>
          <a:xfrm flipV="1">
            <a:off x="10610313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직선 화살표 연결선 440">
            <a:extLst>
              <a:ext uri="{FF2B5EF4-FFF2-40B4-BE49-F238E27FC236}">
                <a16:creationId xmlns:a16="http://schemas.microsoft.com/office/drawing/2014/main" id="{15253E18-1ACE-7932-6264-C8DC6689B622}"/>
              </a:ext>
            </a:extLst>
          </p:cNvPr>
          <p:cNvCxnSpPr>
            <a:cxnSpLocks/>
          </p:cNvCxnSpPr>
          <p:nvPr/>
        </p:nvCxnSpPr>
        <p:spPr>
          <a:xfrm flipV="1">
            <a:off x="941213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직선 화살표 연결선 441">
            <a:extLst>
              <a:ext uri="{FF2B5EF4-FFF2-40B4-BE49-F238E27FC236}">
                <a16:creationId xmlns:a16="http://schemas.microsoft.com/office/drawing/2014/main" id="{0A30B2BD-1607-52FF-A186-7A9F1C58F5E8}"/>
              </a:ext>
            </a:extLst>
          </p:cNvPr>
          <p:cNvCxnSpPr>
            <a:cxnSpLocks/>
          </p:cNvCxnSpPr>
          <p:nvPr/>
        </p:nvCxnSpPr>
        <p:spPr>
          <a:xfrm flipV="1">
            <a:off x="1001122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직선 화살표 연결선 442">
            <a:extLst>
              <a:ext uri="{FF2B5EF4-FFF2-40B4-BE49-F238E27FC236}">
                <a16:creationId xmlns:a16="http://schemas.microsoft.com/office/drawing/2014/main" id="{7A2D5E5D-3B22-7F6E-5126-54D4F46998A6}"/>
              </a:ext>
            </a:extLst>
          </p:cNvPr>
          <p:cNvCxnSpPr>
            <a:cxnSpLocks/>
          </p:cNvCxnSpPr>
          <p:nvPr/>
        </p:nvCxnSpPr>
        <p:spPr>
          <a:xfrm flipV="1">
            <a:off x="10610313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직선 화살표 연결선 443">
            <a:extLst>
              <a:ext uri="{FF2B5EF4-FFF2-40B4-BE49-F238E27FC236}">
                <a16:creationId xmlns:a16="http://schemas.microsoft.com/office/drawing/2014/main" id="{09928455-1A7F-D3AD-E276-9CBBD61A9BE6}"/>
              </a:ext>
            </a:extLst>
          </p:cNvPr>
          <p:cNvCxnSpPr>
            <a:cxnSpLocks/>
            <a:stCxn id="422" idx="0"/>
            <a:endCxn id="423" idx="2"/>
          </p:cNvCxnSpPr>
          <p:nvPr/>
        </p:nvCxnSpPr>
        <p:spPr>
          <a:xfrm flipV="1">
            <a:off x="10011223" y="3089224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직선 화살표 연결선 444">
            <a:extLst>
              <a:ext uri="{FF2B5EF4-FFF2-40B4-BE49-F238E27FC236}">
                <a16:creationId xmlns:a16="http://schemas.microsoft.com/office/drawing/2014/main" id="{595CE1E1-E4B6-40C2-CC8A-18B6948F437A}"/>
              </a:ext>
            </a:extLst>
          </p:cNvPr>
          <p:cNvCxnSpPr>
            <a:cxnSpLocks/>
            <a:stCxn id="412" idx="0"/>
            <a:endCxn id="422" idx="2"/>
          </p:cNvCxnSpPr>
          <p:nvPr/>
        </p:nvCxnSpPr>
        <p:spPr>
          <a:xfrm flipV="1">
            <a:off x="10011223" y="3552138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직선 화살표 연결선 445">
            <a:extLst>
              <a:ext uri="{FF2B5EF4-FFF2-40B4-BE49-F238E27FC236}">
                <a16:creationId xmlns:a16="http://schemas.microsoft.com/office/drawing/2014/main" id="{C7036CB7-D5DA-474B-E45D-83E90215C4A8}"/>
              </a:ext>
            </a:extLst>
          </p:cNvPr>
          <p:cNvCxnSpPr>
            <a:cxnSpLocks/>
          </p:cNvCxnSpPr>
          <p:nvPr/>
        </p:nvCxnSpPr>
        <p:spPr>
          <a:xfrm flipV="1">
            <a:off x="9412134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직선 화살표 연결선 446">
            <a:extLst>
              <a:ext uri="{FF2B5EF4-FFF2-40B4-BE49-F238E27FC236}">
                <a16:creationId xmlns:a16="http://schemas.microsoft.com/office/drawing/2014/main" id="{E430539B-14E1-4890-1BD9-89EFE4F8486A}"/>
              </a:ext>
            </a:extLst>
          </p:cNvPr>
          <p:cNvCxnSpPr>
            <a:cxnSpLocks/>
          </p:cNvCxnSpPr>
          <p:nvPr/>
        </p:nvCxnSpPr>
        <p:spPr>
          <a:xfrm flipV="1">
            <a:off x="10011224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직선 화살표 연결선 447">
            <a:extLst>
              <a:ext uri="{FF2B5EF4-FFF2-40B4-BE49-F238E27FC236}">
                <a16:creationId xmlns:a16="http://schemas.microsoft.com/office/drawing/2014/main" id="{8E5E805C-CA2D-C5FF-B06A-BFD5B76CB56F}"/>
              </a:ext>
            </a:extLst>
          </p:cNvPr>
          <p:cNvCxnSpPr>
            <a:cxnSpLocks/>
          </p:cNvCxnSpPr>
          <p:nvPr/>
        </p:nvCxnSpPr>
        <p:spPr>
          <a:xfrm flipV="1">
            <a:off x="10610313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직선 화살표 연결선 448">
            <a:extLst>
              <a:ext uri="{FF2B5EF4-FFF2-40B4-BE49-F238E27FC236}">
                <a16:creationId xmlns:a16="http://schemas.microsoft.com/office/drawing/2014/main" id="{C2E51FC9-912F-09E2-D118-088A7E72E907}"/>
              </a:ext>
            </a:extLst>
          </p:cNvPr>
          <p:cNvCxnSpPr>
            <a:cxnSpLocks/>
            <a:stCxn id="423" idx="0"/>
            <a:endCxn id="433" idx="2"/>
          </p:cNvCxnSpPr>
          <p:nvPr/>
        </p:nvCxnSpPr>
        <p:spPr>
          <a:xfrm flipV="1">
            <a:off x="10011223" y="1807490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0" name="그룹 449">
            <a:extLst>
              <a:ext uri="{FF2B5EF4-FFF2-40B4-BE49-F238E27FC236}">
                <a16:creationId xmlns:a16="http://schemas.microsoft.com/office/drawing/2014/main" id="{72DD7784-3D80-CE9B-644E-6031D05DAECF}"/>
              </a:ext>
            </a:extLst>
          </p:cNvPr>
          <p:cNvGrpSpPr/>
          <p:nvPr/>
        </p:nvGrpSpPr>
        <p:grpSpPr>
          <a:xfrm>
            <a:off x="8425813" y="3793561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1" name="직사각형 450">
                  <a:extLst>
                    <a:ext uri="{FF2B5EF4-FFF2-40B4-BE49-F238E27FC236}">
                      <a16:creationId xmlns:a16="http://schemas.microsoft.com/office/drawing/2014/main" id="{A0B3603B-1B86-FC4A-D557-799554F41040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직사각형 54">
                  <a:extLst>
                    <a:ext uri="{FF2B5EF4-FFF2-40B4-BE49-F238E27FC236}">
                      <a16:creationId xmlns:a16="http://schemas.microsoft.com/office/drawing/2014/main" id="{7C422282-8B23-3EEC-6358-DDFD373C82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34"/>
                  <a:stretch>
                    <a:fillRect l="-18919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2" name="직사각형 451">
                  <a:extLst>
                    <a:ext uri="{FF2B5EF4-FFF2-40B4-BE49-F238E27FC236}">
                      <a16:creationId xmlns:a16="http://schemas.microsoft.com/office/drawing/2014/main" id="{47004B05-0C3B-D339-E352-FC2CC510CA3F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4ACD1716-E93A-7AC5-5DDE-3BF6854A70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35"/>
                  <a:stretch>
                    <a:fillRect l="-18919" t="-4348" b="-43478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3" name="직사각형 452">
                  <a:extLst>
                    <a:ext uri="{FF2B5EF4-FFF2-40B4-BE49-F238E27FC236}">
                      <a16:creationId xmlns:a16="http://schemas.microsoft.com/office/drawing/2014/main" id="{A8B26B6D-491D-6CDF-0637-2D01A3D2804F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8723DF0C-2DE4-AD32-FD61-1EB7757F14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36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4" name="그룹 453">
            <a:extLst>
              <a:ext uri="{FF2B5EF4-FFF2-40B4-BE49-F238E27FC236}">
                <a16:creationId xmlns:a16="http://schemas.microsoft.com/office/drawing/2014/main" id="{6424EACE-51CC-76B3-C002-983AE2AB03DD}"/>
              </a:ext>
            </a:extLst>
          </p:cNvPr>
          <p:cNvGrpSpPr/>
          <p:nvPr/>
        </p:nvGrpSpPr>
        <p:grpSpPr>
          <a:xfrm>
            <a:off x="8425813" y="2048913"/>
            <a:ext cx="440958" cy="959696"/>
            <a:chOff x="8298472" y="2048913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5" name="직사각형 454">
                  <a:extLst>
                    <a:ext uri="{FF2B5EF4-FFF2-40B4-BE49-F238E27FC236}">
                      <a16:creationId xmlns:a16="http://schemas.microsoft.com/office/drawing/2014/main" id="{3729A412-3577-8E34-4404-FFBA8E66B091}"/>
                    </a:ext>
                  </a:extLst>
                </p:cNvPr>
                <p:cNvSpPr/>
                <p:nvPr/>
              </p:nvSpPr>
              <p:spPr>
                <a:xfrm>
                  <a:off x="8298472" y="2739774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DFF66705-B650-B7B1-B3D1-F60B7FAA04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739774"/>
                  <a:ext cx="440958" cy="268835"/>
                </a:xfrm>
                <a:prstGeom prst="rect">
                  <a:avLst/>
                </a:prstGeom>
                <a:blipFill>
                  <a:blip r:embed="rId37"/>
                  <a:stretch>
                    <a:fillRect l="-16216" t="-21739" b="-21739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6" name="직사각형 455">
                  <a:extLst>
                    <a:ext uri="{FF2B5EF4-FFF2-40B4-BE49-F238E27FC236}">
                      <a16:creationId xmlns:a16="http://schemas.microsoft.com/office/drawing/2014/main" id="{629E7EAE-0515-1CB9-9ABC-67670338B54F}"/>
                    </a:ext>
                  </a:extLst>
                </p:cNvPr>
                <p:cNvSpPr/>
                <p:nvPr/>
              </p:nvSpPr>
              <p:spPr>
                <a:xfrm>
                  <a:off x="8298472" y="2394344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ADC94271-FC69-97DB-7D59-0679522CF2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394344"/>
                  <a:ext cx="440958" cy="268835"/>
                </a:xfrm>
                <a:prstGeom prst="rect">
                  <a:avLst/>
                </a:prstGeom>
                <a:blipFill>
                  <a:blip r:embed="rId38"/>
                  <a:stretch>
                    <a:fillRect l="-16216" t="-21739" b="-21739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7" name="직사각형 456">
                  <a:extLst>
                    <a:ext uri="{FF2B5EF4-FFF2-40B4-BE49-F238E27FC236}">
                      <a16:creationId xmlns:a16="http://schemas.microsoft.com/office/drawing/2014/main" id="{52B04F82-73D4-EF15-774D-82AC19CEF8B0}"/>
                    </a:ext>
                  </a:extLst>
                </p:cNvPr>
                <p:cNvSpPr/>
                <p:nvPr/>
              </p:nvSpPr>
              <p:spPr>
                <a:xfrm>
                  <a:off x="8298472" y="2048913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41030FDF-BBB7-9CE5-FF8E-2F6A6B1B8B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048913"/>
                  <a:ext cx="440958" cy="268835"/>
                </a:xfrm>
                <a:prstGeom prst="rect">
                  <a:avLst/>
                </a:prstGeom>
                <a:blipFill>
                  <a:blip r:embed="rId39"/>
                  <a:stretch>
                    <a:fillRect l="-16216" t="-17391" b="-26087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6" name="그룹 465">
            <a:extLst>
              <a:ext uri="{FF2B5EF4-FFF2-40B4-BE49-F238E27FC236}">
                <a16:creationId xmlns:a16="http://schemas.microsoft.com/office/drawing/2014/main" id="{5E14A0E3-D282-1BCF-E949-00911BBA0172}"/>
              </a:ext>
            </a:extLst>
          </p:cNvPr>
          <p:cNvGrpSpPr/>
          <p:nvPr/>
        </p:nvGrpSpPr>
        <p:grpSpPr>
          <a:xfrm>
            <a:off x="8866770" y="2183331"/>
            <a:ext cx="225977" cy="2435509"/>
            <a:chOff x="8866771" y="2183331"/>
            <a:chExt cx="324884" cy="2435509"/>
          </a:xfrm>
        </p:grpSpPr>
        <p:cxnSp>
          <p:nvCxnSpPr>
            <p:cNvPr id="467" name="직선 화살표 연결선 466">
              <a:extLst>
                <a:ext uri="{FF2B5EF4-FFF2-40B4-BE49-F238E27FC236}">
                  <a16:creationId xmlns:a16="http://schemas.microsoft.com/office/drawing/2014/main" id="{CA4EAAFF-0647-150F-06E8-850219ABB7BD}"/>
                </a:ext>
              </a:extLst>
            </p:cNvPr>
            <p:cNvCxnSpPr>
              <a:cxnSpLocks/>
              <a:stCxn id="451" idx="3"/>
              <a:endCxn id="413" idx="1"/>
            </p:cNvCxnSpPr>
            <p:nvPr/>
          </p:nvCxnSpPr>
          <p:spPr>
            <a:xfrm>
              <a:off x="8866771" y="461884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직선 화살표 연결선 467">
              <a:extLst>
                <a:ext uri="{FF2B5EF4-FFF2-40B4-BE49-F238E27FC236}">
                  <a16:creationId xmlns:a16="http://schemas.microsoft.com/office/drawing/2014/main" id="{3490B9AF-8644-972E-2C17-BA8E971443D2}"/>
                </a:ext>
              </a:extLst>
            </p:cNvPr>
            <p:cNvCxnSpPr>
              <a:cxnSpLocks/>
              <a:stCxn id="452" idx="3"/>
              <a:endCxn id="416" idx="1"/>
            </p:cNvCxnSpPr>
            <p:nvPr/>
          </p:nvCxnSpPr>
          <p:spPr>
            <a:xfrm>
              <a:off x="8866771" y="427341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직선 화살표 연결선 468">
              <a:extLst>
                <a:ext uri="{FF2B5EF4-FFF2-40B4-BE49-F238E27FC236}">
                  <a16:creationId xmlns:a16="http://schemas.microsoft.com/office/drawing/2014/main" id="{32A5AEB0-63E1-92CA-5871-046397D4A138}"/>
                </a:ext>
              </a:extLst>
            </p:cNvPr>
            <p:cNvCxnSpPr>
              <a:cxnSpLocks/>
              <a:stCxn id="453" idx="3"/>
              <a:endCxn id="419" idx="1"/>
            </p:cNvCxnSpPr>
            <p:nvPr/>
          </p:nvCxnSpPr>
          <p:spPr>
            <a:xfrm>
              <a:off x="8866771" y="3927979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직선 화살표 연결선 469">
              <a:extLst>
                <a:ext uri="{FF2B5EF4-FFF2-40B4-BE49-F238E27FC236}">
                  <a16:creationId xmlns:a16="http://schemas.microsoft.com/office/drawing/2014/main" id="{D8DDF58C-F751-2D35-2FEF-B8C90F5BEA8A}"/>
                </a:ext>
              </a:extLst>
            </p:cNvPr>
            <p:cNvCxnSpPr>
              <a:cxnSpLocks/>
              <a:stCxn id="456" idx="3"/>
              <a:endCxn id="427" idx="1"/>
            </p:cNvCxnSpPr>
            <p:nvPr/>
          </p:nvCxnSpPr>
          <p:spPr>
            <a:xfrm>
              <a:off x="8866771" y="252876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직선 화살표 연결선 470">
              <a:extLst>
                <a:ext uri="{FF2B5EF4-FFF2-40B4-BE49-F238E27FC236}">
                  <a16:creationId xmlns:a16="http://schemas.microsoft.com/office/drawing/2014/main" id="{372028A9-BD8C-A8A9-B6E5-B8640E884B64}"/>
                </a:ext>
              </a:extLst>
            </p:cNvPr>
            <p:cNvCxnSpPr>
              <a:cxnSpLocks/>
              <a:stCxn id="457" idx="3"/>
              <a:endCxn id="430" idx="1"/>
            </p:cNvCxnSpPr>
            <p:nvPr/>
          </p:nvCxnSpPr>
          <p:spPr>
            <a:xfrm>
              <a:off x="8866771" y="2183331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직선 화살표 연결선 471">
              <a:extLst>
                <a:ext uri="{FF2B5EF4-FFF2-40B4-BE49-F238E27FC236}">
                  <a16:creationId xmlns:a16="http://schemas.microsoft.com/office/drawing/2014/main" id="{AED9558F-69AB-A1A6-EAFB-19D8D02DF95D}"/>
                </a:ext>
              </a:extLst>
            </p:cNvPr>
            <p:cNvCxnSpPr>
              <a:cxnSpLocks/>
              <a:stCxn id="455" idx="3"/>
              <a:endCxn id="424" idx="1"/>
            </p:cNvCxnSpPr>
            <p:nvPr/>
          </p:nvCxnSpPr>
          <p:spPr>
            <a:xfrm>
              <a:off x="8866771" y="287419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3" name="그룹 472">
            <a:extLst>
              <a:ext uri="{FF2B5EF4-FFF2-40B4-BE49-F238E27FC236}">
                <a16:creationId xmlns:a16="http://schemas.microsoft.com/office/drawing/2014/main" id="{DD56A7A0-1DA2-70F0-E7D8-B6924DCA082C}"/>
              </a:ext>
            </a:extLst>
          </p:cNvPr>
          <p:cNvGrpSpPr/>
          <p:nvPr/>
        </p:nvGrpSpPr>
        <p:grpSpPr>
          <a:xfrm>
            <a:off x="9191655" y="5692335"/>
            <a:ext cx="1639137" cy="268835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4" name="직사각형 473">
                  <a:extLst>
                    <a:ext uri="{FF2B5EF4-FFF2-40B4-BE49-F238E27FC236}">
                      <a16:creationId xmlns:a16="http://schemas.microsoft.com/office/drawing/2014/main" id="{39465884-15AE-AA64-A8E8-DBDA4668C86E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4" name="직사각형 473">
                  <a:extLst>
                    <a:ext uri="{FF2B5EF4-FFF2-40B4-BE49-F238E27FC236}">
                      <a16:creationId xmlns:a16="http://schemas.microsoft.com/office/drawing/2014/main" id="{39465884-15AE-AA64-A8E8-DBDA4668C8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61"/>
                  <a:stretch>
                    <a:fillRect l="-22222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5" name="직사각형 474">
                  <a:extLst>
                    <a:ext uri="{FF2B5EF4-FFF2-40B4-BE49-F238E27FC236}">
                      <a16:creationId xmlns:a16="http://schemas.microsoft.com/office/drawing/2014/main" id="{C7A74B63-D23E-878C-022C-488F3AD65A27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5" name="직사각형 474">
                  <a:extLst>
                    <a:ext uri="{FF2B5EF4-FFF2-40B4-BE49-F238E27FC236}">
                      <a16:creationId xmlns:a16="http://schemas.microsoft.com/office/drawing/2014/main" id="{C7A74B63-D23E-878C-022C-488F3AD65A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62"/>
                  <a:stretch>
                    <a:fillRect l="-22222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6" name="직사각형 475">
                  <a:extLst>
                    <a:ext uri="{FF2B5EF4-FFF2-40B4-BE49-F238E27FC236}">
                      <a16:creationId xmlns:a16="http://schemas.microsoft.com/office/drawing/2014/main" id="{0CFE312E-B979-326E-E5D8-1D7B9A63A3D2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6" name="직사각형 475">
                  <a:extLst>
                    <a:ext uri="{FF2B5EF4-FFF2-40B4-BE49-F238E27FC236}">
                      <a16:creationId xmlns:a16="http://schemas.microsoft.com/office/drawing/2014/main" id="{0CFE312E-B979-326E-E5D8-1D7B9A63A3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63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77" name="직선 화살표 연결선 476">
            <a:extLst>
              <a:ext uri="{FF2B5EF4-FFF2-40B4-BE49-F238E27FC236}">
                <a16:creationId xmlns:a16="http://schemas.microsoft.com/office/drawing/2014/main" id="{9AB8A5E6-27B0-6BA1-A3F8-493F9352BA70}"/>
              </a:ext>
            </a:extLst>
          </p:cNvPr>
          <p:cNvCxnSpPr>
            <a:cxnSpLocks/>
          </p:cNvCxnSpPr>
          <p:nvPr/>
        </p:nvCxnSpPr>
        <p:spPr>
          <a:xfrm>
            <a:off x="7259399" y="4215523"/>
            <a:ext cx="1837663" cy="158540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" name="TextBox 480">
            <a:extLst>
              <a:ext uri="{FF2B5EF4-FFF2-40B4-BE49-F238E27FC236}">
                <a16:creationId xmlns:a16="http://schemas.microsoft.com/office/drawing/2014/main" id="{D24C8770-0E9C-9330-F7D1-0978CBF3FB15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319180822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11D16-4BD9-5A33-50D5-CE5885775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CBCBEC-CB29-AC46-8E88-68F7CA5C9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i="1" dirty="0"/>
              <a:t>Masked </a:t>
            </a:r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C92C5B-9595-0DC2-895D-060ADA455C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100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DF20ED-2AD1-C1AD-F462-C38B0C1842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5E548C-283D-FF71-1385-CFD09E87E716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3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B45D39F-11AB-B300-D95B-10F6B289B4D1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4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7C0017D6-3F5B-FE74-8C39-4D1229D5CA63}"/>
              </a:ext>
            </a:extLst>
          </p:cNvPr>
          <p:cNvGrpSpPr/>
          <p:nvPr/>
        </p:nvGrpSpPr>
        <p:grpSpPr>
          <a:xfrm>
            <a:off x="9191655" y="5424321"/>
            <a:ext cx="1639137" cy="268835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02FE861D-46D5-C541-012A-F21189D490F9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5346D053-FB62-DC1F-15F7-5266974B2EA5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BEF02D53-B280-560B-E5D5-505A3C150F20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B52B306-6894-5DB5-6447-3C17C0047EDC}"/>
              </a:ext>
            </a:extLst>
          </p:cNvPr>
          <p:cNvGrpSpPr/>
          <p:nvPr/>
        </p:nvGrpSpPr>
        <p:grpSpPr>
          <a:xfrm>
            <a:off x="9191655" y="4994680"/>
            <a:ext cx="1639137" cy="268835"/>
            <a:chOff x="8198547" y="490230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FDB9119E-69AB-4F49-50F1-08647E3E19E0}"/>
                    </a:ext>
                  </a:extLst>
                </p:cNvPr>
                <p:cNvSpPr/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4D0EEF5E-CE6F-5064-859E-22A6D2D620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4902308"/>
                  <a:ext cx="440958" cy="312877"/>
                </a:xfrm>
                <a:prstGeom prst="rect">
                  <a:avLst/>
                </a:prstGeom>
                <a:blipFill>
                  <a:blip r:embed="rId8"/>
                  <a:stretch>
                    <a:fillRect l="-19444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ED4E1128-751C-600F-CB96-8B9ED2CA25A7}"/>
                    </a:ext>
                  </a:extLst>
                </p:cNvPr>
                <p:cNvSpPr/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BDBB78CA-592B-85F7-8ABA-5DB3216EDF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4902308"/>
                  <a:ext cx="440958" cy="312877"/>
                </a:xfrm>
                <a:prstGeom prst="rect">
                  <a:avLst/>
                </a:prstGeom>
                <a:blipFill>
                  <a:blip r:embed="rId9"/>
                  <a:stretch>
                    <a:fillRect l="-22222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E3576224-BBD8-AF2D-A2F9-B9EF8DE04330}"/>
                    </a:ext>
                  </a:extLst>
                </p:cNvPr>
                <p:cNvSpPr/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solidFill>
                  <a:srgbClr val="E3F1D9"/>
                </a:solidFill>
                <a:ln w="12700">
                  <a:solidFill>
                    <a:srgbClr val="71AD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54A6B319-B96E-451B-933B-355AB7DFA1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4902308"/>
                  <a:ext cx="440958" cy="312877"/>
                </a:xfrm>
                <a:prstGeom prst="rect">
                  <a:avLst/>
                </a:prstGeom>
                <a:blipFill>
                  <a:blip r:embed="rId10"/>
                  <a:stretch>
                    <a:fillRect l="-18919" t="-17391" b="-26087"/>
                  </a:stretch>
                </a:blipFill>
                <a:ln w="12700">
                  <a:solidFill>
                    <a:srgbClr val="71AD47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48955B-A6B2-1F95-0382-29B6BC8A4625}"/>
              </a:ext>
            </a:extLst>
          </p:cNvPr>
          <p:cNvSpPr/>
          <p:nvPr/>
        </p:nvSpPr>
        <p:spPr>
          <a:xfrm>
            <a:off x="9097062" y="3712946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C7D03DC8-DB66-972A-722A-E805D98E6B4F}"/>
                  </a:ext>
                </a:extLst>
              </p:cNvPr>
              <p:cNvSpPr/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B64D6D38-0655-2CF7-24F9-5977D131D5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484422"/>
                <a:ext cx="440958" cy="268835"/>
              </a:xfrm>
              <a:prstGeom prst="rect">
                <a:avLst/>
              </a:prstGeom>
              <a:blipFill>
                <a:blip r:embed="rId11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F33BE6B3-1B35-C0B9-EC48-5D6268534D17}"/>
                  </a:ext>
                </a:extLst>
              </p:cNvPr>
              <p:cNvSpPr/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0953765A-6FEE-1C25-6BF5-A866943D07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484422"/>
                <a:ext cx="440958" cy="268835"/>
              </a:xfrm>
              <a:prstGeom prst="rect">
                <a:avLst/>
              </a:prstGeom>
              <a:blipFill>
                <a:blip r:embed="rId12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E9ED93B0-26C1-12EE-1333-731761254BDD}"/>
                  </a:ext>
                </a:extLst>
              </p:cNvPr>
              <p:cNvSpPr/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4B0381D-04FD-3BD5-7637-E3E6FBD18B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484422"/>
                <a:ext cx="440958" cy="268835"/>
              </a:xfrm>
              <a:prstGeom prst="rect">
                <a:avLst/>
              </a:prstGeom>
              <a:blipFill>
                <a:blip r:embed="rId13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0E9225C7-3057-B3B0-05D4-2CC737F06934}"/>
                  </a:ext>
                </a:extLst>
              </p:cNvPr>
              <p:cNvSpPr/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18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sz="18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−∞</m:t>
                      </m:r>
                    </m:oMath>
                  </m:oMathPara>
                </a14:m>
                <a:endParaRPr kumimoji="1" lang="ko-KR" altLang="en-US" sz="1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0E9225C7-3057-B3B0-05D4-2CC737F069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4138992"/>
                <a:ext cx="440958" cy="268835"/>
              </a:xfrm>
              <a:prstGeom prst="rect">
                <a:avLst/>
              </a:prstGeom>
              <a:blipFill>
                <a:blip r:embed="rId14"/>
                <a:stretch>
                  <a:fillRect l="-30556" t="-4348" r="-2778" b="-43478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60D609D2-955D-96BB-9CB7-6A591CAEFACF}"/>
                  </a:ext>
                </a:extLst>
              </p:cNvPr>
              <p:cNvSpPr/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6B58053E-225A-72A1-1CD2-A39EEDF680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4138992"/>
                <a:ext cx="440958" cy="268835"/>
              </a:xfrm>
              <a:prstGeom prst="rect">
                <a:avLst/>
              </a:prstGeom>
              <a:blipFill>
                <a:blip r:embed="rId15"/>
                <a:stretch>
                  <a:fillRect l="-27778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F37AB89F-980B-7AE3-F272-AFB9C26334E2}"/>
                  </a:ext>
                </a:extLst>
              </p:cNvPr>
              <p:cNvSpPr/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62C5CD32-6279-C624-5E41-2C3819DBC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4138992"/>
                <a:ext cx="440958" cy="268835"/>
              </a:xfrm>
              <a:prstGeom prst="rect">
                <a:avLst/>
              </a:prstGeom>
              <a:blipFill>
                <a:blip r:embed="rId16"/>
                <a:stretch>
                  <a:fillRect l="-27027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75D11CBA-C533-881E-605B-9806E923398D}"/>
                  </a:ext>
                </a:extLst>
              </p:cNvPr>
              <p:cNvSpPr/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18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−∞</m:t>
                      </m:r>
                    </m:oMath>
                  </m:oMathPara>
                </a14:m>
                <a:endParaRPr kumimoji="1" lang="ko-KR" altLang="en-US" sz="1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75D11CBA-C533-881E-605B-9806E92339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3793561"/>
                <a:ext cx="440958" cy="268835"/>
              </a:xfrm>
              <a:prstGeom prst="rect">
                <a:avLst/>
              </a:prstGeom>
              <a:blipFill>
                <a:blip r:embed="rId17"/>
                <a:stretch>
                  <a:fillRect l="-30556" t="-4348" r="-2778" b="-39130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372D4C3C-5FAA-0F1E-CCF5-B8381927D641}"/>
                  </a:ext>
                </a:extLst>
              </p:cNvPr>
              <p:cNvSpPr/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18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sz="18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−∞</m:t>
                      </m:r>
                    </m:oMath>
                  </m:oMathPara>
                </a14:m>
                <a:endParaRPr kumimoji="1" lang="ko-KR" altLang="en-US" sz="1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372D4C3C-5FAA-0F1E-CCF5-B8381927D6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3793561"/>
                <a:ext cx="440958" cy="268835"/>
              </a:xfrm>
              <a:prstGeom prst="rect">
                <a:avLst/>
              </a:prstGeom>
              <a:blipFill>
                <a:blip r:embed="rId18"/>
                <a:stretch>
                  <a:fillRect l="-27778" t="-4348" r="-2778" b="-39130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4F9A4CAC-6B4C-F202-369D-1805C45359A7}"/>
                  </a:ext>
                </a:extLst>
              </p:cNvPr>
              <p:cNvSpPr/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69CE50F8-FE0E-CD96-21ED-5E79180C09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3793561"/>
                <a:ext cx="440958" cy="268835"/>
              </a:xfrm>
              <a:prstGeom prst="rect">
                <a:avLst/>
              </a:prstGeom>
              <a:blipFill>
                <a:blip r:embed="rId19"/>
                <a:stretch>
                  <a:fillRect l="-27027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A5BF9A3D-8FC0-8237-E032-B83F8D798EA7}"/>
                  </a:ext>
                </a:extLst>
              </p:cNvPr>
              <p:cNvSpPr/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kumimoji="1" lang="en-US" altLang="ko-KR" sz="1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55866675-2F64-1AC7-DE3B-F4FBF33EDB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3250032"/>
                <a:ext cx="1828322" cy="302106"/>
              </a:xfrm>
              <a:prstGeom prst="rect">
                <a:avLst/>
              </a:prstGeom>
              <a:blipFill>
                <a:blip r:embed="rId20"/>
                <a:stretch>
                  <a:fillRect b="-1538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직사각형 26">
            <a:extLst>
              <a:ext uri="{FF2B5EF4-FFF2-40B4-BE49-F238E27FC236}">
                <a16:creationId xmlns:a16="http://schemas.microsoft.com/office/drawing/2014/main" id="{1FF7A1F3-F52B-6263-400A-D632FFCC35BE}"/>
              </a:ext>
            </a:extLst>
          </p:cNvPr>
          <p:cNvSpPr/>
          <p:nvPr/>
        </p:nvSpPr>
        <p:spPr>
          <a:xfrm>
            <a:off x="9097062" y="1968298"/>
            <a:ext cx="1828322" cy="1120926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1738AE2F-0475-1AB3-3220-FF78CDBDF4C3}"/>
                  </a:ext>
                </a:extLst>
              </p:cNvPr>
              <p:cNvSpPr/>
              <p:nvPr/>
            </p:nvSpPr>
            <p:spPr>
              <a:xfrm>
                <a:off x="9191655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33A32DF8-B0DD-1888-94AE-07F2BA3FC6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739774"/>
                <a:ext cx="440958" cy="268835"/>
              </a:xfrm>
              <a:prstGeom prst="rect">
                <a:avLst/>
              </a:prstGeom>
              <a:blipFill>
                <a:blip r:embed="rId21"/>
                <a:stretch>
                  <a:fillRect l="-30556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9B39273C-2FDF-0E82-4404-FB48E94829AD}"/>
                  </a:ext>
                </a:extLst>
              </p:cNvPr>
              <p:cNvSpPr/>
              <p:nvPr/>
            </p:nvSpPr>
            <p:spPr>
              <a:xfrm>
                <a:off x="9790745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B892AEA5-B3CB-A0AC-2F7F-E4EB7CFE95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739774"/>
                <a:ext cx="440958" cy="268835"/>
              </a:xfrm>
              <a:prstGeom prst="rect">
                <a:avLst/>
              </a:prstGeom>
              <a:blipFill>
                <a:blip r:embed="rId22"/>
                <a:stretch>
                  <a:fillRect l="-30556" t="-21739" r="-2778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868C3AFB-41BA-A12B-04E2-86A38211340E}"/>
                  </a:ext>
                </a:extLst>
              </p:cNvPr>
              <p:cNvSpPr/>
              <p:nvPr/>
            </p:nvSpPr>
            <p:spPr>
              <a:xfrm>
                <a:off x="10389834" y="273977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CCC92B85-347A-64A9-6962-C7707E5AF9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739774"/>
                <a:ext cx="440958" cy="268835"/>
              </a:xfrm>
              <a:prstGeom prst="rect">
                <a:avLst/>
              </a:prstGeom>
              <a:blipFill>
                <a:blip r:embed="rId23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75BB17E3-0666-4741-56A7-239012403CDF}"/>
                  </a:ext>
                </a:extLst>
              </p:cNvPr>
              <p:cNvSpPr/>
              <p:nvPr/>
            </p:nvSpPr>
            <p:spPr>
              <a:xfrm>
                <a:off x="9191655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18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0</m:t>
                      </m:r>
                    </m:oMath>
                  </m:oMathPara>
                </a14:m>
                <a:endParaRPr kumimoji="1" lang="ko-KR" altLang="en-US" sz="1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75BB17E3-0666-4741-56A7-239012403C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394344"/>
                <a:ext cx="440958" cy="268835"/>
              </a:xfrm>
              <a:prstGeom prst="rect">
                <a:avLst/>
              </a:prstGeom>
              <a:blipFill>
                <a:blip r:embed="rId24"/>
                <a:stretch>
                  <a:fillRect l="-2778" t="-4348" b="-39130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79A4CD6F-C1A2-B09E-C4F4-7C2B99FFFB8D}"/>
                  </a:ext>
                </a:extLst>
              </p:cNvPr>
              <p:cNvSpPr/>
              <p:nvPr/>
            </p:nvSpPr>
            <p:spPr>
              <a:xfrm>
                <a:off x="9790745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E145A8D4-B04C-69D8-3905-7D5995AD6B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394344"/>
                <a:ext cx="440958" cy="268835"/>
              </a:xfrm>
              <a:prstGeom prst="rect">
                <a:avLst/>
              </a:prstGeom>
              <a:blipFill>
                <a:blip r:embed="rId25"/>
                <a:stretch>
                  <a:fillRect l="-30556" t="-21739" r="-2778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D0241CA3-EDED-4D4D-5389-7E7CC1BA4AE3}"/>
                  </a:ext>
                </a:extLst>
              </p:cNvPr>
              <p:cNvSpPr/>
              <p:nvPr/>
            </p:nvSpPr>
            <p:spPr>
              <a:xfrm>
                <a:off x="10389834" y="2394344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C02CF31D-02C8-B93A-910D-83C872375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394344"/>
                <a:ext cx="440958" cy="268835"/>
              </a:xfrm>
              <a:prstGeom prst="rect">
                <a:avLst/>
              </a:prstGeom>
              <a:blipFill>
                <a:blip r:embed="rId26"/>
                <a:stretch>
                  <a:fillRect l="-29730" t="-21739" b="-21739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3E854791-9E4C-413B-7B65-1043C9317894}"/>
                  </a:ext>
                </a:extLst>
              </p:cNvPr>
              <p:cNvSpPr/>
              <p:nvPr/>
            </p:nvSpPr>
            <p:spPr>
              <a:xfrm>
                <a:off x="9191655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18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0</m:t>
                      </m:r>
                    </m:oMath>
                  </m:oMathPara>
                </a14:m>
                <a:endParaRPr kumimoji="1" lang="ko-KR" altLang="en-US" sz="1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3E854791-9E4C-413B-7B65-1043C93178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55" y="2048913"/>
                <a:ext cx="440958" cy="268835"/>
              </a:xfrm>
              <a:prstGeom prst="rect">
                <a:avLst/>
              </a:prstGeom>
              <a:blipFill>
                <a:blip r:embed="rId27"/>
                <a:stretch>
                  <a:fillRect l="-2778" b="-43478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D1B476DD-18CB-3ACD-DC35-BF34A5EE98F0}"/>
                  </a:ext>
                </a:extLst>
              </p:cNvPr>
              <p:cNvSpPr/>
              <p:nvPr/>
            </p:nvSpPr>
            <p:spPr>
              <a:xfrm>
                <a:off x="9790745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18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sz="18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ko-KR" altLang="en-US" sz="1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D1B476DD-18CB-3ACD-DC35-BF34A5EE98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45" y="2048913"/>
                <a:ext cx="440958" cy="268835"/>
              </a:xfrm>
              <a:prstGeom prst="rect">
                <a:avLst/>
              </a:prstGeom>
              <a:blipFill>
                <a:blip r:embed="rId28"/>
                <a:stretch>
                  <a:fillRect l="-2778" b="-43478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7AEE0E9E-669F-BA4D-BCB1-E7211AD0426C}"/>
                  </a:ext>
                </a:extLst>
              </p:cNvPr>
              <p:cNvSpPr/>
              <p:nvPr/>
            </p:nvSpPr>
            <p:spPr>
              <a:xfrm>
                <a:off x="10389834" y="2048913"/>
                <a:ext cx="440958" cy="268835"/>
              </a:xfrm>
              <a:prstGeom prst="rect">
                <a:avLst/>
              </a:prstGeom>
              <a:solidFill>
                <a:srgbClr val="EDEDED"/>
              </a:solidFill>
              <a:ln w="12700"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29C9B960-B1C5-4E9E-607C-2B7392F63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834" y="2048913"/>
                <a:ext cx="440958" cy="268835"/>
              </a:xfrm>
              <a:prstGeom prst="rect">
                <a:avLst/>
              </a:prstGeom>
              <a:blipFill>
                <a:blip r:embed="rId29"/>
                <a:stretch>
                  <a:fillRect l="-29730" t="-17391" b="-26087"/>
                </a:stretch>
              </a:blipFill>
              <a:ln w="12700">
                <a:solidFill>
                  <a:srgbClr val="A5A5A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4DA95496-4772-3AF1-3BBA-8AAE7A65AE00}"/>
                  </a:ext>
                </a:extLst>
              </p:cNvPr>
              <p:cNvSpPr/>
              <p:nvPr/>
            </p:nvSpPr>
            <p:spPr>
              <a:xfrm>
                <a:off x="9097062" y="1505384"/>
                <a:ext cx="1828322" cy="3021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en-US" altLang="ko-KR" sz="16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sz="16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kumimoji="1" lang="en-US" altLang="ko-KR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950A4DCB-DC4A-C712-EE75-0F5B858181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62" y="1505384"/>
                <a:ext cx="1828322" cy="302106"/>
              </a:xfrm>
              <a:prstGeom prst="rect">
                <a:avLst/>
              </a:prstGeom>
              <a:blipFill>
                <a:blip r:embed="rId30"/>
                <a:stretch>
                  <a:fillRect t="-15385" b="-2307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그룹 37">
            <a:extLst>
              <a:ext uri="{FF2B5EF4-FFF2-40B4-BE49-F238E27FC236}">
                <a16:creationId xmlns:a16="http://schemas.microsoft.com/office/drawing/2014/main" id="{7066FF1A-4F7D-2CF2-BABD-8AB42143542D}"/>
              </a:ext>
            </a:extLst>
          </p:cNvPr>
          <p:cNvGrpSpPr/>
          <p:nvPr/>
        </p:nvGrpSpPr>
        <p:grpSpPr>
          <a:xfrm>
            <a:off x="9191655" y="1075741"/>
            <a:ext cx="1639137" cy="268835"/>
            <a:chOff x="8198547" y="5378798"/>
            <a:chExt cx="1639137" cy="312877"/>
          </a:xfrm>
          <a:solidFill>
            <a:srgbClr val="FFF3CC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E4CC9F3B-3BE2-7DDC-D40E-18FE6EADEF7F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1CA0561D-2E42-049F-1B24-B02209C8F7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31"/>
                  <a:stretch>
                    <a:fillRect l="-16667" t="-17391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994DEED3-78DF-6449-B13C-9C303D298760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4DD7FF58-D379-B3F1-15EC-7981FA6710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32"/>
                  <a:stretch>
                    <a:fillRect l="-19444" t="-17391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467C4EAC-B60B-6EF4-EA6D-303C46CA54E4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0988B393-E885-3CC2-659A-82DFD84583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33"/>
                  <a:stretch>
                    <a:fillRect l="-16216" t="-17391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D82ECBA9-826D-C372-BB5D-B907A9919862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flipV="1">
            <a:off x="941213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DBF115E7-5709-4975-B4C5-674692F671D3}"/>
              </a:ext>
            </a:extLst>
          </p:cNvPr>
          <p:cNvCxnSpPr>
            <a:cxnSpLocks/>
            <a:stCxn id="8" idx="0"/>
            <a:endCxn id="12" idx="2"/>
          </p:cNvCxnSpPr>
          <p:nvPr/>
        </p:nvCxnSpPr>
        <p:spPr>
          <a:xfrm flipV="1">
            <a:off x="10011224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FCD1811B-CC57-CCB5-58A8-88B2F35B950B}"/>
              </a:ext>
            </a:extLst>
          </p:cNvPr>
          <p:cNvCxnSpPr>
            <a:cxnSpLocks/>
            <a:stCxn id="9" idx="0"/>
            <a:endCxn id="13" idx="2"/>
          </p:cNvCxnSpPr>
          <p:nvPr/>
        </p:nvCxnSpPr>
        <p:spPr>
          <a:xfrm flipV="1">
            <a:off x="10610313" y="5263515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0E3D753A-C60A-71D3-B49D-3BAE311CD5EB}"/>
              </a:ext>
            </a:extLst>
          </p:cNvPr>
          <p:cNvCxnSpPr>
            <a:cxnSpLocks/>
          </p:cNvCxnSpPr>
          <p:nvPr/>
        </p:nvCxnSpPr>
        <p:spPr>
          <a:xfrm flipV="1">
            <a:off x="941213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CF7BA67C-6341-B7AA-786C-C180EB340BC0}"/>
              </a:ext>
            </a:extLst>
          </p:cNvPr>
          <p:cNvCxnSpPr>
            <a:cxnSpLocks/>
          </p:cNvCxnSpPr>
          <p:nvPr/>
        </p:nvCxnSpPr>
        <p:spPr>
          <a:xfrm flipV="1">
            <a:off x="10011224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8953390F-8388-FB49-1D49-4BF0542C50D5}"/>
              </a:ext>
            </a:extLst>
          </p:cNvPr>
          <p:cNvCxnSpPr>
            <a:cxnSpLocks/>
          </p:cNvCxnSpPr>
          <p:nvPr/>
        </p:nvCxnSpPr>
        <p:spPr>
          <a:xfrm flipV="1">
            <a:off x="10610313" y="4829963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AD528889-D77B-3E6D-C5FE-817C42A0E755}"/>
              </a:ext>
            </a:extLst>
          </p:cNvPr>
          <p:cNvCxnSpPr>
            <a:cxnSpLocks/>
            <a:stCxn id="26" idx="0"/>
            <a:endCxn id="27" idx="2"/>
          </p:cNvCxnSpPr>
          <p:nvPr/>
        </p:nvCxnSpPr>
        <p:spPr>
          <a:xfrm flipV="1">
            <a:off x="10011223" y="3089224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5495C361-D7D4-42A3-4E59-3031D9A63B7C}"/>
              </a:ext>
            </a:extLst>
          </p:cNvPr>
          <p:cNvCxnSpPr>
            <a:cxnSpLocks/>
            <a:stCxn id="14" idx="0"/>
            <a:endCxn id="26" idx="2"/>
          </p:cNvCxnSpPr>
          <p:nvPr/>
        </p:nvCxnSpPr>
        <p:spPr>
          <a:xfrm flipV="1">
            <a:off x="10011223" y="3552138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4DC7574-9106-BB56-BB8F-3E6513B82D63}"/>
              </a:ext>
            </a:extLst>
          </p:cNvPr>
          <p:cNvCxnSpPr>
            <a:cxnSpLocks/>
          </p:cNvCxnSpPr>
          <p:nvPr/>
        </p:nvCxnSpPr>
        <p:spPr>
          <a:xfrm flipV="1">
            <a:off x="9412134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B7D18250-93F1-8EDE-62B2-641F205A9001}"/>
              </a:ext>
            </a:extLst>
          </p:cNvPr>
          <p:cNvCxnSpPr>
            <a:cxnSpLocks/>
          </p:cNvCxnSpPr>
          <p:nvPr/>
        </p:nvCxnSpPr>
        <p:spPr>
          <a:xfrm flipV="1">
            <a:off x="10011224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AD37AFE-1253-4814-2198-C59275A7A7FC}"/>
              </a:ext>
            </a:extLst>
          </p:cNvPr>
          <p:cNvCxnSpPr>
            <a:cxnSpLocks/>
          </p:cNvCxnSpPr>
          <p:nvPr/>
        </p:nvCxnSpPr>
        <p:spPr>
          <a:xfrm flipV="1">
            <a:off x="10610313" y="1345784"/>
            <a:ext cx="0" cy="16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340A51EA-65E3-CDB4-6DB9-7FBA1B77A2C0}"/>
              </a:ext>
            </a:extLst>
          </p:cNvPr>
          <p:cNvCxnSpPr>
            <a:cxnSpLocks/>
            <a:stCxn id="27" idx="0"/>
            <a:endCxn id="37" idx="2"/>
          </p:cNvCxnSpPr>
          <p:nvPr/>
        </p:nvCxnSpPr>
        <p:spPr>
          <a:xfrm flipV="1">
            <a:off x="10011223" y="1807490"/>
            <a:ext cx="0" cy="160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02B6DDF0-504D-6EF3-DDAF-C12F41B8FEFF}"/>
              </a:ext>
            </a:extLst>
          </p:cNvPr>
          <p:cNvGrpSpPr/>
          <p:nvPr/>
        </p:nvGrpSpPr>
        <p:grpSpPr>
          <a:xfrm>
            <a:off x="8425813" y="3793561"/>
            <a:ext cx="440958" cy="959696"/>
            <a:chOff x="8553155" y="3793561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직사각형 54">
                  <a:extLst>
                    <a:ext uri="{FF2B5EF4-FFF2-40B4-BE49-F238E27FC236}">
                      <a16:creationId xmlns:a16="http://schemas.microsoft.com/office/drawing/2014/main" id="{487CD78C-C244-DEA5-882E-727F4FC35DB1}"/>
                    </a:ext>
                  </a:extLst>
                </p:cNvPr>
                <p:cNvSpPr/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직사각형 54">
                  <a:extLst>
                    <a:ext uri="{FF2B5EF4-FFF2-40B4-BE49-F238E27FC236}">
                      <a16:creationId xmlns:a16="http://schemas.microsoft.com/office/drawing/2014/main" id="{7C422282-8B23-3EEC-6358-DDFD373C82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484422"/>
                  <a:ext cx="440958" cy="268835"/>
                </a:xfrm>
                <a:prstGeom prst="rect">
                  <a:avLst/>
                </a:prstGeom>
                <a:blipFill>
                  <a:blip r:embed="rId34"/>
                  <a:stretch>
                    <a:fillRect l="-18919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3B1F294D-95B7-8210-4E7B-BF6E2EA20404}"/>
                    </a:ext>
                  </a:extLst>
                </p:cNvPr>
                <p:cNvSpPr/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4ACD1716-E93A-7AC5-5DDE-3BF6854A70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4138992"/>
                  <a:ext cx="440958" cy="268835"/>
                </a:xfrm>
                <a:prstGeom prst="rect">
                  <a:avLst/>
                </a:prstGeom>
                <a:blipFill>
                  <a:blip r:embed="rId35"/>
                  <a:stretch>
                    <a:fillRect l="-18919" t="-4348" b="-43478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98BEB814-9068-A7CC-C1AF-FE5C0AE02ABF}"/>
                    </a:ext>
                  </a:extLst>
                </p:cNvPr>
                <p:cNvSpPr/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solidFill>
                  <a:srgbClr val="FBE6D7"/>
                </a:solidFill>
                <a:ln w="12700">
                  <a:solidFill>
                    <a:srgbClr val="ED7D3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8723DF0C-2DE4-AD32-FD61-1EB7757F14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155" y="3793561"/>
                  <a:ext cx="440958" cy="268835"/>
                </a:xfrm>
                <a:prstGeom prst="rect">
                  <a:avLst/>
                </a:prstGeom>
                <a:blipFill>
                  <a:blip r:embed="rId36"/>
                  <a:stretch>
                    <a:fillRect l="-18919" t="-4348" b="-39130"/>
                  </a:stretch>
                </a:blipFill>
                <a:ln w="12700">
                  <a:solidFill>
                    <a:srgbClr val="ED7D3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A9586A57-C690-D75E-80D9-803F338C7490}"/>
              </a:ext>
            </a:extLst>
          </p:cNvPr>
          <p:cNvGrpSpPr/>
          <p:nvPr/>
        </p:nvGrpSpPr>
        <p:grpSpPr>
          <a:xfrm>
            <a:off x="8425813" y="2048913"/>
            <a:ext cx="440958" cy="959696"/>
            <a:chOff x="8298472" y="2048913"/>
            <a:chExt cx="440958" cy="959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5B768FA7-7243-E012-E198-98E6E584FD10}"/>
                    </a:ext>
                  </a:extLst>
                </p:cNvPr>
                <p:cNvSpPr/>
                <p:nvPr/>
              </p:nvSpPr>
              <p:spPr>
                <a:xfrm>
                  <a:off x="8298472" y="2739774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DFF66705-B650-B7B1-B3D1-F60B7FAA04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739774"/>
                  <a:ext cx="440958" cy="268835"/>
                </a:xfrm>
                <a:prstGeom prst="rect">
                  <a:avLst/>
                </a:prstGeom>
                <a:blipFill>
                  <a:blip r:embed="rId37"/>
                  <a:stretch>
                    <a:fillRect l="-16216" t="-21739" b="-21739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D839C47C-8DEF-3037-170A-7F133D542460}"/>
                    </a:ext>
                  </a:extLst>
                </p:cNvPr>
                <p:cNvSpPr/>
                <p:nvPr/>
              </p:nvSpPr>
              <p:spPr>
                <a:xfrm>
                  <a:off x="8298472" y="2394344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ADC94271-FC69-97DB-7D59-0679522CF2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394344"/>
                  <a:ext cx="440958" cy="268835"/>
                </a:xfrm>
                <a:prstGeom prst="rect">
                  <a:avLst/>
                </a:prstGeom>
                <a:blipFill>
                  <a:blip r:embed="rId38"/>
                  <a:stretch>
                    <a:fillRect l="-16216" t="-21739" b="-21739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F64F044A-08AD-6E7B-500D-5D38BC24DC27}"/>
                    </a:ext>
                  </a:extLst>
                </p:cNvPr>
                <p:cNvSpPr/>
                <p:nvPr/>
              </p:nvSpPr>
              <p:spPr>
                <a:xfrm>
                  <a:off x="8298472" y="2048913"/>
                  <a:ext cx="440958" cy="268835"/>
                </a:xfrm>
                <a:prstGeom prst="rect">
                  <a:avLst/>
                </a:prstGeom>
                <a:solidFill>
                  <a:srgbClr val="EBDBF3"/>
                </a:solidFill>
                <a:ln w="12700">
                  <a:solidFill>
                    <a:srgbClr val="BC44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41030FDF-BBB7-9CE5-FF8E-2F6A6B1B8B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8472" y="2048913"/>
                  <a:ext cx="440958" cy="268835"/>
                </a:xfrm>
                <a:prstGeom prst="rect">
                  <a:avLst/>
                </a:prstGeom>
                <a:blipFill>
                  <a:blip r:embed="rId39"/>
                  <a:stretch>
                    <a:fillRect l="-16216" t="-17391" b="-26087"/>
                  </a:stretch>
                </a:blipFill>
                <a:ln w="12700">
                  <a:solidFill>
                    <a:srgbClr val="BC44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B24EEFBF-2219-9F09-7437-F190E8946773}"/>
              </a:ext>
            </a:extLst>
          </p:cNvPr>
          <p:cNvGrpSpPr/>
          <p:nvPr/>
        </p:nvGrpSpPr>
        <p:grpSpPr>
          <a:xfrm>
            <a:off x="8420045" y="3933309"/>
            <a:ext cx="2057158" cy="1765178"/>
            <a:chOff x="8553155" y="3927979"/>
            <a:chExt cx="2057158" cy="1765178"/>
          </a:xfrm>
        </p:grpSpPr>
        <p:cxnSp>
          <p:nvCxnSpPr>
            <p:cNvPr id="63" name="꺾인 연결선[E] 62">
              <a:extLst>
                <a:ext uri="{FF2B5EF4-FFF2-40B4-BE49-F238E27FC236}">
                  <a16:creationId xmlns:a16="http://schemas.microsoft.com/office/drawing/2014/main" id="{E8E608EA-3DC4-84BF-F8D5-1BF879098CD4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445487" y="4726509"/>
              <a:ext cx="1074316" cy="858979"/>
            </a:xfrm>
            <a:prstGeom prst="bentConnector4">
              <a:avLst>
                <a:gd name="adj1" fmla="val -21279"/>
                <a:gd name="adj2" fmla="val 126613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꺾인 연결선[E] 383">
              <a:extLst>
                <a:ext uri="{FF2B5EF4-FFF2-40B4-BE49-F238E27FC236}">
                  <a16:creationId xmlns:a16="http://schemas.microsoft.com/office/drawing/2014/main" id="{AA790713-2DDE-1FC1-AA2E-2DAEBA7AF0D9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572317" y="4254249"/>
              <a:ext cx="1419746" cy="1458069"/>
            </a:xfrm>
            <a:prstGeom prst="bentConnector4">
              <a:avLst>
                <a:gd name="adj1" fmla="val -19988"/>
                <a:gd name="adj2" fmla="val 119462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꺾인 연결선[E] 384">
              <a:extLst>
                <a:ext uri="{FF2B5EF4-FFF2-40B4-BE49-F238E27FC236}">
                  <a16:creationId xmlns:a16="http://schemas.microsoft.com/office/drawing/2014/main" id="{93F9E3E5-93D3-6848-01F5-F8A281649BAF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699145" y="3781989"/>
              <a:ext cx="1765177" cy="2057158"/>
            </a:xfrm>
            <a:prstGeom prst="bentConnector4">
              <a:avLst>
                <a:gd name="adj1" fmla="val -18757"/>
                <a:gd name="adj2" fmla="val 116476"/>
              </a:avLst>
            </a:prstGeom>
            <a:ln w="28575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6" name="그룹 385">
            <a:extLst>
              <a:ext uri="{FF2B5EF4-FFF2-40B4-BE49-F238E27FC236}">
                <a16:creationId xmlns:a16="http://schemas.microsoft.com/office/drawing/2014/main" id="{2104A357-C4D1-BFBF-C30F-1EB8C30DFEF9}"/>
              </a:ext>
            </a:extLst>
          </p:cNvPr>
          <p:cNvGrpSpPr/>
          <p:nvPr/>
        </p:nvGrpSpPr>
        <p:grpSpPr>
          <a:xfrm>
            <a:off x="8420044" y="2183332"/>
            <a:ext cx="2311841" cy="3509825"/>
            <a:chOff x="8298472" y="2183332"/>
            <a:chExt cx="2311841" cy="3509825"/>
          </a:xfrm>
        </p:grpSpPr>
        <p:cxnSp>
          <p:nvCxnSpPr>
            <p:cNvPr id="387" name="꺾인 연결선[E] 386">
              <a:extLst>
                <a:ext uri="{FF2B5EF4-FFF2-40B4-BE49-F238E27FC236}">
                  <a16:creationId xmlns:a16="http://schemas.microsoft.com/office/drawing/2014/main" id="{FAA93B23-9EDC-DA8F-513A-AD9FE8FD0909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699480" y="2782324"/>
              <a:ext cx="3509825" cy="2311841"/>
            </a:xfrm>
            <a:prstGeom prst="bentConnector4">
              <a:avLst>
                <a:gd name="adj1" fmla="val -17069"/>
                <a:gd name="adj2" fmla="val 127960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꺾인 연결선[E] 387">
              <a:extLst>
                <a:ext uri="{FF2B5EF4-FFF2-40B4-BE49-F238E27FC236}">
                  <a16:creationId xmlns:a16="http://schemas.microsoft.com/office/drawing/2014/main" id="{13E9459F-4374-0644-51A7-BC79E2D398E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572651" y="3254583"/>
              <a:ext cx="3164394" cy="1712752"/>
            </a:xfrm>
            <a:prstGeom prst="bentConnector4">
              <a:avLst>
                <a:gd name="adj1" fmla="val -16939"/>
                <a:gd name="adj2" fmla="val 134058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꺾인 연결선[E] 388">
              <a:extLst>
                <a:ext uri="{FF2B5EF4-FFF2-40B4-BE49-F238E27FC236}">
                  <a16:creationId xmlns:a16="http://schemas.microsoft.com/office/drawing/2014/main" id="{7D844EC7-F91A-6A01-B4AD-DE5F74D9645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445821" y="3726843"/>
              <a:ext cx="2818964" cy="1113662"/>
            </a:xfrm>
            <a:prstGeom prst="bentConnector4">
              <a:avLst>
                <a:gd name="adj1" fmla="val -17057"/>
                <a:gd name="adj2" fmla="val 146716"/>
              </a:avLst>
            </a:prstGeom>
            <a:ln w="28575">
              <a:solidFill>
                <a:srgbClr val="BC44C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0" name="그룹 389">
            <a:extLst>
              <a:ext uri="{FF2B5EF4-FFF2-40B4-BE49-F238E27FC236}">
                <a16:creationId xmlns:a16="http://schemas.microsoft.com/office/drawing/2014/main" id="{07117D8C-CDCC-8CF2-DF0F-F55F7335D962}"/>
              </a:ext>
            </a:extLst>
          </p:cNvPr>
          <p:cNvGrpSpPr/>
          <p:nvPr/>
        </p:nvGrpSpPr>
        <p:grpSpPr>
          <a:xfrm>
            <a:off x="8866770" y="2183331"/>
            <a:ext cx="225977" cy="2435509"/>
            <a:chOff x="8866771" y="2183331"/>
            <a:chExt cx="324884" cy="2435509"/>
          </a:xfrm>
        </p:grpSpPr>
        <p:cxnSp>
          <p:nvCxnSpPr>
            <p:cNvPr id="391" name="직선 화살표 연결선 390">
              <a:extLst>
                <a:ext uri="{FF2B5EF4-FFF2-40B4-BE49-F238E27FC236}">
                  <a16:creationId xmlns:a16="http://schemas.microsoft.com/office/drawing/2014/main" id="{7E91F3D9-D844-412D-2232-CFB11F8A81E4}"/>
                </a:ext>
              </a:extLst>
            </p:cNvPr>
            <p:cNvCxnSpPr>
              <a:cxnSpLocks/>
              <a:stCxn id="55" idx="3"/>
              <a:endCxn id="15" idx="1"/>
            </p:cNvCxnSpPr>
            <p:nvPr/>
          </p:nvCxnSpPr>
          <p:spPr>
            <a:xfrm>
              <a:off x="8866771" y="461884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직선 화살표 연결선 391">
              <a:extLst>
                <a:ext uri="{FF2B5EF4-FFF2-40B4-BE49-F238E27FC236}">
                  <a16:creationId xmlns:a16="http://schemas.microsoft.com/office/drawing/2014/main" id="{F4962C12-E0BB-3798-DD87-3897CB018C52}"/>
                </a:ext>
              </a:extLst>
            </p:cNvPr>
            <p:cNvCxnSpPr>
              <a:cxnSpLocks/>
              <a:stCxn id="56" idx="3"/>
              <a:endCxn id="20" idx="1"/>
            </p:cNvCxnSpPr>
            <p:nvPr/>
          </p:nvCxnSpPr>
          <p:spPr>
            <a:xfrm>
              <a:off x="8866771" y="4273410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직선 화살표 연결선 392">
              <a:extLst>
                <a:ext uri="{FF2B5EF4-FFF2-40B4-BE49-F238E27FC236}">
                  <a16:creationId xmlns:a16="http://schemas.microsoft.com/office/drawing/2014/main" id="{B68B1288-7533-BD73-A250-49A45E927B37}"/>
                </a:ext>
              </a:extLst>
            </p:cNvPr>
            <p:cNvCxnSpPr>
              <a:cxnSpLocks/>
              <a:stCxn id="57" idx="3"/>
              <a:endCxn id="23" idx="1"/>
            </p:cNvCxnSpPr>
            <p:nvPr/>
          </p:nvCxnSpPr>
          <p:spPr>
            <a:xfrm>
              <a:off x="8866771" y="3927979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직선 화살표 연결선 393">
              <a:extLst>
                <a:ext uri="{FF2B5EF4-FFF2-40B4-BE49-F238E27FC236}">
                  <a16:creationId xmlns:a16="http://schemas.microsoft.com/office/drawing/2014/main" id="{4A091992-3AA4-6898-5BDC-064644BA9F7B}"/>
                </a:ext>
              </a:extLst>
            </p:cNvPr>
            <p:cNvCxnSpPr>
              <a:cxnSpLocks/>
              <a:stCxn id="60" idx="3"/>
              <a:endCxn id="31" idx="1"/>
            </p:cNvCxnSpPr>
            <p:nvPr/>
          </p:nvCxnSpPr>
          <p:spPr>
            <a:xfrm>
              <a:off x="8866771" y="252876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직선 화살표 연결선 394">
              <a:extLst>
                <a:ext uri="{FF2B5EF4-FFF2-40B4-BE49-F238E27FC236}">
                  <a16:creationId xmlns:a16="http://schemas.microsoft.com/office/drawing/2014/main" id="{9B4FAE26-4E34-CD33-03E2-5998B1DB913B}"/>
                </a:ext>
              </a:extLst>
            </p:cNvPr>
            <p:cNvCxnSpPr>
              <a:cxnSpLocks/>
              <a:stCxn id="61" idx="3"/>
              <a:endCxn id="34" idx="1"/>
            </p:cNvCxnSpPr>
            <p:nvPr/>
          </p:nvCxnSpPr>
          <p:spPr>
            <a:xfrm>
              <a:off x="8866771" y="2183331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직선 화살표 연결선 395">
              <a:extLst>
                <a:ext uri="{FF2B5EF4-FFF2-40B4-BE49-F238E27FC236}">
                  <a16:creationId xmlns:a16="http://schemas.microsoft.com/office/drawing/2014/main" id="{428EE814-AFF5-2553-98CC-96EEE7C2FEB7}"/>
                </a:ext>
              </a:extLst>
            </p:cNvPr>
            <p:cNvCxnSpPr>
              <a:cxnSpLocks/>
              <a:stCxn id="59" idx="3"/>
              <a:endCxn id="28" idx="1"/>
            </p:cNvCxnSpPr>
            <p:nvPr/>
          </p:nvCxnSpPr>
          <p:spPr>
            <a:xfrm>
              <a:off x="8866771" y="2874192"/>
              <a:ext cx="3248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E033E47-4935-EDE5-514D-32EBB903DAF6}"/>
              </a:ext>
            </a:extLst>
          </p:cNvPr>
          <p:cNvSpPr txBox="1"/>
          <p:nvPr/>
        </p:nvSpPr>
        <p:spPr>
          <a:xfrm>
            <a:off x="4703886" y="1052188"/>
            <a:ext cx="3029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Don’t let vectors “look ahead” in a sequence.</a:t>
            </a:r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0406E254-B9BB-1C3C-625C-E6298D055497}"/>
              </a:ext>
            </a:extLst>
          </p:cNvPr>
          <p:cNvSpPr txBox="1"/>
          <p:nvPr/>
        </p:nvSpPr>
        <p:spPr>
          <a:xfrm>
            <a:off x="4703886" y="1769519"/>
            <a:ext cx="3029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solidFill>
                  <a:srgbClr val="C00000"/>
                </a:solidFill>
              </a:rPr>
              <a:t>Used for language generation (predict next word)</a:t>
            </a:r>
          </a:p>
          <a:p>
            <a:endParaRPr kumimoji="1"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1DD382CF-75B7-3307-0F75-ACD7F20AC768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100101346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0ABF1-7E1B-A3B8-A09D-C1452608B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41AC57-3E14-C0EB-F0A8-E598D65D6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i="1" dirty="0"/>
              <a:t>Multi-head </a:t>
            </a:r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DFA7D9-DCEA-7663-0980-52DDE0EA32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101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9A6295-5057-B570-AAAA-A432867EBF7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4D87C5-D2DD-B8C1-FECD-348041572688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3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944BBE-1C2F-C964-5567-D5B0ECAA2642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4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85BCD0-00DB-5C00-AF09-D482788B9821}"/>
                  </a:ext>
                </a:extLst>
              </p:cNvPr>
              <p:cNvSpPr txBox="1"/>
              <p:nvPr/>
            </p:nvSpPr>
            <p:spPr>
              <a:xfrm>
                <a:off x="4325275" y="1052188"/>
                <a:ext cx="271378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sz="1600" dirty="0">
                    <a:solidFill>
                      <a:srgbClr val="C00000"/>
                    </a:solidFill>
                  </a:rPr>
                  <a:t>Use</a:t>
                </a:r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:r>
                  <a:rPr kumimoji="1" lang="en-US" altLang="ko-KR" sz="1600" dirty="0">
                    <a:solidFill>
                      <a:srgbClr val="C00000"/>
                    </a:solidFill>
                  </a:rPr>
                  <a:t>independent</a:t>
                </a:r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:r>
                  <a:rPr kumimoji="1" lang="en-US" altLang="ko-KR" sz="1600" b="1" i="1" dirty="0">
                    <a:solidFill>
                      <a:srgbClr val="C00000"/>
                    </a:solidFill>
                  </a:rPr>
                  <a:t>attention heads </a:t>
                </a:r>
                <a:r>
                  <a:rPr kumimoji="1" lang="en-US" altLang="ko-KR" sz="1600" dirty="0">
                    <a:solidFill>
                      <a:srgbClr val="C00000"/>
                    </a:solidFill>
                  </a:rPr>
                  <a:t>in parallel.</a:t>
                </a:r>
                <a:endParaRPr kumimoji="1" lang="ko-KR" alt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85BCD0-00DB-5C00-AF09-D482788B9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275" y="1052188"/>
                <a:ext cx="2713786" cy="584775"/>
              </a:xfrm>
              <a:prstGeom prst="rect">
                <a:avLst/>
              </a:prstGeom>
              <a:blipFill>
                <a:blip r:embed="rId5"/>
                <a:stretch>
                  <a:fillRect l="-1395" t="-4255" b="-127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7" name="직사각형 496">
                <a:extLst>
                  <a:ext uri="{FF2B5EF4-FFF2-40B4-BE49-F238E27FC236}">
                    <a16:creationId xmlns:a16="http://schemas.microsoft.com/office/drawing/2014/main" id="{9BBBA470-BBCB-3C8B-B473-4A34E27A5EB7}"/>
                  </a:ext>
                </a:extLst>
              </p:cNvPr>
              <p:cNvSpPr/>
              <p:nvPr/>
            </p:nvSpPr>
            <p:spPr>
              <a:xfrm>
                <a:off x="7646247" y="5838094"/>
                <a:ext cx="440958" cy="804863"/>
              </a:xfrm>
              <a:prstGeom prst="rect">
                <a:avLst/>
              </a:prstGeom>
              <a:solidFill>
                <a:srgbClr val="DBE4F4"/>
              </a:solidFill>
              <a:ln w="12700">
                <a:solidFill>
                  <a:srgbClr val="4472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7" name="직사각형 496">
                <a:extLst>
                  <a:ext uri="{FF2B5EF4-FFF2-40B4-BE49-F238E27FC236}">
                    <a16:creationId xmlns:a16="http://schemas.microsoft.com/office/drawing/2014/main" id="{9BBBA470-BBCB-3C8B-B473-4A34E27A5E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247" y="5838094"/>
                <a:ext cx="440958" cy="804863"/>
              </a:xfrm>
              <a:prstGeom prst="rect">
                <a:avLst/>
              </a:prstGeom>
              <a:blipFill>
                <a:blip r:embed="rId6"/>
                <a:stretch>
                  <a:fillRect l="-18919"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3" name="직사각형 502">
                <a:extLst>
                  <a:ext uri="{FF2B5EF4-FFF2-40B4-BE49-F238E27FC236}">
                    <a16:creationId xmlns:a16="http://schemas.microsoft.com/office/drawing/2014/main" id="{19720ADB-F8C3-7DED-D07D-498CD8151053}"/>
                  </a:ext>
                </a:extLst>
              </p:cNvPr>
              <p:cNvSpPr/>
              <p:nvPr/>
            </p:nvSpPr>
            <p:spPr>
              <a:xfrm>
                <a:off x="9277979" y="5838094"/>
                <a:ext cx="440958" cy="804863"/>
              </a:xfrm>
              <a:prstGeom prst="rect">
                <a:avLst/>
              </a:prstGeom>
              <a:solidFill>
                <a:srgbClr val="DBE4F4"/>
              </a:solidFill>
              <a:ln w="12700">
                <a:solidFill>
                  <a:srgbClr val="4472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3" name="직사각형 502">
                <a:extLst>
                  <a:ext uri="{FF2B5EF4-FFF2-40B4-BE49-F238E27FC236}">
                    <a16:creationId xmlns:a16="http://schemas.microsoft.com/office/drawing/2014/main" id="{19720ADB-F8C3-7DED-D07D-498CD8151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979" y="5838094"/>
                <a:ext cx="440958" cy="804863"/>
              </a:xfrm>
              <a:prstGeom prst="rect">
                <a:avLst/>
              </a:prstGeom>
              <a:blipFill>
                <a:blip r:embed="rId7"/>
                <a:stretch>
                  <a:fillRect l="-22222"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7" name="직사각형 506">
                <a:extLst>
                  <a:ext uri="{FF2B5EF4-FFF2-40B4-BE49-F238E27FC236}">
                    <a16:creationId xmlns:a16="http://schemas.microsoft.com/office/drawing/2014/main" id="{8988B365-9417-2968-BCAD-FFEC9208BC50}"/>
                  </a:ext>
                </a:extLst>
              </p:cNvPr>
              <p:cNvSpPr/>
              <p:nvPr/>
            </p:nvSpPr>
            <p:spPr>
              <a:xfrm>
                <a:off x="10917593" y="5838094"/>
                <a:ext cx="440958" cy="804863"/>
              </a:xfrm>
              <a:prstGeom prst="rect">
                <a:avLst/>
              </a:prstGeom>
              <a:solidFill>
                <a:srgbClr val="DBE4F4"/>
              </a:solidFill>
              <a:ln w="12700">
                <a:solidFill>
                  <a:srgbClr val="4472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7" name="직사각형 506">
                <a:extLst>
                  <a:ext uri="{FF2B5EF4-FFF2-40B4-BE49-F238E27FC236}">
                    <a16:creationId xmlns:a16="http://schemas.microsoft.com/office/drawing/2014/main" id="{8988B365-9417-2968-BCAD-FFEC9208BC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7593" y="5838094"/>
                <a:ext cx="440958" cy="804863"/>
              </a:xfrm>
              <a:prstGeom prst="rect">
                <a:avLst/>
              </a:prstGeom>
              <a:blipFill>
                <a:blip r:embed="rId8"/>
                <a:stretch>
                  <a:fillRect l="-19444"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016A9BE-9D5D-2AB0-CB5D-98C75892AB61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110000565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0DDBF-3936-3ED4-AE01-F9DC9EFE7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A8FFB3-9A18-15DE-0B3B-F16334CFE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i="1" dirty="0"/>
              <a:t>Multi-head </a:t>
            </a:r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C627C5-D1D2-BAC6-B238-3A51203D3A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102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0DC5B3-A1E8-5E74-79A3-B995E06F53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BFF459-D670-2DE1-C58C-2C9FE64BA4EF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3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86BBA2-44EB-3122-30DA-7058BF945461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4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B3C662-8DA7-F19E-380D-0D92CFEAE360}"/>
                  </a:ext>
                </a:extLst>
              </p:cNvPr>
              <p:cNvSpPr txBox="1"/>
              <p:nvPr/>
            </p:nvSpPr>
            <p:spPr>
              <a:xfrm>
                <a:off x="4325275" y="1052188"/>
                <a:ext cx="271378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sz="1600" dirty="0">
                    <a:solidFill>
                      <a:srgbClr val="C00000"/>
                    </a:solidFill>
                  </a:rPr>
                  <a:t>Use</a:t>
                </a:r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:r>
                  <a:rPr kumimoji="1" lang="en-US" altLang="ko-KR" sz="1600" dirty="0">
                    <a:solidFill>
                      <a:srgbClr val="C00000"/>
                    </a:solidFill>
                  </a:rPr>
                  <a:t>independent</a:t>
                </a:r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:r>
                  <a:rPr kumimoji="1" lang="en-US" altLang="ko-KR" sz="1600" b="1" i="1" dirty="0">
                    <a:solidFill>
                      <a:srgbClr val="C00000"/>
                    </a:solidFill>
                  </a:rPr>
                  <a:t>attention heads </a:t>
                </a:r>
                <a:r>
                  <a:rPr kumimoji="1" lang="en-US" altLang="ko-KR" sz="1600" dirty="0">
                    <a:solidFill>
                      <a:srgbClr val="C00000"/>
                    </a:solidFill>
                  </a:rPr>
                  <a:t>in parallel.</a:t>
                </a:r>
                <a:endParaRPr kumimoji="1" lang="ko-KR" alt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B3C662-8DA7-F19E-380D-0D92CFEAE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275" y="1052188"/>
                <a:ext cx="2713786" cy="584775"/>
              </a:xfrm>
              <a:prstGeom prst="rect">
                <a:avLst/>
              </a:prstGeom>
              <a:blipFill>
                <a:blip r:embed="rId5"/>
                <a:stretch>
                  <a:fillRect l="-1395" t="-4255" b="-127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1" name="그룹 500">
            <a:extLst>
              <a:ext uri="{FF2B5EF4-FFF2-40B4-BE49-F238E27FC236}">
                <a16:creationId xmlns:a16="http://schemas.microsoft.com/office/drawing/2014/main" id="{D059CEE4-350A-0D4B-03A0-4D1284B9F13E}"/>
              </a:ext>
            </a:extLst>
          </p:cNvPr>
          <p:cNvGrpSpPr/>
          <p:nvPr/>
        </p:nvGrpSpPr>
        <p:grpSpPr>
          <a:xfrm>
            <a:off x="7646247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7" name="직사각형 496">
                  <a:extLst>
                    <a:ext uri="{FF2B5EF4-FFF2-40B4-BE49-F238E27FC236}">
                      <a16:creationId xmlns:a16="http://schemas.microsoft.com/office/drawing/2014/main" id="{5C79A724-C67E-142D-2773-9A78773F2485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7" name="직사각형 496">
                  <a:extLst>
                    <a:ext uri="{FF2B5EF4-FFF2-40B4-BE49-F238E27FC236}">
                      <a16:creationId xmlns:a16="http://schemas.microsoft.com/office/drawing/2014/main" id="{5C79A724-C67E-142D-2773-9A78773F24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6"/>
                  <a:stretch>
                    <a:fillRect l="-32432" t="-26087" r="-2703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직사각형 497">
                  <a:extLst>
                    <a:ext uri="{FF2B5EF4-FFF2-40B4-BE49-F238E27FC236}">
                      <a16:creationId xmlns:a16="http://schemas.microsoft.com/office/drawing/2014/main" id="{EB024FA4-4FEE-C168-4DA6-F81F8B8547EC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8" name="직사각형 497">
                  <a:extLst>
                    <a:ext uri="{FF2B5EF4-FFF2-40B4-BE49-F238E27FC236}">
                      <a16:creationId xmlns:a16="http://schemas.microsoft.com/office/drawing/2014/main" id="{EB024FA4-4FEE-C168-4DA6-F81F8B8547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7"/>
                  <a:stretch>
                    <a:fillRect l="-32432" t="-26087" r="-2703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직사각형 498">
                  <a:extLst>
                    <a:ext uri="{FF2B5EF4-FFF2-40B4-BE49-F238E27FC236}">
                      <a16:creationId xmlns:a16="http://schemas.microsoft.com/office/drawing/2014/main" id="{999C5FAF-12E2-5574-6380-C359ADD52155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9" name="직사각형 498">
                  <a:extLst>
                    <a:ext uri="{FF2B5EF4-FFF2-40B4-BE49-F238E27FC236}">
                      <a16:creationId xmlns:a16="http://schemas.microsoft.com/office/drawing/2014/main" id="{999C5FAF-12E2-5574-6380-C359ADD521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8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2" name="그룹 501">
            <a:extLst>
              <a:ext uri="{FF2B5EF4-FFF2-40B4-BE49-F238E27FC236}">
                <a16:creationId xmlns:a16="http://schemas.microsoft.com/office/drawing/2014/main" id="{5E79AD86-EA4C-D455-A2F7-6CBD1E530DF7}"/>
              </a:ext>
            </a:extLst>
          </p:cNvPr>
          <p:cNvGrpSpPr/>
          <p:nvPr/>
        </p:nvGrpSpPr>
        <p:grpSpPr>
          <a:xfrm>
            <a:off x="9277979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3" name="직사각형 502">
                  <a:extLst>
                    <a:ext uri="{FF2B5EF4-FFF2-40B4-BE49-F238E27FC236}">
                      <a16:creationId xmlns:a16="http://schemas.microsoft.com/office/drawing/2014/main" id="{D2AC558E-8331-AD73-B08A-2B660278E392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3" name="직사각형 502">
                  <a:extLst>
                    <a:ext uri="{FF2B5EF4-FFF2-40B4-BE49-F238E27FC236}">
                      <a16:creationId xmlns:a16="http://schemas.microsoft.com/office/drawing/2014/main" id="{D2AC558E-8331-AD73-B08A-2B660278E39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9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4" name="직사각형 503">
                  <a:extLst>
                    <a:ext uri="{FF2B5EF4-FFF2-40B4-BE49-F238E27FC236}">
                      <a16:creationId xmlns:a16="http://schemas.microsoft.com/office/drawing/2014/main" id="{10E9DDC4-B08D-7367-220E-2DA7D365C7C7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4" name="직사각형 503">
                  <a:extLst>
                    <a:ext uri="{FF2B5EF4-FFF2-40B4-BE49-F238E27FC236}">
                      <a16:creationId xmlns:a16="http://schemas.microsoft.com/office/drawing/2014/main" id="{10E9DDC4-B08D-7367-220E-2DA7D365C7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10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5" name="직사각형 504">
                  <a:extLst>
                    <a:ext uri="{FF2B5EF4-FFF2-40B4-BE49-F238E27FC236}">
                      <a16:creationId xmlns:a16="http://schemas.microsoft.com/office/drawing/2014/main" id="{05D3FA08-04A2-2B38-BBEA-B31DB9BC0586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5" name="직사각형 504">
                  <a:extLst>
                    <a:ext uri="{FF2B5EF4-FFF2-40B4-BE49-F238E27FC236}">
                      <a16:creationId xmlns:a16="http://schemas.microsoft.com/office/drawing/2014/main" id="{05D3FA08-04A2-2B38-BBEA-B31DB9BC05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11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6" name="그룹 505">
            <a:extLst>
              <a:ext uri="{FF2B5EF4-FFF2-40B4-BE49-F238E27FC236}">
                <a16:creationId xmlns:a16="http://schemas.microsoft.com/office/drawing/2014/main" id="{48576A23-3A0D-3DD9-61E4-1C60B7EF69E2}"/>
              </a:ext>
            </a:extLst>
          </p:cNvPr>
          <p:cNvGrpSpPr/>
          <p:nvPr/>
        </p:nvGrpSpPr>
        <p:grpSpPr>
          <a:xfrm>
            <a:off x="10917593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7" name="직사각형 506">
                  <a:extLst>
                    <a:ext uri="{FF2B5EF4-FFF2-40B4-BE49-F238E27FC236}">
                      <a16:creationId xmlns:a16="http://schemas.microsoft.com/office/drawing/2014/main" id="{A7E954CB-BFF5-855B-8379-84C9A4C8074D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7" name="직사각형 506">
                  <a:extLst>
                    <a:ext uri="{FF2B5EF4-FFF2-40B4-BE49-F238E27FC236}">
                      <a16:creationId xmlns:a16="http://schemas.microsoft.com/office/drawing/2014/main" id="{A7E954CB-BFF5-855B-8379-84C9A4C807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12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8" name="직사각형 507">
                  <a:extLst>
                    <a:ext uri="{FF2B5EF4-FFF2-40B4-BE49-F238E27FC236}">
                      <a16:creationId xmlns:a16="http://schemas.microsoft.com/office/drawing/2014/main" id="{CA33C058-D215-5251-DC9A-F9B7EAB76F22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8" name="직사각형 507">
                  <a:extLst>
                    <a:ext uri="{FF2B5EF4-FFF2-40B4-BE49-F238E27FC236}">
                      <a16:creationId xmlns:a16="http://schemas.microsoft.com/office/drawing/2014/main" id="{CA33C058-D215-5251-DC9A-F9B7EAB76F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13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9" name="직사각형 508">
                  <a:extLst>
                    <a:ext uri="{FF2B5EF4-FFF2-40B4-BE49-F238E27FC236}">
                      <a16:creationId xmlns:a16="http://schemas.microsoft.com/office/drawing/2014/main" id="{761DB16A-F741-CA39-0E97-936662B78A3C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9" name="직사각형 508">
                  <a:extLst>
                    <a:ext uri="{FF2B5EF4-FFF2-40B4-BE49-F238E27FC236}">
                      <a16:creationId xmlns:a16="http://schemas.microsoft.com/office/drawing/2014/main" id="{761DB16A-F741-CA39-0E97-936662B78A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14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A76595C-59B9-3871-9911-880C4FD28B69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319004151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1BF97-1224-F828-0176-F32D32666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B141BB-9632-9F9A-BDFB-C6B12E6D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i="1" dirty="0"/>
              <a:t>Multi-head </a:t>
            </a:r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0E78FA-A17F-A8DD-043A-458535093B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103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5A3613-AE3F-A595-1025-DA6F953A058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5469665-7BDF-7857-E712-4791FC360897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3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4C82716-C58E-C2CB-FD16-FA3A966271AE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4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544AB9-F63D-28CB-4F1B-62502BD73D28}"/>
                  </a:ext>
                </a:extLst>
              </p:cNvPr>
              <p:cNvSpPr txBox="1"/>
              <p:nvPr/>
            </p:nvSpPr>
            <p:spPr>
              <a:xfrm>
                <a:off x="4325275" y="1052188"/>
                <a:ext cx="271378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sz="1600" dirty="0">
                    <a:solidFill>
                      <a:srgbClr val="C00000"/>
                    </a:solidFill>
                  </a:rPr>
                  <a:t>Use</a:t>
                </a:r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:r>
                  <a:rPr kumimoji="1" lang="en-US" altLang="ko-KR" sz="1600" dirty="0">
                    <a:solidFill>
                      <a:srgbClr val="C00000"/>
                    </a:solidFill>
                  </a:rPr>
                  <a:t>independent</a:t>
                </a:r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:r>
                  <a:rPr kumimoji="1" lang="en-US" altLang="ko-KR" sz="1600" b="1" i="1" dirty="0">
                    <a:solidFill>
                      <a:srgbClr val="C00000"/>
                    </a:solidFill>
                  </a:rPr>
                  <a:t>attention heads </a:t>
                </a:r>
                <a:r>
                  <a:rPr kumimoji="1" lang="en-US" altLang="ko-KR" sz="1600" dirty="0">
                    <a:solidFill>
                      <a:srgbClr val="C00000"/>
                    </a:solidFill>
                  </a:rPr>
                  <a:t>in parallel.</a:t>
                </a:r>
                <a:endParaRPr kumimoji="1" lang="ko-KR" alt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544AB9-F63D-28CB-4F1B-62502BD73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275" y="1052188"/>
                <a:ext cx="2713786" cy="584775"/>
              </a:xfrm>
              <a:prstGeom prst="rect">
                <a:avLst/>
              </a:prstGeom>
              <a:blipFill>
                <a:blip r:embed="rId5"/>
                <a:stretch>
                  <a:fillRect l="-1395" t="-4255" b="-127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09E1D7C-89D7-5D85-DFF1-D0047248484D}"/>
                  </a:ext>
                </a:extLst>
              </p:cNvPr>
              <p:cNvSpPr/>
              <p:nvPr/>
            </p:nvSpPr>
            <p:spPr>
              <a:xfrm>
                <a:off x="7157174" y="5083137"/>
                <a:ext cx="440958" cy="268835"/>
              </a:xfrm>
              <a:prstGeom prst="rect">
                <a:avLst/>
              </a:prstGeom>
              <a:solidFill>
                <a:srgbClr val="DBE4F4"/>
              </a:solidFill>
              <a:ln w="12700">
                <a:solidFill>
                  <a:srgbClr val="4472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09E1D7C-89D7-5D85-DFF1-D004724848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174" y="5083137"/>
                <a:ext cx="440958" cy="268835"/>
              </a:xfrm>
              <a:prstGeom prst="rect">
                <a:avLst/>
              </a:prstGeom>
              <a:blipFill>
                <a:blip r:embed="rId6"/>
                <a:stretch>
                  <a:fillRect l="-33333" t="-26087" r="-2778" b="-17391"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2" name="직사각형 471">
                <a:extLst>
                  <a:ext uri="{FF2B5EF4-FFF2-40B4-BE49-F238E27FC236}">
                    <a16:creationId xmlns:a16="http://schemas.microsoft.com/office/drawing/2014/main" id="{300CAE65-B3EA-1C5B-4DBC-A05C8FD1C8A7}"/>
                  </a:ext>
                </a:extLst>
              </p:cNvPr>
              <p:cNvSpPr/>
              <p:nvPr/>
            </p:nvSpPr>
            <p:spPr>
              <a:xfrm>
                <a:off x="8793672" y="5083137"/>
                <a:ext cx="440958" cy="268835"/>
              </a:xfrm>
              <a:prstGeom prst="rect">
                <a:avLst/>
              </a:prstGeom>
              <a:solidFill>
                <a:srgbClr val="DBE4F4"/>
              </a:solidFill>
              <a:ln w="12700">
                <a:solidFill>
                  <a:srgbClr val="4472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2" name="직사각형 471">
                <a:extLst>
                  <a:ext uri="{FF2B5EF4-FFF2-40B4-BE49-F238E27FC236}">
                    <a16:creationId xmlns:a16="http://schemas.microsoft.com/office/drawing/2014/main" id="{300CAE65-B3EA-1C5B-4DBC-A05C8FD1C8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672" y="5083137"/>
                <a:ext cx="440958" cy="268835"/>
              </a:xfrm>
              <a:prstGeom prst="rect">
                <a:avLst/>
              </a:prstGeom>
              <a:blipFill>
                <a:blip r:embed="rId7"/>
                <a:stretch>
                  <a:fillRect l="-36111" t="-26087" r="-5556" b="-17391"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6" name="직사각형 475">
                <a:extLst>
                  <a:ext uri="{FF2B5EF4-FFF2-40B4-BE49-F238E27FC236}">
                    <a16:creationId xmlns:a16="http://schemas.microsoft.com/office/drawing/2014/main" id="{4C5350B6-9313-A378-03E1-05E5C5CACAAA}"/>
                  </a:ext>
                </a:extLst>
              </p:cNvPr>
              <p:cNvSpPr/>
              <p:nvPr/>
            </p:nvSpPr>
            <p:spPr>
              <a:xfrm>
                <a:off x="10430171" y="5083137"/>
                <a:ext cx="440958" cy="268835"/>
              </a:xfrm>
              <a:prstGeom prst="rect">
                <a:avLst/>
              </a:prstGeom>
              <a:solidFill>
                <a:srgbClr val="DBE4F4"/>
              </a:solidFill>
              <a:ln w="12700">
                <a:solidFill>
                  <a:srgbClr val="4472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kumimoji="1"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6" name="직사각형 475">
                <a:extLst>
                  <a:ext uri="{FF2B5EF4-FFF2-40B4-BE49-F238E27FC236}">
                    <a16:creationId xmlns:a16="http://schemas.microsoft.com/office/drawing/2014/main" id="{4C5350B6-9313-A378-03E1-05E5C5CACA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0171" y="5083137"/>
                <a:ext cx="440958" cy="268835"/>
              </a:xfrm>
              <a:prstGeom prst="rect">
                <a:avLst/>
              </a:prstGeom>
              <a:blipFill>
                <a:blip r:embed="rId8"/>
                <a:stretch>
                  <a:fillRect l="-32432" t="-26087" r="-2703" b="-17391"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1" name="그룹 500">
            <a:extLst>
              <a:ext uri="{FF2B5EF4-FFF2-40B4-BE49-F238E27FC236}">
                <a16:creationId xmlns:a16="http://schemas.microsoft.com/office/drawing/2014/main" id="{B27781F6-8EDB-ABEC-0416-E39C8DA75D4A}"/>
              </a:ext>
            </a:extLst>
          </p:cNvPr>
          <p:cNvGrpSpPr/>
          <p:nvPr/>
        </p:nvGrpSpPr>
        <p:grpSpPr>
          <a:xfrm>
            <a:off x="7646247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7" name="직사각형 496">
                  <a:extLst>
                    <a:ext uri="{FF2B5EF4-FFF2-40B4-BE49-F238E27FC236}">
                      <a16:creationId xmlns:a16="http://schemas.microsoft.com/office/drawing/2014/main" id="{0BB6BB77-D200-53A2-EEA1-4607B73D086B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7" name="직사각형 496">
                  <a:extLst>
                    <a:ext uri="{FF2B5EF4-FFF2-40B4-BE49-F238E27FC236}">
                      <a16:creationId xmlns:a16="http://schemas.microsoft.com/office/drawing/2014/main" id="{0BB6BB77-D200-53A2-EEA1-4607B73D08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9"/>
                  <a:stretch>
                    <a:fillRect l="-32432" t="-26087" r="-2703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직사각형 497">
                  <a:extLst>
                    <a:ext uri="{FF2B5EF4-FFF2-40B4-BE49-F238E27FC236}">
                      <a16:creationId xmlns:a16="http://schemas.microsoft.com/office/drawing/2014/main" id="{28CCD02D-D373-A8A8-E69D-479859E130CA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8" name="직사각형 497">
                  <a:extLst>
                    <a:ext uri="{FF2B5EF4-FFF2-40B4-BE49-F238E27FC236}">
                      <a16:creationId xmlns:a16="http://schemas.microsoft.com/office/drawing/2014/main" id="{28CCD02D-D373-A8A8-E69D-479859E130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10"/>
                  <a:stretch>
                    <a:fillRect l="-32432" t="-26087" r="-2703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직사각형 498">
                  <a:extLst>
                    <a:ext uri="{FF2B5EF4-FFF2-40B4-BE49-F238E27FC236}">
                      <a16:creationId xmlns:a16="http://schemas.microsoft.com/office/drawing/2014/main" id="{6307DC94-4E14-FAFF-D4F4-30FA7B3A11C7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9" name="직사각형 498">
                  <a:extLst>
                    <a:ext uri="{FF2B5EF4-FFF2-40B4-BE49-F238E27FC236}">
                      <a16:creationId xmlns:a16="http://schemas.microsoft.com/office/drawing/2014/main" id="{6307DC94-4E14-FAFF-D4F4-30FA7B3A11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11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2" name="그룹 501">
            <a:extLst>
              <a:ext uri="{FF2B5EF4-FFF2-40B4-BE49-F238E27FC236}">
                <a16:creationId xmlns:a16="http://schemas.microsoft.com/office/drawing/2014/main" id="{F95D74C2-7B05-67D4-D914-DF56DD57F130}"/>
              </a:ext>
            </a:extLst>
          </p:cNvPr>
          <p:cNvGrpSpPr/>
          <p:nvPr/>
        </p:nvGrpSpPr>
        <p:grpSpPr>
          <a:xfrm>
            <a:off x="9277979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3" name="직사각형 502">
                  <a:extLst>
                    <a:ext uri="{FF2B5EF4-FFF2-40B4-BE49-F238E27FC236}">
                      <a16:creationId xmlns:a16="http://schemas.microsoft.com/office/drawing/2014/main" id="{A78119B2-852D-49A8-7012-5F9C8A7CB774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3" name="직사각형 502">
                  <a:extLst>
                    <a:ext uri="{FF2B5EF4-FFF2-40B4-BE49-F238E27FC236}">
                      <a16:creationId xmlns:a16="http://schemas.microsoft.com/office/drawing/2014/main" id="{A78119B2-852D-49A8-7012-5F9C8A7CB7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12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4" name="직사각형 503">
                  <a:extLst>
                    <a:ext uri="{FF2B5EF4-FFF2-40B4-BE49-F238E27FC236}">
                      <a16:creationId xmlns:a16="http://schemas.microsoft.com/office/drawing/2014/main" id="{A0756EBB-A000-9293-997A-903BF2A7167F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4" name="직사각형 503">
                  <a:extLst>
                    <a:ext uri="{FF2B5EF4-FFF2-40B4-BE49-F238E27FC236}">
                      <a16:creationId xmlns:a16="http://schemas.microsoft.com/office/drawing/2014/main" id="{A0756EBB-A000-9293-997A-903BF2A71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13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5" name="직사각형 504">
                  <a:extLst>
                    <a:ext uri="{FF2B5EF4-FFF2-40B4-BE49-F238E27FC236}">
                      <a16:creationId xmlns:a16="http://schemas.microsoft.com/office/drawing/2014/main" id="{802C30BA-5923-6902-46E5-B98C9945F1A2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5" name="직사각형 504">
                  <a:extLst>
                    <a:ext uri="{FF2B5EF4-FFF2-40B4-BE49-F238E27FC236}">
                      <a16:creationId xmlns:a16="http://schemas.microsoft.com/office/drawing/2014/main" id="{802C30BA-5923-6902-46E5-B98C9945F1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14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6" name="그룹 505">
            <a:extLst>
              <a:ext uri="{FF2B5EF4-FFF2-40B4-BE49-F238E27FC236}">
                <a16:creationId xmlns:a16="http://schemas.microsoft.com/office/drawing/2014/main" id="{D27DE53D-E4A7-A2A5-CE3F-EB543A22631C}"/>
              </a:ext>
            </a:extLst>
          </p:cNvPr>
          <p:cNvGrpSpPr/>
          <p:nvPr/>
        </p:nvGrpSpPr>
        <p:grpSpPr>
          <a:xfrm>
            <a:off x="10917593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7" name="직사각형 506">
                  <a:extLst>
                    <a:ext uri="{FF2B5EF4-FFF2-40B4-BE49-F238E27FC236}">
                      <a16:creationId xmlns:a16="http://schemas.microsoft.com/office/drawing/2014/main" id="{FFE0E4F4-02F0-FAA4-E404-1704AE24DA7E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7" name="직사각형 506">
                  <a:extLst>
                    <a:ext uri="{FF2B5EF4-FFF2-40B4-BE49-F238E27FC236}">
                      <a16:creationId xmlns:a16="http://schemas.microsoft.com/office/drawing/2014/main" id="{FFE0E4F4-02F0-FAA4-E404-1704AE24DA7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15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8" name="직사각형 507">
                  <a:extLst>
                    <a:ext uri="{FF2B5EF4-FFF2-40B4-BE49-F238E27FC236}">
                      <a16:creationId xmlns:a16="http://schemas.microsoft.com/office/drawing/2014/main" id="{F7C62E9A-6555-D813-7BB8-5850C35932EB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8" name="직사각형 507">
                  <a:extLst>
                    <a:ext uri="{FF2B5EF4-FFF2-40B4-BE49-F238E27FC236}">
                      <a16:creationId xmlns:a16="http://schemas.microsoft.com/office/drawing/2014/main" id="{F7C62E9A-6555-D813-7BB8-5850C35932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16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9" name="직사각형 508">
                  <a:extLst>
                    <a:ext uri="{FF2B5EF4-FFF2-40B4-BE49-F238E27FC236}">
                      <a16:creationId xmlns:a16="http://schemas.microsoft.com/office/drawing/2014/main" id="{ECF9F087-BA57-063B-92EE-28506990D383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9" name="직사각형 508">
                  <a:extLst>
                    <a:ext uri="{FF2B5EF4-FFF2-40B4-BE49-F238E27FC236}">
                      <a16:creationId xmlns:a16="http://schemas.microsoft.com/office/drawing/2014/main" id="{ECF9F087-BA57-063B-92EE-28506990D3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17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20" name="직선 화살표 연결선 519">
            <a:extLst>
              <a:ext uri="{FF2B5EF4-FFF2-40B4-BE49-F238E27FC236}">
                <a16:creationId xmlns:a16="http://schemas.microsoft.com/office/drawing/2014/main" id="{73335A22-4110-6696-3432-C757F1D565B3}"/>
              </a:ext>
            </a:extLst>
          </p:cNvPr>
          <p:cNvCxnSpPr>
            <a:cxnSpLocks/>
            <a:stCxn id="497" idx="0"/>
            <a:endCxn id="472" idx="2"/>
          </p:cNvCxnSpPr>
          <p:nvPr/>
        </p:nvCxnSpPr>
        <p:spPr>
          <a:xfrm flipV="1">
            <a:off x="7866726" y="5351972"/>
            <a:ext cx="1147425" cy="4861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직선 화살표 연결선 522">
            <a:extLst>
              <a:ext uri="{FF2B5EF4-FFF2-40B4-BE49-F238E27FC236}">
                <a16:creationId xmlns:a16="http://schemas.microsoft.com/office/drawing/2014/main" id="{E41FEF7F-3FD8-9439-F345-D02BD3A3F746}"/>
              </a:ext>
            </a:extLst>
          </p:cNvPr>
          <p:cNvCxnSpPr>
            <a:cxnSpLocks/>
            <a:stCxn id="497" idx="0"/>
            <a:endCxn id="476" idx="2"/>
          </p:cNvCxnSpPr>
          <p:nvPr/>
        </p:nvCxnSpPr>
        <p:spPr>
          <a:xfrm flipV="1">
            <a:off x="7866726" y="5351972"/>
            <a:ext cx="2783924" cy="4861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직선 화살표 연결선 525">
            <a:extLst>
              <a:ext uri="{FF2B5EF4-FFF2-40B4-BE49-F238E27FC236}">
                <a16:creationId xmlns:a16="http://schemas.microsoft.com/office/drawing/2014/main" id="{F1E9CC2C-C60F-AE29-BCD7-33ED1116D71D}"/>
              </a:ext>
            </a:extLst>
          </p:cNvPr>
          <p:cNvCxnSpPr>
            <a:cxnSpLocks/>
            <a:stCxn id="497" idx="0"/>
            <a:endCxn id="7" idx="2"/>
          </p:cNvCxnSpPr>
          <p:nvPr/>
        </p:nvCxnSpPr>
        <p:spPr>
          <a:xfrm flipH="1" flipV="1">
            <a:off x="7377653" y="5351972"/>
            <a:ext cx="489073" cy="4861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67B968B-9C67-783A-B786-7839708E9991}"/>
              </a:ext>
            </a:extLst>
          </p:cNvPr>
          <p:cNvSpPr txBox="1"/>
          <p:nvPr/>
        </p:nvSpPr>
        <p:spPr>
          <a:xfrm>
            <a:off x="6813816" y="543648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dirty="0"/>
              <a:t>split</a:t>
            </a:r>
            <a:endParaRPr kumimoji="1" lang="ko-KR" alt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912C85-9114-5BE1-A705-FA8000C87233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120323575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09DF5-DF99-5A06-D5C6-E61F96119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0A26B7-E2B4-37B9-A42C-05D48CDB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i="1" dirty="0"/>
              <a:t>Multi-head </a:t>
            </a:r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6C5C3B-CA0E-8F17-DB84-00BD57EAC3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104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7C62D-658C-C2F0-C379-81F696AC100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D35A72-5031-071F-64B4-334EDD21F586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3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7FE166C-7DA1-B942-BBD1-B8970024CC13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4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BD41D5-29AC-8D45-FDAB-29C1F0BB9DC2}"/>
                  </a:ext>
                </a:extLst>
              </p:cNvPr>
              <p:cNvSpPr txBox="1"/>
              <p:nvPr/>
            </p:nvSpPr>
            <p:spPr>
              <a:xfrm>
                <a:off x="4325275" y="1052188"/>
                <a:ext cx="271378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sz="1600" dirty="0">
                    <a:solidFill>
                      <a:srgbClr val="C00000"/>
                    </a:solidFill>
                  </a:rPr>
                  <a:t>Use</a:t>
                </a:r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:r>
                  <a:rPr kumimoji="1" lang="en-US" altLang="ko-KR" sz="1600" dirty="0">
                    <a:solidFill>
                      <a:srgbClr val="C00000"/>
                    </a:solidFill>
                  </a:rPr>
                  <a:t>independent</a:t>
                </a:r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:r>
                  <a:rPr kumimoji="1" lang="en-US" altLang="ko-KR" sz="1600" b="1" i="1" dirty="0">
                    <a:solidFill>
                      <a:srgbClr val="C00000"/>
                    </a:solidFill>
                  </a:rPr>
                  <a:t>attention heads </a:t>
                </a:r>
                <a:r>
                  <a:rPr kumimoji="1" lang="en-US" altLang="ko-KR" sz="1600" dirty="0">
                    <a:solidFill>
                      <a:srgbClr val="C00000"/>
                    </a:solidFill>
                  </a:rPr>
                  <a:t>in parallel.</a:t>
                </a:r>
                <a:endParaRPr kumimoji="1" lang="ko-KR" alt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BD41D5-29AC-8D45-FDAB-29C1F0BB9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275" y="1052188"/>
                <a:ext cx="2713786" cy="584775"/>
              </a:xfrm>
              <a:prstGeom prst="rect">
                <a:avLst/>
              </a:prstGeom>
              <a:blipFill>
                <a:blip r:embed="rId5"/>
                <a:stretch>
                  <a:fillRect l="-1395" t="-4255" b="-127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0" name="그룹 499">
            <a:extLst>
              <a:ext uri="{FF2B5EF4-FFF2-40B4-BE49-F238E27FC236}">
                <a16:creationId xmlns:a16="http://schemas.microsoft.com/office/drawing/2014/main" id="{57463A7A-915A-40FC-5883-F3929AA505BB}"/>
              </a:ext>
            </a:extLst>
          </p:cNvPr>
          <p:cNvGrpSpPr/>
          <p:nvPr/>
        </p:nvGrpSpPr>
        <p:grpSpPr>
          <a:xfrm>
            <a:off x="7157174" y="5083137"/>
            <a:ext cx="930031" cy="268835"/>
            <a:chOff x="7157174" y="4918221"/>
            <a:chExt cx="930031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EF62AD16-4E3C-FAF1-5F06-18BB00E49377}"/>
                    </a:ext>
                  </a:extLst>
                </p:cNvPr>
                <p:cNvSpPr/>
                <p:nvPr/>
              </p:nvSpPr>
              <p:spPr>
                <a:xfrm>
                  <a:off x="7157174" y="49182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EF62AD16-4E3C-FAF1-5F06-18BB00E493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7174" y="4918221"/>
                  <a:ext cx="440958" cy="268835"/>
                </a:xfrm>
                <a:prstGeom prst="rect">
                  <a:avLst/>
                </a:prstGeom>
                <a:blipFill>
                  <a:blip r:embed="rId6"/>
                  <a:stretch>
                    <a:fillRect l="-33333" t="-26087" r="-2778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60005503-A538-8455-62A3-4FCAC5941CE6}"/>
                    </a:ext>
                  </a:extLst>
                </p:cNvPr>
                <p:cNvSpPr/>
                <p:nvPr/>
              </p:nvSpPr>
              <p:spPr>
                <a:xfrm>
                  <a:off x="7646247" y="49182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60005503-A538-8455-62A3-4FCAC5941C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4918221"/>
                  <a:ext cx="440958" cy="268835"/>
                </a:xfrm>
                <a:prstGeom prst="rect">
                  <a:avLst/>
                </a:prstGeom>
                <a:blipFill>
                  <a:blip r:embed="rId7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1" name="그룹 470">
            <a:extLst>
              <a:ext uri="{FF2B5EF4-FFF2-40B4-BE49-F238E27FC236}">
                <a16:creationId xmlns:a16="http://schemas.microsoft.com/office/drawing/2014/main" id="{F5A68618-32AA-9D35-4933-CDFC07696E5F}"/>
              </a:ext>
            </a:extLst>
          </p:cNvPr>
          <p:cNvGrpSpPr/>
          <p:nvPr/>
        </p:nvGrpSpPr>
        <p:grpSpPr>
          <a:xfrm>
            <a:off x="8793672" y="5083137"/>
            <a:ext cx="930031" cy="268835"/>
            <a:chOff x="7527689" y="4742401"/>
            <a:chExt cx="930031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2" name="직사각형 471">
                  <a:extLst>
                    <a:ext uri="{FF2B5EF4-FFF2-40B4-BE49-F238E27FC236}">
                      <a16:creationId xmlns:a16="http://schemas.microsoft.com/office/drawing/2014/main" id="{64295688-1C8E-1231-6546-3CF3CDCF3918}"/>
                    </a:ext>
                  </a:extLst>
                </p:cNvPr>
                <p:cNvSpPr/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2" name="직사각형 471">
                  <a:extLst>
                    <a:ext uri="{FF2B5EF4-FFF2-40B4-BE49-F238E27FC236}">
                      <a16:creationId xmlns:a16="http://schemas.microsoft.com/office/drawing/2014/main" id="{64295688-1C8E-1231-6546-3CF3CDCF39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blipFill>
                  <a:blip r:embed="rId8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3" name="직사각형 472">
                  <a:extLst>
                    <a:ext uri="{FF2B5EF4-FFF2-40B4-BE49-F238E27FC236}">
                      <a16:creationId xmlns:a16="http://schemas.microsoft.com/office/drawing/2014/main" id="{84785559-BCC5-F7E8-71F3-605FE74D270F}"/>
                    </a:ext>
                  </a:extLst>
                </p:cNvPr>
                <p:cNvSpPr/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3" name="직사각형 472">
                  <a:extLst>
                    <a:ext uri="{FF2B5EF4-FFF2-40B4-BE49-F238E27FC236}">
                      <a16:creationId xmlns:a16="http://schemas.microsoft.com/office/drawing/2014/main" id="{84785559-BCC5-F7E8-71F3-605FE74D27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blipFill>
                  <a:blip r:embed="rId9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5" name="그룹 474">
            <a:extLst>
              <a:ext uri="{FF2B5EF4-FFF2-40B4-BE49-F238E27FC236}">
                <a16:creationId xmlns:a16="http://schemas.microsoft.com/office/drawing/2014/main" id="{9C03BF35-4D44-7A8A-015C-3CD83054EF36}"/>
              </a:ext>
            </a:extLst>
          </p:cNvPr>
          <p:cNvGrpSpPr/>
          <p:nvPr/>
        </p:nvGrpSpPr>
        <p:grpSpPr>
          <a:xfrm>
            <a:off x="10430171" y="5083137"/>
            <a:ext cx="930031" cy="268835"/>
            <a:chOff x="7527689" y="4742401"/>
            <a:chExt cx="930031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6" name="직사각형 475">
                  <a:extLst>
                    <a:ext uri="{FF2B5EF4-FFF2-40B4-BE49-F238E27FC236}">
                      <a16:creationId xmlns:a16="http://schemas.microsoft.com/office/drawing/2014/main" id="{42CA9662-FB7E-0B4F-802A-76C5843C9BC1}"/>
                    </a:ext>
                  </a:extLst>
                </p:cNvPr>
                <p:cNvSpPr/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6" name="직사각형 475">
                  <a:extLst>
                    <a:ext uri="{FF2B5EF4-FFF2-40B4-BE49-F238E27FC236}">
                      <a16:creationId xmlns:a16="http://schemas.microsoft.com/office/drawing/2014/main" id="{42CA9662-FB7E-0B4F-802A-76C5843C9B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blipFill>
                  <a:blip r:embed="rId10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7" name="직사각형 476">
                  <a:extLst>
                    <a:ext uri="{FF2B5EF4-FFF2-40B4-BE49-F238E27FC236}">
                      <a16:creationId xmlns:a16="http://schemas.microsoft.com/office/drawing/2014/main" id="{2FB8194E-2C95-4D7C-CE02-94B9511E2A05}"/>
                    </a:ext>
                  </a:extLst>
                </p:cNvPr>
                <p:cNvSpPr/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7" name="직사각형 476">
                  <a:extLst>
                    <a:ext uri="{FF2B5EF4-FFF2-40B4-BE49-F238E27FC236}">
                      <a16:creationId xmlns:a16="http://schemas.microsoft.com/office/drawing/2014/main" id="{2FB8194E-2C95-4D7C-CE02-94B9511E2A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blipFill>
                  <a:blip r:embed="rId11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1" name="그룹 500">
            <a:extLst>
              <a:ext uri="{FF2B5EF4-FFF2-40B4-BE49-F238E27FC236}">
                <a16:creationId xmlns:a16="http://schemas.microsoft.com/office/drawing/2014/main" id="{6D82CD75-6DB5-23A0-DB26-D127E37543CF}"/>
              </a:ext>
            </a:extLst>
          </p:cNvPr>
          <p:cNvGrpSpPr/>
          <p:nvPr/>
        </p:nvGrpSpPr>
        <p:grpSpPr>
          <a:xfrm>
            <a:off x="7646247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7" name="직사각형 496">
                  <a:extLst>
                    <a:ext uri="{FF2B5EF4-FFF2-40B4-BE49-F238E27FC236}">
                      <a16:creationId xmlns:a16="http://schemas.microsoft.com/office/drawing/2014/main" id="{6F9501BC-64F9-DE98-7040-784FC2D479CD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7" name="직사각형 496">
                  <a:extLst>
                    <a:ext uri="{FF2B5EF4-FFF2-40B4-BE49-F238E27FC236}">
                      <a16:creationId xmlns:a16="http://schemas.microsoft.com/office/drawing/2014/main" id="{6F9501BC-64F9-DE98-7040-784FC2D479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12"/>
                  <a:stretch>
                    <a:fillRect l="-32432" t="-26087" r="-2703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직사각형 497">
                  <a:extLst>
                    <a:ext uri="{FF2B5EF4-FFF2-40B4-BE49-F238E27FC236}">
                      <a16:creationId xmlns:a16="http://schemas.microsoft.com/office/drawing/2014/main" id="{6FD56BD2-8B65-661A-B38B-E72ECDC4724A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8" name="직사각형 497">
                  <a:extLst>
                    <a:ext uri="{FF2B5EF4-FFF2-40B4-BE49-F238E27FC236}">
                      <a16:creationId xmlns:a16="http://schemas.microsoft.com/office/drawing/2014/main" id="{6FD56BD2-8B65-661A-B38B-E72ECDC472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13"/>
                  <a:stretch>
                    <a:fillRect l="-32432" t="-26087" r="-2703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직사각형 498">
                  <a:extLst>
                    <a:ext uri="{FF2B5EF4-FFF2-40B4-BE49-F238E27FC236}">
                      <a16:creationId xmlns:a16="http://schemas.microsoft.com/office/drawing/2014/main" id="{A766E941-52FF-C1C1-6C84-60D1B19803FE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9" name="직사각형 498">
                  <a:extLst>
                    <a:ext uri="{FF2B5EF4-FFF2-40B4-BE49-F238E27FC236}">
                      <a16:creationId xmlns:a16="http://schemas.microsoft.com/office/drawing/2014/main" id="{A766E941-52FF-C1C1-6C84-60D1B19803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14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2" name="그룹 501">
            <a:extLst>
              <a:ext uri="{FF2B5EF4-FFF2-40B4-BE49-F238E27FC236}">
                <a16:creationId xmlns:a16="http://schemas.microsoft.com/office/drawing/2014/main" id="{6AEC93A4-5EF3-AA94-0C75-D82C8646C5D7}"/>
              </a:ext>
            </a:extLst>
          </p:cNvPr>
          <p:cNvGrpSpPr/>
          <p:nvPr/>
        </p:nvGrpSpPr>
        <p:grpSpPr>
          <a:xfrm>
            <a:off x="9277979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3" name="직사각형 502">
                  <a:extLst>
                    <a:ext uri="{FF2B5EF4-FFF2-40B4-BE49-F238E27FC236}">
                      <a16:creationId xmlns:a16="http://schemas.microsoft.com/office/drawing/2014/main" id="{B506AFF0-FE77-A922-804D-701C34332128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3" name="직사각형 502">
                  <a:extLst>
                    <a:ext uri="{FF2B5EF4-FFF2-40B4-BE49-F238E27FC236}">
                      <a16:creationId xmlns:a16="http://schemas.microsoft.com/office/drawing/2014/main" id="{B506AFF0-FE77-A922-804D-701C343321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15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4" name="직사각형 503">
                  <a:extLst>
                    <a:ext uri="{FF2B5EF4-FFF2-40B4-BE49-F238E27FC236}">
                      <a16:creationId xmlns:a16="http://schemas.microsoft.com/office/drawing/2014/main" id="{4676F03B-3817-B8E7-F30F-4B69B02DED43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4" name="직사각형 503">
                  <a:extLst>
                    <a:ext uri="{FF2B5EF4-FFF2-40B4-BE49-F238E27FC236}">
                      <a16:creationId xmlns:a16="http://schemas.microsoft.com/office/drawing/2014/main" id="{4676F03B-3817-B8E7-F30F-4B69B02DED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16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5" name="직사각형 504">
                  <a:extLst>
                    <a:ext uri="{FF2B5EF4-FFF2-40B4-BE49-F238E27FC236}">
                      <a16:creationId xmlns:a16="http://schemas.microsoft.com/office/drawing/2014/main" id="{9D40E0C9-5EAE-2855-4769-67AAD6AD0836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5" name="직사각형 504">
                  <a:extLst>
                    <a:ext uri="{FF2B5EF4-FFF2-40B4-BE49-F238E27FC236}">
                      <a16:creationId xmlns:a16="http://schemas.microsoft.com/office/drawing/2014/main" id="{9D40E0C9-5EAE-2855-4769-67AAD6AD08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17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6" name="그룹 505">
            <a:extLst>
              <a:ext uri="{FF2B5EF4-FFF2-40B4-BE49-F238E27FC236}">
                <a16:creationId xmlns:a16="http://schemas.microsoft.com/office/drawing/2014/main" id="{E0EF6EE6-191F-E830-BADA-34619D71AD81}"/>
              </a:ext>
            </a:extLst>
          </p:cNvPr>
          <p:cNvGrpSpPr/>
          <p:nvPr/>
        </p:nvGrpSpPr>
        <p:grpSpPr>
          <a:xfrm>
            <a:off x="10917593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7" name="직사각형 506">
                  <a:extLst>
                    <a:ext uri="{FF2B5EF4-FFF2-40B4-BE49-F238E27FC236}">
                      <a16:creationId xmlns:a16="http://schemas.microsoft.com/office/drawing/2014/main" id="{94577581-27A9-9F43-887B-E4608ECB7988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7" name="직사각형 506">
                  <a:extLst>
                    <a:ext uri="{FF2B5EF4-FFF2-40B4-BE49-F238E27FC236}">
                      <a16:creationId xmlns:a16="http://schemas.microsoft.com/office/drawing/2014/main" id="{94577581-27A9-9F43-887B-E4608ECB79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18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8" name="직사각형 507">
                  <a:extLst>
                    <a:ext uri="{FF2B5EF4-FFF2-40B4-BE49-F238E27FC236}">
                      <a16:creationId xmlns:a16="http://schemas.microsoft.com/office/drawing/2014/main" id="{FD8FD5E0-5E03-DA96-7AD5-539C6A981718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8" name="직사각형 507">
                  <a:extLst>
                    <a:ext uri="{FF2B5EF4-FFF2-40B4-BE49-F238E27FC236}">
                      <a16:creationId xmlns:a16="http://schemas.microsoft.com/office/drawing/2014/main" id="{FD8FD5E0-5E03-DA96-7AD5-539C6A9817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19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9" name="직사각형 508">
                  <a:extLst>
                    <a:ext uri="{FF2B5EF4-FFF2-40B4-BE49-F238E27FC236}">
                      <a16:creationId xmlns:a16="http://schemas.microsoft.com/office/drawing/2014/main" id="{81B26612-180E-D829-6897-1D7A99AD440C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9" name="직사각형 508">
                  <a:extLst>
                    <a:ext uri="{FF2B5EF4-FFF2-40B4-BE49-F238E27FC236}">
                      <a16:creationId xmlns:a16="http://schemas.microsoft.com/office/drawing/2014/main" id="{81B26612-180E-D829-6897-1D7A99AD44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20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10" name="직선 화살표 연결선 509">
            <a:extLst>
              <a:ext uri="{FF2B5EF4-FFF2-40B4-BE49-F238E27FC236}">
                <a16:creationId xmlns:a16="http://schemas.microsoft.com/office/drawing/2014/main" id="{AFC36B5E-F81E-1CD4-A88B-D66A298B304D}"/>
              </a:ext>
            </a:extLst>
          </p:cNvPr>
          <p:cNvCxnSpPr>
            <a:cxnSpLocks/>
            <a:stCxn id="503" idx="0"/>
            <a:endCxn id="473" idx="2"/>
          </p:cNvCxnSpPr>
          <p:nvPr/>
        </p:nvCxnSpPr>
        <p:spPr>
          <a:xfrm flipV="1">
            <a:off x="9498458" y="5351972"/>
            <a:ext cx="4766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직선 화살표 연결선 519">
            <a:extLst>
              <a:ext uri="{FF2B5EF4-FFF2-40B4-BE49-F238E27FC236}">
                <a16:creationId xmlns:a16="http://schemas.microsoft.com/office/drawing/2014/main" id="{A1DBE776-97FB-181A-3886-67F9F5474132}"/>
              </a:ext>
            </a:extLst>
          </p:cNvPr>
          <p:cNvCxnSpPr>
            <a:cxnSpLocks/>
            <a:stCxn id="497" idx="0"/>
            <a:endCxn id="472" idx="2"/>
          </p:cNvCxnSpPr>
          <p:nvPr/>
        </p:nvCxnSpPr>
        <p:spPr>
          <a:xfrm flipV="1">
            <a:off x="7866726" y="5351972"/>
            <a:ext cx="1147425" cy="4861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직선 화살표 연결선 522">
            <a:extLst>
              <a:ext uri="{FF2B5EF4-FFF2-40B4-BE49-F238E27FC236}">
                <a16:creationId xmlns:a16="http://schemas.microsoft.com/office/drawing/2014/main" id="{FA33BEC3-C3E1-E247-AE88-567FE2CD0DEA}"/>
              </a:ext>
            </a:extLst>
          </p:cNvPr>
          <p:cNvCxnSpPr>
            <a:cxnSpLocks/>
            <a:stCxn id="497" idx="0"/>
            <a:endCxn id="476" idx="2"/>
          </p:cNvCxnSpPr>
          <p:nvPr/>
        </p:nvCxnSpPr>
        <p:spPr>
          <a:xfrm flipV="1">
            <a:off x="7866726" y="5351972"/>
            <a:ext cx="2783924" cy="4861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직선 화살표 연결선 525">
            <a:extLst>
              <a:ext uri="{FF2B5EF4-FFF2-40B4-BE49-F238E27FC236}">
                <a16:creationId xmlns:a16="http://schemas.microsoft.com/office/drawing/2014/main" id="{732FB7E2-6B18-7731-56E5-01B0057A4B49}"/>
              </a:ext>
            </a:extLst>
          </p:cNvPr>
          <p:cNvCxnSpPr>
            <a:cxnSpLocks/>
            <a:stCxn id="497" idx="0"/>
            <a:endCxn id="7" idx="2"/>
          </p:cNvCxnSpPr>
          <p:nvPr/>
        </p:nvCxnSpPr>
        <p:spPr>
          <a:xfrm flipH="1" flipV="1">
            <a:off x="7377653" y="5351972"/>
            <a:ext cx="489073" cy="4861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직선 화살표 연결선 528">
            <a:extLst>
              <a:ext uri="{FF2B5EF4-FFF2-40B4-BE49-F238E27FC236}">
                <a16:creationId xmlns:a16="http://schemas.microsoft.com/office/drawing/2014/main" id="{49569F61-CE73-0F4B-30BC-5A1B9C148E35}"/>
              </a:ext>
            </a:extLst>
          </p:cNvPr>
          <p:cNvCxnSpPr>
            <a:cxnSpLocks/>
            <a:stCxn id="503" idx="0"/>
            <a:endCxn id="8" idx="2"/>
          </p:cNvCxnSpPr>
          <p:nvPr/>
        </p:nvCxnSpPr>
        <p:spPr>
          <a:xfrm flipH="1" flipV="1">
            <a:off x="7866726" y="5351972"/>
            <a:ext cx="1631732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직선 화살표 연결선 533">
            <a:extLst>
              <a:ext uri="{FF2B5EF4-FFF2-40B4-BE49-F238E27FC236}">
                <a16:creationId xmlns:a16="http://schemas.microsoft.com/office/drawing/2014/main" id="{3B3806EC-36B0-29D5-85F1-62DFD3481064}"/>
              </a:ext>
            </a:extLst>
          </p:cNvPr>
          <p:cNvCxnSpPr>
            <a:cxnSpLocks/>
            <a:stCxn id="503" idx="0"/>
            <a:endCxn id="477" idx="2"/>
          </p:cNvCxnSpPr>
          <p:nvPr/>
        </p:nvCxnSpPr>
        <p:spPr>
          <a:xfrm flipV="1">
            <a:off x="9498458" y="5351972"/>
            <a:ext cx="1641265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98F5E8B-90CF-C467-945B-905CD83F1FE6}"/>
              </a:ext>
            </a:extLst>
          </p:cNvPr>
          <p:cNvSpPr txBox="1"/>
          <p:nvPr/>
        </p:nvSpPr>
        <p:spPr>
          <a:xfrm>
            <a:off x="6813816" y="543648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dirty="0"/>
              <a:t>split</a:t>
            </a:r>
            <a:endParaRPr kumimoji="1" lang="ko-KR" alt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483EA0-7CBF-C8D0-6058-CF2FC7DBD4BC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120784999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743DF-B7E5-260E-84A1-BB66FF2CD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DEDBB0-65C4-F036-DC7C-25B0F0F2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i="1" dirty="0"/>
              <a:t>Multi-head </a:t>
            </a:r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4CBBC7-3294-DB92-F722-257C763B67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105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0D8203-228C-603D-AD33-17A42CA1FEF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5B5C15E-E25E-AA29-DF21-97C3AF78D9EA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3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A6FEF30-C15A-02A0-AEEC-72E862ABF223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4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DC53BB-8EFC-D608-47B9-00183151A801}"/>
                  </a:ext>
                </a:extLst>
              </p:cNvPr>
              <p:cNvSpPr txBox="1"/>
              <p:nvPr/>
            </p:nvSpPr>
            <p:spPr>
              <a:xfrm>
                <a:off x="4325275" y="1052188"/>
                <a:ext cx="271378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sz="1600" dirty="0">
                    <a:solidFill>
                      <a:srgbClr val="C00000"/>
                    </a:solidFill>
                  </a:rPr>
                  <a:t>Use</a:t>
                </a:r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:r>
                  <a:rPr kumimoji="1" lang="en-US" altLang="ko-KR" sz="1600" dirty="0">
                    <a:solidFill>
                      <a:srgbClr val="C00000"/>
                    </a:solidFill>
                  </a:rPr>
                  <a:t>independent</a:t>
                </a:r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:r>
                  <a:rPr kumimoji="1" lang="en-US" altLang="ko-KR" sz="1600" b="1" i="1" dirty="0">
                    <a:solidFill>
                      <a:srgbClr val="C00000"/>
                    </a:solidFill>
                  </a:rPr>
                  <a:t>attention heads </a:t>
                </a:r>
                <a:r>
                  <a:rPr kumimoji="1" lang="en-US" altLang="ko-KR" sz="1600" dirty="0">
                    <a:solidFill>
                      <a:srgbClr val="C00000"/>
                    </a:solidFill>
                  </a:rPr>
                  <a:t>in parallel.</a:t>
                </a:r>
                <a:endParaRPr kumimoji="1" lang="ko-KR" alt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DC53BB-8EFC-D608-47B9-00183151A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275" y="1052188"/>
                <a:ext cx="2713786" cy="584775"/>
              </a:xfrm>
              <a:prstGeom prst="rect">
                <a:avLst/>
              </a:prstGeom>
              <a:blipFill>
                <a:blip r:embed="rId5"/>
                <a:stretch>
                  <a:fillRect l="-1395" t="-4255" b="-127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0" name="그룹 499">
            <a:extLst>
              <a:ext uri="{FF2B5EF4-FFF2-40B4-BE49-F238E27FC236}">
                <a16:creationId xmlns:a16="http://schemas.microsoft.com/office/drawing/2014/main" id="{FA442F73-514B-2E85-C8A6-92284770DFB3}"/>
              </a:ext>
            </a:extLst>
          </p:cNvPr>
          <p:cNvGrpSpPr/>
          <p:nvPr/>
        </p:nvGrpSpPr>
        <p:grpSpPr>
          <a:xfrm>
            <a:off x="7157174" y="5083137"/>
            <a:ext cx="1419104" cy="268835"/>
            <a:chOff x="7157174" y="4918221"/>
            <a:chExt cx="1419104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C14D5E5F-B00D-536D-D161-C4A1DE78A15E}"/>
                    </a:ext>
                  </a:extLst>
                </p:cNvPr>
                <p:cNvSpPr/>
                <p:nvPr/>
              </p:nvSpPr>
              <p:spPr>
                <a:xfrm>
                  <a:off x="7157174" y="49182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C14D5E5F-B00D-536D-D161-C4A1DE78A1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7174" y="4918221"/>
                  <a:ext cx="440958" cy="268835"/>
                </a:xfrm>
                <a:prstGeom prst="rect">
                  <a:avLst/>
                </a:prstGeom>
                <a:blipFill>
                  <a:blip r:embed="rId6"/>
                  <a:stretch>
                    <a:fillRect l="-33333" t="-26087" r="-2778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CF61A2FD-209D-1AE4-B678-26F4BB6BB7A5}"/>
                    </a:ext>
                  </a:extLst>
                </p:cNvPr>
                <p:cNvSpPr/>
                <p:nvPr/>
              </p:nvSpPr>
              <p:spPr>
                <a:xfrm>
                  <a:off x="7646247" y="49182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CF61A2FD-209D-1AE4-B678-26F4BB6BB7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4918221"/>
                  <a:ext cx="440958" cy="268835"/>
                </a:xfrm>
                <a:prstGeom prst="rect">
                  <a:avLst/>
                </a:prstGeom>
                <a:blipFill>
                  <a:blip r:embed="rId7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E6EA0061-95DE-F05B-4328-E6D3F7CA1858}"/>
                    </a:ext>
                  </a:extLst>
                </p:cNvPr>
                <p:cNvSpPr/>
                <p:nvPr/>
              </p:nvSpPr>
              <p:spPr>
                <a:xfrm>
                  <a:off x="8135320" y="49182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E6EA0061-95DE-F05B-4328-E6D3F7CA18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5320" y="4918221"/>
                  <a:ext cx="440958" cy="268835"/>
                </a:xfrm>
                <a:prstGeom prst="rect">
                  <a:avLst/>
                </a:prstGeom>
                <a:blipFill>
                  <a:blip r:embed="rId8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1" name="그룹 470">
            <a:extLst>
              <a:ext uri="{FF2B5EF4-FFF2-40B4-BE49-F238E27FC236}">
                <a16:creationId xmlns:a16="http://schemas.microsoft.com/office/drawing/2014/main" id="{ED6521EB-42B3-60AA-FAD8-C5AE1C43E68E}"/>
              </a:ext>
            </a:extLst>
          </p:cNvPr>
          <p:cNvGrpSpPr/>
          <p:nvPr/>
        </p:nvGrpSpPr>
        <p:grpSpPr>
          <a:xfrm>
            <a:off x="8793672" y="5083137"/>
            <a:ext cx="1419104" cy="268835"/>
            <a:chOff x="7527689" y="4742401"/>
            <a:chExt cx="1419104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2" name="직사각형 471">
                  <a:extLst>
                    <a:ext uri="{FF2B5EF4-FFF2-40B4-BE49-F238E27FC236}">
                      <a16:creationId xmlns:a16="http://schemas.microsoft.com/office/drawing/2014/main" id="{BE413913-FEF3-B16C-812F-7FCC9660857E}"/>
                    </a:ext>
                  </a:extLst>
                </p:cNvPr>
                <p:cNvSpPr/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2" name="직사각형 471">
                  <a:extLst>
                    <a:ext uri="{FF2B5EF4-FFF2-40B4-BE49-F238E27FC236}">
                      <a16:creationId xmlns:a16="http://schemas.microsoft.com/office/drawing/2014/main" id="{BE413913-FEF3-B16C-812F-7FCC9660857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blipFill>
                  <a:blip r:embed="rId9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3" name="직사각형 472">
                  <a:extLst>
                    <a:ext uri="{FF2B5EF4-FFF2-40B4-BE49-F238E27FC236}">
                      <a16:creationId xmlns:a16="http://schemas.microsoft.com/office/drawing/2014/main" id="{F772B6C4-0D33-9DD0-A37B-9888D4AADE30}"/>
                    </a:ext>
                  </a:extLst>
                </p:cNvPr>
                <p:cNvSpPr/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3" name="직사각형 472">
                  <a:extLst>
                    <a:ext uri="{FF2B5EF4-FFF2-40B4-BE49-F238E27FC236}">
                      <a16:creationId xmlns:a16="http://schemas.microsoft.com/office/drawing/2014/main" id="{F772B6C4-0D33-9DD0-A37B-9888D4AADE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blipFill>
                  <a:blip r:embed="rId10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4" name="직사각형 473">
                  <a:extLst>
                    <a:ext uri="{FF2B5EF4-FFF2-40B4-BE49-F238E27FC236}">
                      <a16:creationId xmlns:a16="http://schemas.microsoft.com/office/drawing/2014/main" id="{070AE348-CE20-AD1C-B200-68262FA351BA}"/>
                    </a:ext>
                  </a:extLst>
                </p:cNvPr>
                <p:cNvSpPr/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4" name="직사각형 473">
                  <a:extLst>
                    <a:ext uri="{FF2B5EF4-FFF2-40B4-BE49-F238E27FC236}">
                      <a16:creationId xmlns:a16="http://schemas.microsoft.com/office/drawing/2014/main" id="{070AE348-CE20-AD1C-B200-68262FA351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blipFill>
                  <a:blip r:embed="rId11"/>
                  <a:stretch>
                    <a:fillRect l="-32432" t="-26087" r="-5405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5" name="그룹 474">
            <a:extLst>
              <a:ext uri="{FF2B5EF4-FFF2-40B4-BE49-F238E27FC236}">
                <a16:creationId xmlns:a16="http://schemas.microsoft.com/office/drawing/2014/main" id="{86E843E7-0D68-943D-410D-8375685D6638}"/>
              </a:ext>
            </a:extLst>
          </p:cNvPr>
          <p:cNvGrpSpPr/>
          <p:nvPr/>
        </p:nvGrpSpPr>
        <p:grpSpPr>
          <a:xfrm>
            <a:off x="10430171" y="5083137"/>
            <a:ext cx="1419104" cy="268835"/>
            <a:chOff x="7527689" y="4742401"/>
            <a:chExt cx="1419104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6" name="직사각형 475">
                  <a:extLst>
                    <a:ext uri="{FF2B5EF4-FFF2-40B4-BE49-F238E27FC236}">
                      <a16:creationId xmlns:a16="http://schemas.microsoft.com/office/drawing/2014/main" id="{7D91EF65-E5E1-B156-4DA3-8B7B410B813C}"/>
                    </a:ext>
                  </a:extLst>
                </p:cNvPr>
                <p:cNvSpPr/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6" name="직사각형 475">
                  <a:extLst>
                    <a:ext uri="{FF2B5EF4-FFF2-40B4-BE49-F238E27FC236}">
                      <a16:creationId xmlns:a16="http://schemas.microsoft.com/office/drawing/2014/main" id="{7D91EF65-E5E1-B156-4DA3-8B7B410B81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blipFill>
                  <a:blip r:embed="rId12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7" name="직사각형 476">
                  <a:extLst>
                    <a:ext uri="{FF2B5EF4-FFF2-40B4-BE49-F238E27FC236}">
                      <a16:creationId xmlns:a16="http://schemas.microsoft.com/office/drawing/2014/main" id="{710E5540-6E68-45E4-E605-7538E8BAE0B5}"/>
                    </a:ext>
                  </a:extLst>
                </p:cNvPr>
                <p:cNvSpPr/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7" name="직사각형 476">
                  <a:extLst>
                    <a:ext uri="{FF2B5EF4-FFF2-40B4-BE49-F238E27FC236}">
                      <a16:creationId xmlns:a16="http://schemas.microsoft.com/office/drawing/2014/main" id="{710E5540-6E68-45E4-E605-7538E8BAE0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blipFill>
                  <a:blip r:embed="rId13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8" name="직사각형 477">
                  <a:extLst>
                    <a:ext uri="{FF2B5EF4-FFF2-40B4-BE49-F238E27FC236}">
                      <a16:creationId xmlns:a16="http://schemas.microsoft.com/office/drawing/2014/main" id="{6F32CCAB-842C-E513-C2D2-6AC598DAE9B6}"/>
                    </a:ext>
                  </a:extLst>
                </p:cNvPr>
                <p:cNvSpPr/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8" name="직사각형 477">
                  <a:extLst>
                    <a:ext uri="{FF2B5EF4-FFF2-40B4-BE49-F238E27FC236}">
                      <a16:creationId xmlns:a16="http://schemas.microsoft.com/office/drawing/2014/main" id="{6F32CCAB-842C-E513-C2D2-6AC598DAE9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blipFill>
                  <a:blip r:embed="rId14"/>
                  <a:stretch>
                    <a:fillRect l="-32432" t="-26087" r="-5405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1" name="그룹 500">
            <a:extLst>
              <a:ext uri="{FF2B5EF4-FFF2-40B4-BE49-F238E27FC236}">
                <a16:creationId xmlns:a16="http://schemas.microsoft.com/office/drawing/2014/main" id="{61BB1943-D3CA-723E-2A46-2166146021D5}"/>
              </a:ext>
            </a:extLst>
          </p:cNvPr>
          <p:cNvGrpSpPr/>
          <p:nvPr/>
        </p:nvGrpSpPr>
        <p:grpSpPr>
          <a:xfrm>
            <a:off x="7646247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7" name="직사각형 496">
                  <a:extLst>
                    <a:ext uri="{FF2B5EF4-FFF2-40B4-BE49-F238E27FC236}">
                      <a16:creationId xmlns:a16="http://schemas.microsoft.com/office/drawing/2014/main" id="{6C6407AC-F1BC-27BF-4AAF-C4AEC071A448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7" name="직사각형 496">
                  <a:extLst>
                    <a:ext uri="{FF2B5EF4-FFF2-40B4-BE49-F238E27FC236}">
                      <a16:creationId xmlns:a16="http://schemas.microsoft.com/office/drawing/2014/main" id="{6C6407AC-F1BC-27BF-4AAF-C4AEC071A4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15"/>
                  <a:stretch>
                    <a:fillRect l="-32432" t="-26087" r="-2703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직사각형 497">
                  <a:extLst>
                    <a:ext uri="{FF2B5EF4-FFF2-40B4-BE49-F238E27FC236}">
                      <a16:creationId xmlns:a16="http://schemas.microsoft.com/office/drawing/2014/main" id="{CBCC861C-1B84-8748-F609-1D96748AFD9E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8" name="직사각형 497">
                  <a:extLst>
                    <a:ext uri="{FF2B5EF4-FFF2-40B4-BE49-F238E27FC236}">
                      <a16:creationId xmlns:a16="http://schemas.microsoft.com/office/drawing/2014/main" id="{CBCC861C-1B84-8748-F609-1D96748AFD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16"/>
                  <a:stretch>
                    <a:fillRect l="-32432" t="-26087" r="-2703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직사각형 498">
                  <a:extLst>
                    <a:ext uri="{FF2B5EF4-FFF2-40B4-BE49-F238E27FC236}">
                      <a16:creationId xmlns:a16="http://schemas.microsoft.com/office/drawing/2014/main" id="{74186283-36A1-C4C7-BCAF-52AAC2793858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9" name="직사각형 498">
                  <a:extLst>
                    <a:ext uri="{FF2B5EF4-FFF2-40B4-BE49-F238E27FC236}">
                      <a16:creationId xmlns:a16="http://schemas.microsoft.com/office/drawing/2014/main" id="{74186283-36A1-C4C7-BCAF-52AAC27938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17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2" name="그룹 501">
            <a:extLst>
              <a:ext uri="{FF2B5EF4-FFF2-40B4-BE49-F238E27FC236}">
                <a16:creationId xmlns:a16="http://schemas.microsoft.com/office/drawing/2014/main" id="{BF8FD02E-2DF5-2F82-0CE1-6123FAAA9DE4}"/>
              </a:ext>
            </a:extLst>
          </p:cNvPr>
          <p:cNvGrpSpPr/>
          <p:nvPr/>
        </p:nvGrpSpPr>
        <p:grpSpPr>
          <a:xfrm>
            <a:off x="9277979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3" name="직사각형 502">
                  <a:extLst>
                    <a:ext uri="{FF2B5EF4-FFF2-40B4-BE49-F238E27FC236}">
                      <a16:creationId xmlns:a16="http://schemas.microsoft.com/office/drawing/2014/main" id="{B2C0BD21-4928-4466-7340-0A03BA5D9F87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3" name="직사각형 502">
                  <a:extLst>
                    <a:ext uri="{FF2B5EF4-FFF2-40B4-BE49-F238E27FC236}">
                      <a16:creationId xmlns:a16="http://schemas.microsoft.com/office/drawing/2014/main" id="{B2C0BD21-4928-4466-7340-0A03BA5D9F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18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4" name="직사각형 503">
                  <a:extLst>
                    <a:ext uri="{FF2B5EF4-FFF2-40B4-BE49-F238E27FC236}">
                      <a16:creationId xmlns:a16="http://schemas.microsoft.com/office/drawing/2014/main" id="{080949E8-B7A4-6EE3-329B-DDC889E89DD7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4" name="직사각형 503">
                  <a:extLst>
                    <a:ext uri="{FF2B5EF4-FFF2-40B4-BE49-F238E27FC236}">
                      <a16:creationId xmlns:a16="http://schemas.microsoft.com/office/drawing/2014/main" id="{080949E8-B7A4-6EE3-329B-DDC889E89D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19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5" name="직사각형 504">
                  <a:extLst>
                    <a:ext uri="{FF2B5EF4-FFF2-40B4-BE49-F238E27FC236}">
                      <a16:creationId xmlns:a16="http://schemas.microsoft.com/office/drawing/2014/main" id="{B84D085B-5659-8529-21B7-FB7D5A02622B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5" name="직사각형 504">
                  <a:extLst>
                    <a:ext uri="{FF2B5EF4-FFF2-40B4-BE49-F238E27FC236}">
                      <a16:creationId xmlns:a16="http://schemas.microsoft.com/office/drawing/2014/main" id="{B84D085B-5659-8529-21B7-FB7D5A0262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20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6" name="그룹 505">
            <a:extLst>
              <a:ext uri="{FF2B5EF4-FFF2-40B4-BE49-F238E27FC236}">
                <a16:creationId xmlns:a16="http://schemas.microsoft.com/office/drawing/2014/main" id="{91FB814D-1287-9CBE-AF76-87D50EE58E9A}"/>
              </a:ext>
            </a:extLst>
          </p:cNvPr>
          <p:cNvGrpSpPr/>
          <p:nvPr/>
        </p:nvGrpSpPr>
        <p:grpSpPr>
          <a:xfrm>
            <a:off x="10917593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7" name="직사각형 506">
                  <a:extLst>
                    <a:ext uri="{FF2B5EF4-FFF2-40B4-BE49-F238E27FC236}">
                      <a16:creationId xmlns:a16="http://schemas.microsoft.com/office/drawing/2014/main" id="{C98864CE-9E27-541F-2C98-3890A6A831C9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7" name="직사각형 506">
                  <a:extLst>
                    <a:ext uri="{FF2B5EF4-FFF2-40B4-BE49-F238E27FC236}">
                      <a16:creationId xmlns:a16="http://schemas.microsoft.com/office/drawing/2014/main" id="{C98864CE-9E27-541F-2C98-3890A6A831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21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8" name="직사각형 507">
                  <a:extLst>
                    <a:ext uri="{FF2B5EF4-FFF2-40B4-BE49-F238E27FC236}">
                      <a16:creationId xmlns:a16="http://schemas.microsoft.com/office/drawing/2014/main" id="{BFB9A7B1-94D2-B29F-E8A8-8874091A09D3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8" name="직사각형 507">
                  <a:extLst>
                    <a:ext uri="{FF2B5EF4-FFF2-40B4-BE49-F238E27FC236}">
                      <a16:creationId xmlns:a16="http://schemas.microsoft.com/office/drawing/2014/main" id="{BFB9A7B1-94D2-B29F-E8A8-8874091A09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22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9" name="직사각형 508">
                  <a:extLst>
                    <a:ext uri="{FF2B5EF4-FFF2-40B4-BE49-F238E27FC236}">
                      <a16:creationId xmlns:a16="http://schemas.microsoft.com/office/drawing/2014/main" id="{9CC6486C-312D-BDEF-2DBA-B110EE49D66B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9" name="직사각형 508">
                  <a:extLst>
                    <a:ext uri="{FF2B5EF4-FFF2-40B4-BE49-F238E27FC236}">
                      <a16:creationId xmlns:a16="http://schemas.microsoft.com/office/drawing/2014/main" id="{9CC6486C-312D-BDEF-2DBA-B110EE49D6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23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10" name="직선 화살표 연결선 509">
            <a:extLst>
              <a:ext uri="{FF2B5EF4-FFF2-40B4-BE49-F238E27FC236}">
                <a16:creationId xmlns:a16="http://schemas.microsoft.com/office/drawing/2014/main" id="{3EA3654F-76D1-5605-5745-F23754DB6906}"/>
              </a:ext>
            </a:extLst>
          </p:cNvPr>
          <p:cNvCxnSpPr>
            <a:cxnSpLocks/>
            <a:stCxn id="503" idx="0"/>
            <a:endCxn id="473" idx="2"/>
          </p:cNvCxnSpPr>
          <p:nvPr/>
        </p:nvCxnSpPr>
        <p:spPr>
          <a:xfrm flipV="1">
            <a:off x="9498458" y="5351972"/>
            <a:ext cx="4766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직선 화살표 연결선 519">
            <a:extLst>
              <a:ext uri="{FF2B5EF4-FFF2-40B4-BE49-F238E27FC236}">
                <a16:creationId xmlns:a16="http://schemas.microsoft.com/office/drawing/2014/main" id="{F8007B0A-61F6-4133-AA02-5C9DC6120FCF}"/>
              </a:ext>
            </a:extLst>
          </p:cNvPr>
          <p:cNvCxnSpPr>
            <a:cxnSpLocks/>
            <a:stCxn id="497" idx="0"/>
            <a:endCxn id="472" idx="2"/>
          </p:cNvCxnSpPr>
          <p:nvPr/>
        </p:nvCxnSpPr>
        <p:spPr>
          <a:xfrm flipV="1">
            <a:off x="7866726" y="5351972"/>
            <a:ext cx="1147425" cy="4861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직선 화살표 연결선 522">
            <a:extLst>
              <a:ext uri="{FF2B5EF4-FFF2-40B4-BE49-F238E27FC236}">
                <a16:creationId xmlns:a16="http://schemas.microsoft.com/office/drawing/2014/main" id="{5C079629-C2CE-589C-D221-B804C3D29D8D}"/>
              </a:ext>
            </a:extLst>
          </p:cNvPr>
          <p:cNvCxnSpPr>
            <a:cxnSpLocks/>
            <a:stCxn id="497" idx="0"/>
            <a:endCxn id="476" idx="2"/>
          </p:cNvCxnSpPr>
          <p:nvPr/>
        </p:nvCxnSpPr>
        <p:spPr>
          <a:xfrm flipV="1">
            <a:off x="7866726" y="5351972"/>
            <a:ext cx="2783924" cy="4861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직선 화살표 연결선 525">
            <a:extLst>
              <a:ext uri="{FF2B5EF4-FFF2-40B4-BE49-F238E27FC236}">
                <a16:creationId xmlns:a16="http://schemas.microsoft.com/office/drawing/2014/main" id="{C0EEAE7B-A9F2-3DE8-63F3-D301B7302821}"/>
              </a:ext>
            </a:extLst>
          </p:cNvPr>
          <p:cNvCxnSpPr>
            <a:cxnSpLocks/>
            <a:stCxn id="497" idx="0"/>
            <a:endCxn id="7" idx="2"/>
          </p:cNvCxnSpPr>
          <p:nvPr/>
        </p:nvCxnSpPr>
        <p:spPr>
          <a:xfrm flipH="1" flipV="1">
            <a:off x="7377653" y="5351972"/>
            <a:ext cx="489073" cy="4861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직선 화살표 연결선 528">
            <a:extLst>
              <a:ext uri="{FF2B5EF4-FFF2-40B4-BE49-F238E27FC236}">
                <a16:creationId xmlns:a16="http://schemas.microsoft.com/office/drawing/2014/main" id="{F9A6DD70-37A8-4E3E-182C-26632F539CF0}"/>
              </a:ext>
            </a:extLst>
          </p:cNvPr>
          <p:cNvCxnSpPr>
            <a:cxnSpLocks/>
            <a:stCxn id="503" idx="0"/>
            <a:endCxn id="8" idx="2"/>
          </p:cNvCxnSpPr>
          <p:nvPr/>
        </p:nvCxnSpPr>
        <p:spPr>
          <a:xfrm flipH="1" flipV="1">
            <a:off x="7866726" y="5351972"/>
            <a:ext cx="1631732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직선 화살표 연결선 533">
            <a:extLst>
              <a:ext uri="{FF2B5EF4-FFF2-40B4-BE49-F238E27FC236}">
                <a16:creationId xmlns:a16="http://schemas.microsoft.com/office/drawing/2014/main" id="{2E61EABF-3E19-C7A2-BCCB-BE04E9F9AB0A}"/>
              </a:ext>
            </a:extLst>
          </p:cNvPr>
          <p:cNvCxnSpPr>
            <a:cxnSpLocks/>
            <a:stCxn id="503" idx="0"/>
            <a:endCxn id="477" idx="2"/>
          </p:cNvCxnSpPr>
          <p:nvPr/>
        </p:nvCxnSpPr>
        <p:spPr>
          <a:xfrm flipV="1">
            <a:off x="9498458" y="5351972"/>
            <a:ext cx="1641265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직선 화살표 연결선 537">
            <a:extLst>
              <a:ext uri="{FF2B5EF4-FFF2-40B4-BE49-F238E27FC236}">
                <a16:creationId xmlns:a16="http://schemas.microsoft.com/office/drawing/2014/main" id="{D4A5C1E4-8FD5-91EA-8387-CCC642982B5D}"/>
              </a:ext>
            </a:extLst>
          </p:cNvPr>
          <p:cNvCxnSpPr>
            <a:cxnSpLocks/>
            <a:stCxn id="507" idx="0"/>
            <a:endCxn id="474" idx="2"/>
          </p:cNvCxnSpPr>
          <p:nvPr/>
        </p:nvCxnSpPr>
        <p:spPr>
          <a:xfrm flipH="1" flipV="1">
            <a:off x="9992297" y="5351972"/>
            <a:ext cx="1145775" cy="48612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직선 화살표 연결선 540">
            <a:extLst>
              <a:ext uri="{FF2B5EF4-FFF2-40B4-BE49-F238E27FC236}">
                <a16:creationId xmlns:a16="http://schemas.microsoft.com/office/drawing/2014/main" id="{C350C6C7-03D9-11FD-7110-3BF4295B972F}"/>
              </a:ext>
            </a:extLst>
          </p:cNvPr>
          <p:cNvCxnSpPr>
            <a:cxnSpLocks/>
            <a:stCxn id="507" idx="0"/>
            <a:endCxn id="9" idx="2"/>
          </p:cNvCxnSpPr>
          <p:nvPr/>
        </p:nvCxnSpPr>
        <p:spPr>
          <a:xfrm flipH="1" flipV="1">
            <a:off x="8355799" y="5351972"/>
            <a:ext cx="2782273" cy="48612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직선 화살표 연결선 579">
            <a:extLst>
              <a:ext uri="{FF2B5EF4-FFF2-40B4-BE49-F238E27FC236}">
                <a16:creationId xmlns:a16="http://schemas.microsoft.com/office/drawing/2014/main" id="{BE757B15-3633-71C9-1412-73490E0671EA}"/>
              </a:ext>
            </a:extLst>
          </p:cNvPr>
          <p:cNvCxnSpPr>
            <a:cxnSpLocks/>
            <a:stCxn id="507" idx="0"/>
            <a:endCxn id="478" idx="2"/>
          </p:cNvCxnSpPr>
          <p:nvPr/>
        </p:nvCxnSpPr>
        <p:spPr>
          <a:xfrm flipV="1">
            <a:off x="11138072" y="5351972"/>
            <a:ext cx="490724" cy="48612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7238EF4-37A7-55F8-2DC7-E74CE416CD12}"/>
              </a:ext>
            </a:extLst>
          </p:cNvPr>
          <p:cNvSpPr txBox="1"/>
          <p:nvPr/>
        </p:nvSpPr>
        <p:spPr>
          <a:xfrm>
            <a:off x="6813816" y="543648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dirty="0"/>
              <a:t>split</a:t>
            </a:r>
            <a:endParaRPr kumimoji="1" lang="ko-KR" alt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AF8F8-9DA7-5513-77CD-AD3420BF209D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425343543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B07EB-DC20-9685-7E6E-864007D94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5A6FE-115A-B70C-291C-E661480A3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i="1" dirty="0"/>
              <a:t>Multi-head </a:t>
            </a:r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9F21F4-F7EC-29A2-9B6C-7BC5891BEF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106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440923-CEA7-68BA-C321-56F2F0FA75E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7A3142A-33D3-78D6-E96A-12DB6EAFDE72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3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41EE7FB-BA9E-B49A-3438-120FB7E4CEE1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4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B17B0F-D4EB-2BEF-9B6A-8217820974C1}"/>
                  </a:ext>
                </a:extLst>
              </p:cNvPr>
              <p:cNvSpPr txBox="1"/>
              <p:nvPr/>
            </p:nvSpPr>
            <p:spPr>
              <a:xfrm>
                <a:off x="4325275" y="1052188"/>
                <a:ext cx="271378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sz="1600" dirty="0">
                    <a:solidFill>
                      <a:srgbClr val="C00000"/>
                    </a:solidFill>
                  </a:rPr>
                  <a:t>Use</a:t>
                </a:r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:r>
                  <a:rPr kumimoji="1" lang="en-US" altLang="ko-KR" sz="1600" dirty="0">
                    <a:solidFill>
                      <a:srgbClr val="C00000"/>
                    </a:solidFill>
                  </a:rPr>
                  <a:t>independent</a:t>
                </a:r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:r>
                  <a:rPr kumimoji="1" lang="en-US" altLang="ko-KR" sz="1600" b="1" i="1" dirty="0">
                    <a:solidFill>
                      <a:srgbClr val="C00000"/>
                    </a:solidFill>
                  </a:rPr>
                  <a:t>attention heads </a:t>
                </a:r>
                <a:r>
                  <a:rPr kumimoji="1" lang="en-US" altLang="ko-KR" sz="1600" dirty="0">
                    <a:solidFill>
                      <a:srgbClr val="C00000"/>
                    </a:solidFill>
                  </a:rPr>
                  <a:t>in parallel.</a:t>
                </a:r>
                <a:endParaRPr kumimoji="1" lang="ko-KR" alt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B17B0F-D4EB-2BEF-9B6A-821782097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275" y="1052188"/>
                <a:ext cx="2713786" cy="584775"/>
              </a:xfrm>
              <a:prstGeom prst="rect">
                <a:avLst/>
              </a:prstGeom>
              <a:blipFill>
                <a:blip r:embed="rId5"/>
                <a:stretch>
                  <a:fillRect l="-1395" t="-4255" b="-127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0" name="그룹 499">
            <a:extLst>
              <a:ext uri="{FF2B5EF4-FFF2-40B4-BE49-F238E27FC236}">
                <a16:creationId xmlns:a16="http://schemas.microsoft.com/office/drawing/2014/main" id="{CCA3884A-3E69-2B6B-CCC9-9898E97C81D9}"/>
              </a:ext>
            </a:extLst>
          </p:cNvPr>
          <p:cNvGrpSpPr/>
          <p:nvPr/>
        </p:nvGrpSpPr>
        <p:grpSpPr>
          <a:xfrm>
            <a:off x="7157174" y="5083137"/>
            <a:ext cx="1419104" cy="268835"/>
            <a:chOff x="7157174" y="4918221"/>
            <a:chExt cx="1419104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C65F0CC7-74FE-AB79-2467-B8F7794BB282}"/>
                    </a:ext>
                  </a:extLst>
                </p:cNvPr>
                <p:cNvSpPr/>
                <p:nvPr/>
              </p:nvSpPr>
              <p:spPr>
                <a:xfrm>
                  <a:off x="7157174" y="49182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C65F0CC7-74FE-AB79-2467-B8F7794BB2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7174" y="4918221"/>
                  <a:ext cx="440958" cy="268835"/>
                </a:xfrm>
                <a:prstGeom prst="rect">
                  <a:avLst/>
                </a:prstGeom>
                <a:blipFill>
                  <a:blip r:embed="rId6"/>
                  <a:stretch>
                    <a:fillRect l="-33333" t="-26087" r="-2778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0DB22C52-A8A3-8ED0-3C39-3347DAF897C3}"/>
                    </a:ext>
                  </a:extLst>
                </p:cNvPr>
                <p:cNvSpPr/>
                <p:nvPr/>
              </p:nvSpPr>
              <p:spPr>
                <a:xfrm>
                  <a:off x="7646247" y="49182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0DB22C52-A8A3-8ED0-3C39-3347DAF897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4918221"/>
                  <a:ext cx="440958" cy="268835"/>
                </a:xfrm>
                <a:prstGeom prst="rect">
                  <a:avLst/>
                </a:prstGeom>
                <a:blipFill>
                  <a:blip r:embed="rId7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15F6725A-F8EA-53AE-1BBE-EF79E15F8BC6}"/>
                    </a:ext>
                  </a:extLst>
                </p:cNvPr>
                <p:cNvSpPr/>
                <p:nvPr/>
              </p:nvSpPr>
              <p:spPr>
                <a:xfrm>
                  <a:off x="8135320" y="49182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15F6725A-F8EA-53AE-1BBE-EF79E15F8B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5320" y="4918221"/>
                  <a:ext cx="440958" cy="268835"/>
                </a:xfrm>
                <a:prstGeom prst="rect">
                  <a:avLst/>
                </a:prstGeom>
                <a:blipFill>
                  <a:blip r:embed="rId8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67" name="그림 466">
            <a:extLst>
              <a:ext uri="{FF2B5EF4-FFF2-40B4-BE49-F238E27FC236}">
                <a16:creationId xmlns:a16="http://schemas.microsoft.com/office/drawing/2014/main" id="{6DD20773-C250-CAC3-5C70-EFB1C334C0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1742" y="3380730"/>
            <a:ext cx="949968" cy="1588346"/>
          </a:xfrm>
          <a:prstGeom prst="rect">
            <a:avLst/>
          </a:prstGeom>
        </p:spPr>
      </p:pic>
      <p:pic>
        <p:nvPicPr>
          <p:cNvPr id="468" name="그림 467">
            <a:extLst>
              <a:ext uri="{FF2B5EF4-FFF2-40B4-BE49-F238E27FC236}">
                <a16:creationId xmlns:a16="http://schemas.microsoft.com/office/drawing/2014/main" id="{CACFDFA6-D1B7-E451-AD01-FB087B61E3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6894" y="3380730"/>
            <a:ext cx="949968" cy="1588346"/>
          </a:xfrm>
          <a:prstGeom prst="rect">
            <a:avLst/>
          </a:prstGeom>
        </p:spPr>
      </p:pic>
      <p:grpSp>
        <p:nvGrpSpPr>
          <p:cNvPr id="471" name="그룹 470">
            <a:extLst>
              <a:ext uri="{FF2B5EF4-FFF2-40B4-BE49-F238E27FC236}">
                <a16:creationId xmlns:a16="http://schemas.microsoft.com/office/drawing/2014/main" id="{525471B0-3095-B735-F641-CE26EFDDD22B}"/>
              </a:ext>
            </a:extLst>
          </p:cNvPr>
          <p:cNvGrpSpPr/>
          <p:nvPr/>
        </p:nvGrpSpPr>
        <p:grpSpPr>
          <a:xfrm>
            <a:off x="8793672" y="5083137"/>
            <a:ext cx="1419104" cy="268835"/>
            <a:chOff x="7527689" y="4742401"/>
            <a:chExt cx="1419104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2" name="직사각형 471">
                  <a:extLst>
                    <a:ext uri="{FF2B5EF4-FFF2-40B4-BE49-F238E27FC236}">
                      <a16:creationId xmlns:a16="http://schemas.microsoft.com/office/drawing/2014/main" id="{296E62B2-EEA2-5D60-29DA-1F204109C034}"/>
                    </a:ext>
                  </a:extLst>
                </p:cNvPr>
                <p:cNvSpPr/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2" name="직사각형 471">
                  <a:extLst>
                    <a:ext uri="{FF2B5EF4-FFF2-40B4-BE49-F238E27FC236}">
                      <a16:creationId xmlns:a16="http://schemas.microsoft.com/office/drawing/2014/main" id="{296E62B2-EEA2-5D60-29DA-1F204109C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blipFill>
                  <a:blip r:embed="rId10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3" name="직사각형 472">
                  <a:extLst>
                    <a:ext uri="{FF2B5EF4-FFF2-40B4-BE49-F238E27FC236}">
                      <a16:creationId xmlns:a16="http://schemas.microsoft.com/office/drawing/2014/main" id="{B7A005E7-C9AC-9359-D9B4-910D7158BE7E}"/>
                    </a:ext>
                  </a:extLst>
                </p:cNvPr>
                <p:cNvSpPr/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3" name="직사각형 472">
                  <a:extLst>
                    <a:ext uri="{FF2B5EF4-FFF2-40B4-BE49-F238E27FC236}">
                      <a16:creationId xmlns:a16="http://schemas.microsoft.com/office/drawing/2014/main" id="{B7A005E7-C9AC-9359-D9B4-910D7158BE7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blipFill>
                  <a:blip r:embed="rId11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4" name="직사각형 473">
                  <a:extLst>
                    <a:ext uri="{FF2B5EF4-FFF2-40B4-BE49-F238E27FC236}">
                      <a16:creationId xmlns:a16="http://schemas.microsoft.com/office/drawing/2014/main" id="{9DB10016-3B01-4807-688E-E988CAD12796}"/>
                    </a:ext>
                  </a:extLst>
                </p:cNvPr>
                <p:cNvSpPr/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4" name="직사각형 473">
                  <a:extLst>
                    <a:ext uri="{FF2B5EF4-FFF2-40B4-BE49-F238E27FC236}">
                      <a16:creationId xmlns:a16="http://schemas.microsoft.com/office/drawing/2014/main" id="{9DB10016-3B01-4807-688E-E988CAD127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blipFill>
                  <a:blip r:embed="rId12"/>
                  <a:stretch>
                    <a:fillRect l="-32432" t="-26087" r="-5405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69" name="그림 468">
            <a:extLst>
              <a:ext uri="{FF2B5EF4-FFF2-40B4-BE49-F238E27FC236}">
                <a16:creationId xmlns:a16="http://schemas.microsoft.com/office/drawing/2014/main" id="{F4192184-210E-AD9E-C493-F944C89D98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3393" y="3380730"/>
            <a:ext cx="949968" cy="1588346"/>
          </a:xfrm>
          <a:prstGeom prst="rect">
            <a:avLst/>
          </a:prstGeom>
        </p:spPr>
      </p:pic>
      <p:grpSp>
        <p:nvGrpSpPr>
          <p:cNvPr id="475" name="그룹 474">
            <a:extLst>
              <a:ext uri="{FF2B5EF4-FFF2-40B4-BE49-F238E27FC236}">
                <a16:creationId xmlns:a16="http://schemas.microsoft.com/office/drawing/2014/main" id="{A6994C61-F5C9-22EB-C4FA-BCC15BCACF41}"/>
              </a:ext>
            </a:extLst>
          </p:cNvPr>
          <p:cNvGrpSpPr/>
          <p:nvPr/>
        </p:nvGrpSpPr>
        <p:grpSpPr>
          <a:xfrm>
            <a:off x="10430171" y="5083137"/>
            <a:ext cx="1419104" cy="268835"/>
            <a:chOff x="7527689" y="4742401"/>
            <a:chExt cx="1419104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6" name="직사각형 475">
                  <a:extLst>
                    <a:ext uri="{FF2B5EF4-FFF2-40B4-BE49-F238E27FC236}">
                      <a16:creationId xmlns:a16="http://schemas.microsoft.com/office/drawing/2014/main" id="{E5E77B68-ACC9-44CF-17A9-C2746BCCBDA7}"/>
                    </a:ext>
                  </a:extLst>
                </p:cNvPr>
                <p:cNvSpPr/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6" name="직사각형 475">
                  <a:extLst>
                    <a:ext uri="{FF2B5EF4-FFF2-40B4-BE49-F238E27FC236}">
                      <a16:creationId xmlns:a16="http://schemas.microsoft.com/office/drawing/2014/main" id="{E5E77B68-ACC9-44CF-17A9-C2746BCCBD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blipFill>
                  <a:blip r:embed="rId13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7" name="직사각형 476">
                  <a:extLst>
                    <a:ext uri="{FF2B5EF4-FFF2-40B4-BE49-F238E27FC236}">
                      <a16:creationId xmlns:a16="http://schemas.microsoft.com/office/drawing/2014/main" id="{DAF6B627-D188-33C4-2E3A-6C307C539D7E}"/>
                    </a:ext>
                  </a:extLst>
                </p:cNvPr>
                <p:cNvSpPr/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7" name="직사각형 476">
                  <a:extLst>
                    <a:ext uri="{FF2B5EF4-FFF2-40B4-BE49-F238E27FC236}">
                      <a16:creationId xmlns:a16="http://schemas.microsoft.com/office/drawing/2014/main" id="{DAF6B627-D188-33C4-2E3A-6C307C539D7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blipFill>
                  <a:blip r:embed="rId14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8" name="직사각형 477">
                  <a:extLst>
                    <a:ext uri="{FF2B5EF4-FFF2-40B4-BE49-F238E27FC236}">
                      <a16:creationId xmlns:a16="http://schemas.microsoft.com/office/drawing/2014/main" id="{98685CC0-BABB-E2A8-F1B2-19AE1D44BCD9}"/>
                    </a:ext>
                  </a:extLst>
                </p:cNvPr>
                <p:cNvSpPr/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8" name="직사각형 477">
                  <a:extLst>
                    <a:ext uri="{FF2B5EF4-FFF2-40B4-BE49-F238E27FC236}">
                      <a16:creationId xmlns:a16="http://schemas.microsoft.com/office/drawing/2014/main" id="{98685CC0-BABB-E2A8-F1B2-19AE1D44BC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blipFill>
                  <a:blip r:embed="rId15"/>
                  <a:stretch>
                    <a:fillRect l="-32432" t="-26087" r="-5405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896569A4-2B98-D1A8-A855-BD67BB66E2E0}"/>
                  </a:ext>
                </a:extLst>
              </p:cNvPr>
              <p:cNvSpPr/>
              <p:nvPr/>
            </p:nvSpPr>
            <p:spPr>
              <a:xfrm>
                <a:off x="7157174" y="3025239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896569A4-2B98-D1A8-A855-BD67BB66E2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174" y="3025239"/>
                <a:ext cx="440958" cy="268835"/>
              </a:xfrm>
              <a:prstGeom prst="rect">
                <a:avLst/>
              </a:prstGeom>
              <a:blipFill>
                <a:blip r:embed="rId16"/>
                <a:stretch>
                  <a:fillRect l="-30556" t="-26087" r="-2778" b="-1739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5" name="직사각형 484">
                <a:extLst>
                  <a:ext uri="{FF2B5EF4-FFF2-40B4-BE49-F238E27FC236}">
                    <a16:creationId xmlns:a16="http://schemas.microsoft.com/office/drawing/2014/main" id="{D345CFDE-99CE-7D22-85CB-1EDA9DE458DC}"/>
                  </a:ext>
                </a:extLst>
              </p:cNvPr>
              <p:cNvSpPr/>
              <p:nvPr/>
            </p:nvSpPr>
            <p:spPr>
              <a:xfrm>
                <a:off x="7646247" y="3025239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85" name="직사각형 484">
                <a:extLst>
                  <a:ext uri="{FF2B5EF4-FFF2-40B4-BE49-F238E27FC236}">
                    <a16:creationId xmlns:a16="http://schemas.microsoft.com/office/drawing/2014/main" id="{D345CFDE-99CE-7D22-85CB-1EDA9DE458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247" y="3025239"/>
                <a:ext cx="440958" cy="268835"/>
              </a:xfrm>
              <a:prstGeom prst="rect">
                <a:avLst/>
              </a:prstGeom>
              <a:blipFill>
                <a:blip r:embed="rId17"/>
                <a:stretch>
                  <a:fillRect l="-29730" t="-26087" r="-2703" b="-1739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6" name="직사각형 485">
                <a:extLst>
                  <a:ext uri="{FF2B5EF4-FFF2-40B4-BE49-F238E27FC236}">
                    <a16:creationId xmlns:a16="http://schemas.microsoft.com/office/drawing/2014/main" id="{154A851D-C2E3-4286-77A6-A0BD38DC71FB}"/>
                  </a:ext>
                </a:extLst>
              </p:cNvPr>
              <p:cNvSpPr/>
              <p:nvPr/>
            </p:nvSpPr>
            <p:spPr>
              <a:xfrm>
                <a:off x="8135320" y="3025239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86" name="직사각형 485">
                <a:extLst>
                  <a:ext uri="{FF2B5EF4-FFF2-40B4-BE49-F238E27FC236}">
                    <a16:creationId xmlns:a16="http://schemas.microsoft.com/office/drawing/2014/main" id="{154A851D-C2E3-4286-77A6-A0BD38DC71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320" y="3025239"/>
                <a:ext cx="440958" cy="268835"/>
              </a:xfrm>
              <a:prstGeom prst="rect">
                <a:avLst/>
              </a:prstGeom>
              <a:blipFill>
                <a:blip r:embed="rId18"/>
                <a:stretch>
                  <a:fillRect l="-33333" t="-26087" r="-5556" b="-1739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7" name="그룹 486">
            <a:extLst>
              <a:ext uri="{FF2B5EF4-FFF2-40B4-BE49-F238E27FC236}">
                <a16:creationId xmlns:a16="http://schemas.microsoft.com/office/drawing/2014/main" id="{45F395C1-860F-DEFD-06C6-D6B618347FF3}"/>
              </a:ext>
            </a:extLst>
          </p:cNvPr>
          <p:cNvGrpSpPr/>
          <p:nvPr/>
        </p:nvGrpSpPr>
        <p:grpSpPr>
          <a:xfrm>
            <a:off x="8793672" y="3025239"/>
            <a:ext cx="1419104" cy="268835"/>
            <a:chOff x="7527689" y="4742401"/>
            <a:chExt cx="1419104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8" name="직사각형 487">
                  <a:extLst>
                    <a:ext uri="{FF2B5EF4-FFF2-40B4-BE49-F238E27FC236}">
                      <a16:creationId xmlns:a16="http://schemas.microsoft.com/office/drawing/2014/main" id="{5F13CF30-0D74-34C1-01BD-196F85D9A1F3}"/>
                    </a:ext>
                  </a:extLst>
                </p:cNvPr>
                <p:cNvSpPr/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solidFill>
                  <a:srgbClr val="FFF3CC"/>
                </a:solidFill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88" name="직사각형 487">
                  <a:extLst>
                    <a:ext uri="{FF2B5EF4-FFF2-40B4-BE49-F238E27FC236}">
                      <a16:creationId xmlns:a16="http://schemas.microsoft.com/office/drawing/2014/main" id="{5F13CF30-0D74-34C1-01BD-196F85D9A1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blipFill>
                  <a:blip r:embed="rId19"/>
                  <a:stretch>
                    <a:fillRect l="-30556" t="-26087" r="-5556" b="-17391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9" name="직사각형 488">
                  <a:extLst>
                    <a:ext uri="{FF2B5EF4-FFF2-40B4-BE49-F238E27FC236}">
                      <a16:creationId xmlns:a16="http://schemas.microsoft.com/office/drawing/2014/main" id="{74D17A41-C6F0-7439-B84D-FDBE4EC22664}"/>
                    </a:ext>
                  </a:extLst>
                </p:cNvPr>
                <p:cNvSpPr/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solidFill>
                  <a:srgbClr val="FFF3CC"/>
                </a:solidFill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89" name="직사각형 488">
                  <a:extLst>
                    <a:ext uri="{FF2B5EF4-FFF2-40B4-BE49-F238E27FC236}">
                      <a16:creationId xmlns:a16="http://schemas.microsoft.com/office/drawing/2014/main" id="{74D17A41-C6F0-7439-B84D-FDBE4EC226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blipFill>
                  <a:blip r:embed="rId20"/>
                  <a:stretch>
                    <a:fillRect l="-29730" t="-26087" r="-2703" b="-17391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0" name="직사각형 489">
                  <a:extLst>
                    <a:ext uri="{FF2B5EF4-FFF2-40B4-BE49-F238E27FC236}">
                      <a16:creationId xmlns:a16="http://schemas.microsoft.com/office/drawing/2014/main" id="{76708BBD-0970-B1A6-783A-0B74FB54F6FE}"/>
                    </a:ext>
                  </a:extLst>
                </p:cNvPr>
                <p:cNvSpPr/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solidFill>
                  <a:srgbClr val="FFF3CC"/>
                </a:solidFill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</m:t>
                            </m:r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0" name="직사각형 489">
                  <a:extLst>
                    <a:ext uri="{FF2B5EF4-FFF2-40B4-BE49-F238E27FC236}">
                      <a16:creationId xmlns:a16="http://schemas.microsoft.com/office/drawing/2014/main" id="{76708BBD-0970-B1A6-783A-0B74FB54F6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blipFill>
                  <a:blip r:embed="rId21"/>
                  <a:stretch>
                    <a:fillRect l="-29730" t="-26087" r="-2703" b="-17391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1" name="그룹 490">
            <a:extLst>
              <a:ext uri="{FF2B5EF4-FFF2-40B4-BE49-F238E27FC236}">
                <a16:creationId xmlns:a16="http://schemas.microsoft.com/office/drawing/2014/main" id="{99D50C27-DDDD-EDD1-4B27-2631F3C49401}"/>
              </a:ext>
            </a:extLst>
          </p:cNvPr>
          <p:cNvGrpSpPr/>
          <p:nvPr/>
        </p:nvGrpSpPr>
        <p:grpSpPr>
          <a:xfrm>
            <a:off x="10430171" y="3025239"/>
            <a:ext cx="1419104" cy="268835"/>
            <a:chOff x="7527689" y="4742401"/>
            <a:chExt cx="1419104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2" name="직사각형 491">
                  <a:extLst>
                    <a:ext uri="{FF2B5EF4-FFF2-40B4-BE49-F238E27FC236}">
                      <a16:creationId xmlns:a16="http://schemas.microsoft.com/office/drawing/2014/main" id="{AB4D415E-9B2A-0583-6B70-3F84DE737A45}"/>
                    </a:ext>
                  </a:extLst>
                </p:cNvPr>
                <p:cNvSpPr/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solidFill>
                  <a:srgbClr val="FFF3CC"/>
                </a:solidFill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2" name="직사각형 491">
                  <a:extLst>
                    <a:ext uri="{FF2B5EF4-FFF2-40B4-BE49-F238E27FC236}">
                      <a16:creationId xmlns:a16="http://schemas.microsoft.com/office/drawing/2014/main" id="{AB4D415E-9B2A-0583-6B70-3F84DE737A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blipFill>
                  <a:blip r:embed="rId22"/>
                  <a:stretch>
                    <a:fillRect l="-29730" t="-26087" r="-2703" b="-17391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3" name="직사각형 492">
                  <a:extLst>
                    <a:ext uri="{FF2B5EF4-FFF2-40B4-BE49-F238E27FC236}">
                      <a16:creationId xmlns:a16="http://schemas.microsoft.com/office/drawing/2014/main" id="{0D7F31EE-9840-3F59-543D-7EBD665DDE36}"/>
                    </a:ext>
                  </a:extLst>
                </p:cNvPr>
                <p:cNvSpPr/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solidFill>
                  <a:srgbClr val="FFF3CC"/>
                </a:solidFill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3" name="직사각형 492">
                  <a:extLst>
                    <a:ext uri="{FF2B5EF4-FFF2-40B4-BE49-F238E27FC236}">
                      <a16:creationId xmlns:a16="http://schemas.microsoft.com/office/drawing/2014/main" id="{0D7F31EE-9840-3F59-543D-7EBD665DDE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blipFill>
                  <a:blip r:embed="rId23"/>
                  <a:stretch>
                    <a:fillRect l="-29730" t="-26087" r="-2703" b="-17391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4" name="직사각형 493">
                  <a:extLst>
                    <a:ext uri="{FF2B5EF4-FFF2-40B4-BE49-F238E27FC236}">
                      <a16:creationId xmlns:a16="http://schemas.microsoft.com/office/drawing/2014/main" id="{95B0C465-080D-8BB5-4C1D-C7249CEB513C}"/>
                    </a:ext>
                  </a:extLst>
                </p:cNvPr>
                <p:cNvSpPr/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solidFill>
                  <a:srgbClr val="FFF3CC"/>
                </a:solidFill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4" name="직사각형 493">
                  <a:extLst>
                    <a:ext uri="{FF2B5EF4-FFF2-40B4-BE49-F238E27FC236}">
                      <a16:creationId xmlns:a16="http://schemas.microsoft.com/office/drawing/2014/main" id="{95B0C465-080D-8BB5-4C1D-C7249CEB51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blipFill>
                  <a:blip r:embed="rId24"/>
                  <a:stretch>
                    <a:fillRect l="-29730" t="-26087" r="-5405" b="-17391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1" name="그룹 500">
            <a:extLst>
              <a:ext uri="{FF2B5EF4-FFF2-40B4-BE49-F238E27FC236}">
                <a16:creationId xmlns:a16="http://schemas.microsoft.com/office/drawing/2014/main" id="{17DAF57B-9BFE-044B-5143-56FC393DD21C}"/>
              </a:ext>
            </a:extLst>
          </p:cNvPr>
          <p:cNvGrpSpPr/>
          <p:nvPr/>
        </p:nvGrpSpPr>
        <p:grpSpPr>
          <a:xfrm>
            <a:off x="7646247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7" name="직사각형 496">
                  <a:extLst>
                    <a:ext uri="{FF2B5EF4-FFF2-40B4-BE49-F238E27FC236}">
                      <a16:creationId xmlns:a16="http://schemas.microsoft.com/office/drawing/2014/main" id="{3C1887C1-5F4F-1B4C-6353-ACE8A2F1CFC1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7" name="직사각형 496">
                  <a:extLst>
                    <a:ext uri="{FF2B5EF4-FFF2-40B4-BE49-F238E27FC236}">
                      <a16:creationId xmlns:a16="http://schemas.microsoft.com/office/drawing/2014/main" id="{3C1887C1-5F4F-1B4C-6353-ACE8A2F1CF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25"/>
                  <a:stretch>
                    <a:fillRect l="-32432" t="-26087" r="-2703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직사각형 497">
                  <a:extLst>
                    <a:ext uri="{FF2B5EF4-FFF2-40B4-BE49-F238E27FC236}">
                      <a16:creationId xmlns:a16="http://schemas.microsoft.com/office/drawing/2014/main" id="{C64E7CF1-8BFC-164E-EF6D-69AD8DFAFE54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8" name="직사각형 497">
                  <a:extLst>
                    <a:ext uri="{FF2B5EF4-FFF2-40B4-BE49-F238E27FC236}">
                      <a16:creationId xmlns:a16="http://schemas.microsoft.com/office/drawing/2014/main" id="{C64E7CF1-8BFC-164E-EF6D-69AD8DFAFE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26"/>
                  <a:stretch>
                    <a:fillRect l="-32432" t="-26087" r="-2703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직사각형 498">
                  <a:extLst>
                    <a:ext uri="{FF2B5EF4-FFF2-40B4-BE49-F238E27FC236}">
                      <a16:creationId xmlns:a16="http://schemas.microsoft.com/office/drawing/2014/main" id="{350CFECC-A3B2-440E-18F2-83B67AE87750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9" name="직사각형 498">
                  <a:extLst>
                    <a:ext uri="{FF2B5EF4-FFF2-40B4-BE49-F238E27FC236}">
                      <a16:creationId xmlns:a16="http://schemas.microsoft.com/office/drawing/2014/main" id="{350CFECC-A3B2-440E-18F2-83B67AE8775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27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2" name="그룹 501">
            <a:extLst>
              <a:ext uri="{FF2B5EF4-FFF2-40B4-BE49-F238E27FC236}">
                <a16:creationId xmlns:a16="http://schemas.microsoft.com/office/drawing/2014/main" id="{3D65AAA1-A798-8EA5-1C4F-FC66C5F75E55}"/>
              </a:ext>
            </a:extLst>
          </p:cNvPr>
          <p:cNvGrpSpPr/>
          <p:nvPr/>
        </p:nvGrpSpPr>
        <p:grpSpPr>
          <a:xfrm>
            <a:off x="9277979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3" name="직사각형 502">
                  <a:extLst>
                    <a:ext uri="{FF2B5EF4-FFF2-40B4-BE49-F238E27FC236}">
                      <a16:creationId xmlns:a16="http://schemas.microsoft.com/office/drawing/2014/main" id="{41D44DB6-C3AD-D606-60E9-0B011823ECC0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3" name="직사각형 502">
                  <a:extLst>
                    <a:ext uri="{FF2B5EF4-FFF2-40B4-BE49-F238E27FC236}">
                      <a16:creationId xmlns:a16="http://schemas.microsoft.com/office/drawing/2014/main" id="{41D44DB6-C3AD-D606-60E9-0B011823EC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28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4" name="직사각형 503">
                  <a:extLst>
                    <a:ext uri="{FF2B5EF4-FFF2-40B4-BE49-F238E27FC236}">
                      <a16:creationId xmlns:a16="http://schemas.microsoft.com/office/drawing/2014/main" id="{2A22F839-0DB2-C373-B47D-CD1FF391B9F5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4" name="직사각형 503">
                  <a:extLst>
                    <a:ext uri="{FF2B5EF4-FFF2-40B4-BE49-F238E27FC236}">
                      <a16:creationId xmlns:a16="http://schemas.microsoft.com/office/drawing/2014/main" id="{2A22F839-0DB2-C373-B47D-CD1FF391B9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29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5" name="직사각형 504">
                  <a:extLst>
                    <a:ext uri="{FF2B5EF4-FFF2-40B4-BE49-F238E27FC236}">
                      <a16:creationId xmlns:a16="http://schemas.microsoft.com/office/drawing/2014/main" id="{8236B16E-4609-C7B0-2866-CE6D90065498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5" name="직사각형 504">
                  <a:extLst>
                    <a:ext uri="{FF2B5EF4-FFF2-40B4-BE49-F238E27FC236}">
                      <a16:creationId xmlns:a16="http://schemas.microsoft.com/office/drawing/2014/main" id="{8236B16E-4609-C7B0-2866-CE6D900654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30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6" name="그룹 505">
            <a:extLst>
              <a:ext uri="{FF2B5EF4-FFF2-40B4-BE49-F238E27FC236}">
                <a16:creationId xmlns:a16="http://schemas.microsoft.com/office/drawing/2014/main" id="{12F60184-15F7-ACF3-3ABA-D6A9F4C4601B}"/>
              </a:ext>
            </a:extLst>
          </p:cNvPr>
          <p:cNvGrpSpPr/>
          <p:nvPr/>
        </p:nvGrpSpPr>
        <p:grpSpPr>
          <a:xfrm>
            <a:off x="10917593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7" name="직사각형 506">
                  <a:extLst>
                    <a:ext uri="{FF2B5EF4-FFF2-40B4-BE49-F238E27FC236}">
                      <a16:creationId xmlns:a16="http://schemas.microsoft.com/office/drawing/2014/main" id="{C16BC166-3FF2-ED04-26D3-A1301311DD6A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7" name="직사각형 506">
                  <a:extLst>
                    <a:ext uri="{FF2B5EF4-FFF2-40B4-BE49-F238E27FC236}">
                      <a16:creationId xmlns:a16="http://schemas.microsoft.com/office/drawing/2014/main" id="{C16BC166-3FF2-ED04-26D3-A1301311DD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31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8" name="직사각형 507">
                  <a:extLst>
                    <a:ext uri="{FF2B5EF4-FFF2-40B4-BE49-F238E27FC236}">
                      <a16:creationId xmlns:a16="http://schemas.microsoft.com/office/drawing/2014/main" id="{8B08082F-7EF9-8D27-95F3-56A9F6885B83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8" name="직사각형 507">
                  <a:extLst>
                    <a:ext uri="{FF2B5EF4-FFF2-40B4-BE49-F238E27FC236}">
                      <a16:creationId xmlns:a16="http://schemas.microsoft.com/office/drawing/2014/main" id="{8B08082F-7EF9-8D27-95F3-56A9F6885B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32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9" name="직사각형 508">
                  <a:extLst>
                    <a:ext uri="{FF2B5EF4-FFF2-40B4-BE49-F238E27FC236}">
                      <a16:creationId xmlns:a16="http://schemas.microsoft.com/office/drawing/2014/main" id="{E1307154-C99A-A686-5A49-E42F6C5F3EDF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9" name="직사각형 508">
                  <a:extLst>
                    <a:ext uri="{FF2B5EF4-FFF2-40B4-BE49-F238E27FC236}">
                      <a16:creationId xmlns:a16="http://schemas.microsoft.com/office/drawing/2014/main" id="{E1307154-C99A-A686-5A49-E42F6C5F3E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33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10" name="직선 화살표 연결선 509">
            <a:extLst>
              <a:ext uri="{FF2B5EF4-FFF2-40B4-BE49-F238E27FC236}">
                <a16:creationId xmlns:a16="http://schemas.microsoft.com/office/drawing/2014/main" id="{3C0E5877-E81F-311A-2CFB-B35A1CC75C2B}"/>
              </a:ext>
            </a:extLst>
          </p:cNvPr>
          <p:cNvCxnSpPr>
            <a:cxnSpLocks/>
            <a:stCxn id="503" idx="0"/>
            <a:endCxn id="473" idx="2"/>
          </p:cNvCxnSpPr>
          <p:nvPr/>
        </p:nvCxnSpPr>
        <p:spPr>
          <a:xfrm flipV="1">
            <a:off x="9498458" y="5351972"/>
            <a:ext cx="4766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직선 화살표 연결선 519">
            <a:extLst>
              <a:ext uri="{FF2B5EF4-FFF2-40B4-BE49-F238E27FC236}">
                <a16:creationId xmlns:a16="http://schemas.microsoft.com/office/drawing/2014/main" id="{F6573AD7-04E5-15F0-9FCE-F9B1083998D8}"/>
              </a:ext>
            </a:extLst>
          </p:cNvPr>
          <p:cNvCxnSpPr>
            <a:cxnSpLocks/>
            <a:stCxn id="497" idx="0"/>
            <a:endCxn id="472" idx="2"/>
          </p:cNvCxnSpPr>
          <p:nvPr/>
        </p:nvCxnSpPr>
        <p:spPr>
          <a:xfrm flipV="1">
            <a:off x="7866726" y="5351972"/>
            <a:ext cx="1147425" cy="4861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직선 화살표 연결선 522">
            <a:extLst>
              <a:ext uri="{FF2B5EF4-FFF2-40B4-BE49-F238E27FC236}">
                <a16:creationId xmlns:a16="http://schemas.microsoft.com/office/drawing/2014/main" id="{FD7E9140-4628-242C-EFCF-D45DC819B218}"/>
              </a:ext>
            </a:extLst>
          </p:cNvPr>
          <p:cNvCxnSpPr>
            <a:cxnSpLocks/>
            <a:stCxn id="497" idx="0"/>
            <a:endCxn id="476" idx="2"/>
          </p:cNvCxnSpPr>
          <p:nvPr/>
        </p:nvCxnSpPr>
        <p:spPr>
          <a:xfrm flipV="1">
            <a:off x="7866726" y="5351972"/>
            <a:ext cx="2783924" cy="4861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직선 화살표 연결선 525">
            <a:extLst>
              <a:ext uri="{FF2B5EF4-FFF2-40B4-BE49-F238E27FC236}">
                <a16:creationId xmlns:a16="http://schemas.microsoft.com/office/drawing/2014/main" id="{FB9820BC-F222-5270-6ECB-C05E1CEDA065}"/>
              </a:ext>
            </a:extLst>
          </p:cNvPr>
          <p:cNvCxnSpPr>
            <a:cxnSpLocks/>
            <a:stCxn id="497" idx="0"/>
            <a:endCxn id="7" idx="2"/>
          </p:cNvCxnSpPr>
          <p:nvPr/>
        </p:nvCxnSpPr>
        <p:spPr>
          <a:xfrm flipH="1" flipV="1">
            <a:off x="7377653" y="5351972"/>
            <a:ext cx="489073" cy="4861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직선 화살표 연결선 528">
            <a:extLst>
              <a:ext uri="{FF2B5EF4-FFF2-40B4-BE49-F238E27FC236}">
                <a16:creationId xmlns:a16="http://schemas.microsoft.com/office/drawing/2014/main" id="{125E7709-9AD3-1329-CC74-321461567BA4}"/>
              </a:ext>
            </a:extLst>
          </p:cNvPr>
          <p:cNvCxnSpPr>
            <a:cxnSpLocks/>
            <a:stCxn id="503" idx="0"/>
            <a:endCxn id="8" idx="2"/>
          </p:cNvCxnSpPr>
          <p:nvPr/>
        </p:nvCxnSpPr>
        <p:spPr>
          <a:xfrm flipH="1" flipV="1">
            <a:off x="7866726" y="5351972"/>
            <a:ext cx="1631732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직선 화살표 연결선 533">
            <a:extLst>
              <a:ext uri="{FF2B5EF4-FFF2-40B4-BE49-F238E27FC236}">
                <a16:creationId xmlns:a16="http://schemas.microsoft.com/office/drawing/2014/main" id="{2854109D-F4A8-CD87-2ED3-9206FB8FAE79}"/>
              </a:ext>
            </a:extLst>
          </p:cNvPr>
          <p:cNvCxnSpPr>
            <a:cxnSpLocks/>
            <a:stCxn id="503" idx="0"/>
            <a:endCxn id="477" idx="2"/>
          </p:cNvCxnSpPr>
          <p:nvPr/>
        </p:nvCxnSpPr>
        <p:spPr>
          <a:xfrm flipV="1">
            <a:off x="9498458" y="5351972"/>
            <a:ext cx="1641265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직선 화살표 연결선 537">
            <a:extLst>
              <a:ext uri="{FF2B5EF4-FFF2-40B4-BE49-F238E27FC236}">
                <a16:creationId xmlns:a16="http://schemas.microsoft.com/office/drawing/2014/main" id="{16D8F907-0915-4C33-307B-EA8F6CE135C8}"/>
              </a:ext>
            </a:extLst>
          </p:cNvPr>
          <p:cNvCxnSpPr>
            <a:cxnSpLocks/>
            <a:stCxn id="507" idx="0"/>
            <a:endCxn id="474" idx="2"/>
          </p:cNvCxnSpPr>
          <p:nvPr/>
        </p:nvCxnSpPr>
        <p:spPr>
          <a:xfrm flipH="1" flipV="1">
            <a:off x="9992297" y="5351972"/>
            <a:ext cx="1145775" cy="48612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직선 화살표 연결선 540">
            <a:extLst>
              <a:ext uri="{FF2B5EF4-FFF2-40B4-BE49-F238E27FC236}">
                <a16:creationId xmlns:a16="http://schemas.microsoft.com/office/drawing/2014/main" id="{42169C2B-750C-8314-9D33-7843F11D4FE0}"/>
              </a:ext>
            </a:extLst>
          </p:cNvPr>
          <p:cNvCxnSpPr>
            <a:cxnSpLocks/>
            <a:stCxn id="507" idx="0"/>
            <a:endCxn id="9" idx="2"/>
          </p:cNvCxnSpPr>
          <p:nvPr/>
        </p:nvCxnSpPr>
        <p:spPr>
          <a:xfrm flipH="1" flipV="1">
            <a:off x="8355799" y="5351972"/>
            <a:ext cx="2782273" cy="48612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직선 화살표 연결선 579">
            <a:extLst>
              <a:ext uri="{FF2B5EF4-FFF2-40B4-BE49-F238E27FC236}">
                <a16:creationId xmlns:a16="http://schemas.microsoft.com/office/drawing/2014/main" id="{02225A63-044A-AF45-A46C-383BA8C0013F}"/>
              </a:ext>
            </a:extLst>
          </p:cNvPr>
          <p:cNvCxnSpPr>
            <a:cxnSpLocks/>
            <a:stCxn id="507" idx="0"/>
            <a:endCxn id="478" idx="2"/>
          </p:cNvCxnSpPr>
          <p:nvPr/>
        </p:nvCxnSpPr>
        <p:spPr>
          <a:xfrm flipV="1">
            <a:off x="11138072" y="5351972"/>
            <a:ext cx="490724" cy="48612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3A2D7FA-192D-1514-EE7B-E361E06CE79A}"/>
              </a:ext>
            </a:extLst>
          </p:cNvPr>
          <p:cNvSpPr txBox="1"/>
          <p:nvPr/>
        </p:nvSpPr>
        <p:spPr>
          <a:xfrm>
            <a:off x="6813816" y="543648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dirty="0"/>
              <a:t>split</a:t>
            </a:r>
            <a:endParaRPr kumimoji="1" lang="ko-KR" alt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AAF3B6-B506-CBC5-66F7-348C1EA262E1}"/>
              </a:ext>
            </a:extLst>
          </p:cNvPr>
          <p:cNvSpPr txBox="1"/>
          <p:nvPr/>
        </p:nvSpPr>
        <p:spPr>
          <a:xfrm>
            <a:off x="7050740" y="2039125"/>
            <a:ext cx="489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800" dirty="0"/>
              <a:t>Run </a:t>
            </a:r>
            <a:r>
              <a:rPr kumimoji="1" lang="en-US" altLang="ko-KR" sz="1800" b="1" i="1" dirty="0"/>
              <a:t>self-attention in parallel </a:t>
            </a:r>
            <a:r>
              <a:rPr kumimoji="1" lang="en-US" altLang="ko-KR" sz="1800" dirty="0"/>
              <a:t>on each set of input vectors with </a:t>
            </a:r>
            <a:r>
              <a:rPr kumimoji="1" lang="en-US" altLang="ko-KR" sz="1800" b="1" i="1" dirty="0"/>
              <a:t>different weights per head</a:t>
            </a:r>
            <a:r>
              <a:rPr kumimoji="1" lang="en-US" altLang="ko-KR" sz="1800" dirty="0"/>
              <a:t>.</a:t>
            </a:r>
            <a:endParaRPr kumimoji="1" lang="ko-KR" alt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68A294-CDF2-E195-0469-5BC954C34DA2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136183241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BB28B-879D-5524-F49A-D9DDA3BA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41D4C-DCCE-11A4-F5B8-3CAEFD8D7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i="1" dirty="0"/>
              <a:t>Multi-head </a:t>
            </a:r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144570-8AB5-C3E7-A120-5EBD7826D1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107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5C07AC-F36E-B563-F4BD-8CF7A091D7D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632717-E8E0-2079-02BE-128516039E6F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3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1F5254B-CEE3-C755-E511-0DF577A27A2F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4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BDBE61-C992-099E-A7CE-3801B77FE03F}"/>
                  </a:ext>
                </a:extLst>
              </p:cNvPr>
              <p:cNvSpPr txBox="1"/>
              <p:nvPr/>
            </p:nvSpPr>
            <p:spPr>
              <a:xfrm>
                <a:off x="4325275" y="1052188"/>
                <a:ext cx="271378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sz="1600" dirty="0">
                    <a:solidFill>
                      <a:srgbClr val="C00000"/>
                    </a:solidFill>
                  </a:rPr>
                  <a:t>Use</a:t>
                </a:r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:r>
                  <a:rPr kumimoji="1" lang="en-US" altLang="ko-KR" sz="1600" dirty="0">
                    <a:solidFill>
                      <a:srgbClr val="C00000"/>
                    </a:solidFill>
                  </a:rPr>
                  <a:t>independent</a:t>
                </a:r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:r>
                  <a:rPr kumimoji="1" lang="en-US" altLang="ko-KR" sz="1600" b="1" i="1" dirty="0">
                    <a:solidFill>
                      <a:srgbClr val="C00000"/>
                    </a:solidFill>
                  </a:rPr>
                  <a:t>attention heads </a:t>
                </a:r>
                <a:r>
                  <a:rPr kumimoji="1" lang="en-US" altLang="ko-KR" sz="1600" dirty="0">
                    <a:solidFill>
                      <a:srgbClr val="C00000"/>
                    </a:solidFill>
                  </a:rPr>
                  <a:t>in parallel.</a:t>
                </a:r>
                <a:endParaRPr kumimoji="1" lang="ko-KR" alt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BDBE61-C992-099E-A7CE-3801B77FE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275" y="1052188"/>
                <a:ext cx="2713786" cy="584775"/>
              </a:xfrm>
              <a:prstGeom prst="rect">
                <a:avLst/>
              </a:prstGeom>
              <a:blipFill>
                <a:blip r:embed="rId5"/>
                <a:stretch>
                  <a:fillRect l="-1395" t="-4255" b="-127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0" name="그룹 499">
            <a:extLst>
              <a:ext uri="{FF2B5EF4-FFF2-40B4-BE49-F238E27FC236}">
                <a16:creationId xmlns:a16="http://schemas.microsoft.com/office/drawing/2014/main" id="{922194BC-AC7D-8DB5-1A2C-CEB7523D12DA}"/>
              </a:ext>
            </a:extLst>
          </p:cNvPr>
          <p:cNvGrpSpPr/>
          <p:nvPr/>
        </p:nvGrpSpPr>
        <p:grpSpPr>
          <a:xfrm>
            <a:off x="7157174" y="5083137"/>
            <a:ext cx="1419104" cy="268835"/>
            <a:chOff x="7157174" y="4918221"/>
            <a:chExt cx="1419104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B304C17-6A03-C564-7097-C51199C18E60}"/>
                    </a:ext>
                  </a:extLst>
                </p:cNvPr>
                <p:cNvSpPr/>
                <p:nvPr/>
              </p:nvSpPr>
              <p:spPr>
                <a:xfrm>
                  <a:off x="7157174" y="49182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B304C17-6A03-C564-7097-C51199C18E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7174" y="4918221"/>
                  <a:ext cx="440958" cy="268835"/>
                </a:xfrm>
                <a:prstGeom prst="rect">
                  <a:avLst/>
                </a:prstGeom>
                <a:blipFill>
                  <a:blip r:embed="rId6"/>
                  <a:stretch>
                    <a:fillRect l="-33333" t="-26087" r="-2778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0A676465-ACBD-FF47-1C68-77411097AF2E}"/>
                    </a:ext>
                  </a:extLst>
                </p:cNvPr>
                <p:cNvSpPr/>
                <p:nvPr/>
              </p:nvSpPr>
              <p:spPr>
                <a:xfrm>
                  <a:off x="7646247" y="49182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0A676465-ACBD-FF47-1C68-77411097AF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4918221"/>
                  <a:ext cx="440958" cy="268835"/>
                </a:xfrm>
                <a:prstGeom prst="rect">
                  <a:avLst/>
                </a:prstGeom>
                <a:blipFill>
                  <a:blip r:embed="rId7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18B9FAA0-7CD4-1428-B636-A9309732CEBC}"/>
                    </a:ext>
                  </a:extLst>
                </p:cNvPr>
                <p:cNvSpPr/>
                <p:nvPr/>
              </p:nvSpPr>
              <p:spPr>
                <a:xfrm>
                  <a:off x="8135320" y="49182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18B9FAA0-7CD4-1428-B636-A9309732CE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5320" y="4918221"/>
                  <a:ext cx="440958" cy="268835"/>
                </a:xfrm>
                <a:prstGeom prst="rect">
                  <a:avLst/>
                </a:prstGeom>
                <a:blipFill>
                  <a:blip r:embed="rId8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67" name="그림 466">
            <a:extLst>
              <a:ext uri="{FF2B5EF4-FFF2-40B4-BE49-F238E27FC236}">
                <a16:creationId xmlns:a16="http://schemas.microsoft.com/office/drawing/2014/main" id="{70DF1CFF-F538-7556-1F64-2CBBF41D72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1742" y="3380730"/>
            <a:ext cx="949968" cy="1588346"/>
          </a:xfrm>
          <a:prstGeom prst="rect">
            <a:avLst/>
          </a:prstGeom>
        </p:spPr>
      </p:pic>
      <p:pic>
        <p:nvPicPr>
          <p:cNvPr id="468" name="그림 467">
            <a:extLst>
              <a:ext uri="{FF2B5EF4-FFF2-40B4-BE49-F238E27FC236}">
                <a16:creationId xmlns:a16="http://schemas.microsoft.com/office/drawing/2014/main" id="{1D3E7273-7A16-8B14-44CA-8D7FCBA012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6894" y="3380730"/>
            <a:ext cx="949968" cy="1588346"/>
          </a:xfrm>
          <a:prstGeom prst="rect">
            <a:avLst/>
          </a:prstGeom>
        </p:spPr>
      </p:pic>
      <p:grpSp>
        <p:nvGrpSpPr>
          <p:cNvPr id="471" name="그룹 470">
            <a:extLst>
              <a:ext uri="{FF2B5EF4-FFF2-40B4-BE49-F238E27FC236}">
                <a16:creationId xmlns:a16="http://schemas.microsoft.com/office/drawing/2014/main" id="{0BBD46E7-2E3A-9232-C15F-7E0803F16446}"/>
              </a:ext>
            </a:extLst>
          </p:cNvPr>
          <p:cNvGrpSpPr/>
          <p:nvPr/>
        </p:nvGrpSpPr>
        <p:grpSpPr>
          <a:xfrm>
            <a:off x="8793672" y="5083137"/>
            <a:ext cx="1419104" cy="268835"/>
            <a:chOff x="7527689" y="4742401"/>
            <a:chExt cx="1419104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2" name="직사각형 471">
                  <a:extLst>
                    <a:ext uri="{FF2B5EF4-FFF2-40B4-BE49-F238E27FC236}">
                      <a16:creationId xmlns:a16="http://schemas.microsoft.com/office/drawing/2014/main" id="{5EBF45E2-156F-BA3C-8311-4BC8FEAD6C10}"/>
                    </a:ext>
                  </a:extLst>
                </p:cNvPr>
                <p:cNvSpPr/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2" name="직사각형 471">
                  <a:extLst>
                    <a:ext uri="{FF2B5EF4-FFF2-40B4-BE49-F238E27FC236}">
                      <a16:creationId xmlns:a16="http://schemas.microsoft.com/office/drawing/2014/main" id="{5EBF45E2-156F-BA3C-8311-4BC8FEAD6C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blipFill>
                  <a:blip r:embed="rId10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3" name="직사각형 472">
                  <a:extLst>
                    <a:ext uri="{FF2B5EF4-FFF2-40B4-BE49-F238E27FC236}">
                      <a16:creationId xmlns:a16="http://schemas.microsoft.com/office/drawing/2014/main" id="{1D80D353-3245-D472-B18E-8F177312A884}"/>
                    </a:ext>
                  </a:extLst>
                </p:cNvPr>
                <p:cNvSpPr/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3" name="직사각형 472">
                  <a:extLst>
                    <a:ext uri="{FF2B5EF4-FFF2-40B4-BE49-F238E27FC236}">
                      <a16:creationId xmlns:a16="http://schemas.microsoft.com/office/drawing/2014/main" id="{1D80D353-3245-D472-B18E-8F177312A8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blipFill>
                  <a:blip r:embed="rId11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4" name="직사각형 473">
                  <a:extLst>
                    <a:ext uri="{FF2B5EF4-FFF2-40B4-BE49-F238E27FC236}">
                      <a16:creationId xmlns:a16="http://schemas.microsoft.com/office/drawing/2014/main" id="{AD840A61-B45E-9618-8E31-F86F4CA59A54}"/>
                    </a:ext>
                  </a:extLst>
                </p:cNvPr>
                <p:cNvSpPr/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4" name="직사각형 473">
                  <a:extLst>
                    <a:ext uri="{FF2B5EF4-FFF2-40B4-BE49-F238E27FC236}">
                      <a16:creationId xmlns:a16="http://schemas.microsoft.com/office/drawing/2014/main" id="{AD840A61-B45E-9618-8E31-F86F4CA59A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blipFill>
                  <a:blip r:embed="rId12"/>
                  <a:stretch>
                    <a:fillRect l="-32432" t="-26087" r="-5405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69" name="그림 468">
            <a:extLst>
              <a:ext uri="{FF2B5EF4-FFF2-40B4-BE49-F238E27FC236}">
                <a16:creationId xmlns:a16="http://schemas.microsoft.com/office/drawing/2014/main" id="{979C914A-1365-2877-037B-494692A901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3393" y="3380730"/>
            <a:ext cx="949968" cy="1588346"/>
          </a:xfrm>
          <a:prstGeom prst="rect">
            <a:avLst/>
          </a:prstGeom>
        </p:spPr>
      </p:pic>
      <p:grpSp>
        <p:nvGrpSpPr>
          <p:cNvPr id="475" name="그룹 474">
            <a:extLst>
              <a:ext uri="{FF2B5EF4-FFF2-40B4-BE49-F238E27FC236}">
                <a16:creationId xmlns:a16="http://schemas.microsoft.com/office/drawing/2014/main" id="{300717B3-DDA3-A0E6-ABD0-7BF09E5BE549}"/>
              </a:ext>
            </a:extLst>
          </p:cNvPr>
          <p:cNvGrpSpPr/>
          <p:nvPr/>
        </p:nvGrpSpPr>
        <p:grpSpPr>
          <a:xfrm>
            <a:off x="10430171" y="5083137"/>
            <a:ext cx="1419104" cy="268835"/>
            <a:chOff x="7527689" y="4742401"/>
            <a:chExt cx="1419104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6" name="직사각형 475">
                  <a:extLst>
                    <a:ext uri="{FF2B5EF4-FFF2-40B4-BE49-F238E27FC236}">
                      <a16:creationId xmlns:a16="http://schemas.microsoft.com/office/drawing/2014/main" id="{56C6479C-2E6C-3440-28DB-3F2138AF8142}"/>
                    </a:ext>
                  </a:extLst>
                </p:cNvPr>
                <p:cNvSpPr/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6" name="직사각형 475">
                  <a:extLst>
                    <a:ext uri="{FF2B5EF4-FFF2-40B4-BE49-F238E27FC236}">
                      <a16:creationId xmlns:a16="http://schemas.microsoft.com/office/drawing/2014/main" id="{56C6479C-2E6C-3440-28DB-3F2138AF81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blipFill>
                  <a:blip r:embed="rId13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7" name="직사각형 476">
                  <a:extLst>
                    <a:ext uri="{FF2B5EF4-FFF2-40B4-BE49-F238E27FC236}">
                      <a16:creationId xmlns:a16="http://schemas.microsoft.com/office/drawing/2014/main" id="{A18E724F-2621-4294-FBD1-9CF6D1B7F5A9}"/>
                    </a:ext>
                  </a:extLst>
                </p:cNvPr>
                <p:cNvSpPr/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7" name="직사각형 476">
                  <a:extLst>
                    <a:ext uri="{FF2B5EF4-FFF2-40B4-BE49-F238E27FC236}">
                      <a16:creationId xmlns:a16="http://schemas.microsoft.com/office/drawing/2014/main" id="{A18E724F-2621-4294-FBD1-9CF6D1B7F5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blipFill>
                  <a:blip r:embed="rId14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8" name="직사각형 477">
                  <a:extLst>
                    <a:ext uri="{FF2B5EF4-FFF2-40B4-BE49-F238E27FC236}">
                      <a16:creationId xmlns:a16="http://schemas.microsoft.com/office/drawing/2014/main" id="{FD03892F-4BB7-C82F-77B4-669A95D8C9AC}"/>
                    </a:ext>
                  </a:extLst>
                </p:cNvPr>
                <p:cNvSpPr/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8" name="직사각형 477">
                  <a:extLst>
                    <a:ext uri="{FF2B5EF4-FFF2-40B4-BE49-F238E27FC236}">
                      <a16:creationId xmlns:a16="http://schemas.microsoft.com/office/drawing/2014/main" id="{FD03892F-4BB7-C82F-77B4-669A95D8C9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blipFill>
                  <a:blip r:embed="rId15"/>
                  <a:stretch>
                    <a:fillRect l="-32432" t="-26087" r="-5405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543FA021-F99E-957E-0030-CCB325CE75F9}"/>
                  </a:ext>
                </a:extLst>
              </p:cNvPr>
              <p:cNvSpPr/>
              <p:nvPr/>
            </p:nvSpPr>
            <p:spPr>
              <a:xfrm>
                <a:off x="7157174" y="3025239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543FA021-F99E-957E-0030-CCB325CE75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174" y="3025239"/>
                <a:ext cx="440958" cy="268835"/>
              </a:xfrm>
              <a:prstGeom prst="rect">
                <a:avLst/>
              </a:prstGeom>
              <a:blipFill>
                <a:blip r:embed="rId16"/>
                <a:stretch>
                  <a:fillRect l="-30556" t="-26087" r="-2778" b="-1739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5" name="직사각형 484">
                <a:extLst>
                  <a:ext uri="{FF2B5EF4-FFF2-40B4-BE49-F238E27FC236}">
                    <a16:creationId xmlns:a16="http://schemas.microsoft.com/office/drawing/2014/main" id="{EAB1AFE0-B668-D942-B264-3B6BC64538A5}"/>
                  </a:ext>
                </a:extLst>
              </p:cNvPr>
              <p:cNvSpPr/>
              <p:nvPr/>
            </p:nvSpPr>
            <p:spPr>
              <a:xfrm>
                <a:off x="7646247" y="3025239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85" name="직사각형 484">
                <a:extLst>
                  <a:ext uri="{FF2B5EF4-FFF2-40B4-BE49-F238E27FC236}">
                    <a16:creationId xmlns:a16="http://schemas.microsoft.com/office/drawing/2014/main" id="{EAB1AFE0-B668-D942-B264-3B6BC64538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247" y="3025239"/>
                <a:ext cx="440958" cy="268835"/>
              </a:xfrm>
              <a:prstGeom prst="rect">
                <a:avLst/>
              </a:prstGeom>
              <a:blipFill>
                <a:blip r:embed="rId17"/>
                <a:stretch>
                  <a:fillRect l="-29730" t="-26087" r="-2703" b="-1739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6" name="직사각형 485">
                <a:extLst>
                  <a:ext uri="{FF2B5EF4-FFF2-40B4-BE49-F238E27FC236}">
                    <a16:creationId xmlns:a16="http://schemas.microsoft.com/office/drawing/2014/main" id="{B512FE0B-74A9-0C74-C981-07B4200E67EA}"/>
                  </a:ext>
                </a:extLst>
              </p:cNvPr>
              <p:cNvSpPr/>
              <p:nvPr/>
            </p:nvSpPr>
            <p:spPr>
              <a:xfrm>
                <a:off x="8135320" y="3025239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86" name="직사각형 485">
                <a:extLst>
                  <a:ext uri="{FF2B5EF4-FFF2-40B4-BE49-F238E27FC236}">
                    <a16:creationId xmlns:a16="http://schemas.microsoft.com/office/drawing/2014/main" id="{B512FE0B-74A9-0C74-C981-07B4200E67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320" y="3025239"/>
                <a:ext cx="440958" cy="268835"/>
              </a:xfrm>
              <a:prstGeom prst="rect">
                <a:avLst/>
              </a:prstGeom>
              <a:blipFill>
                <a:blip r:embed="rId18"/>
                <a:stretch>
                  <a:fillRect l="-33333" t="-26087" r="-5556" b="-1739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7" name="그룹 486">
            <a:extLst>
              <a:ext uri="{FF2B5EF4-FFF2-40B4-BE49-F238E27FC236}">
                <a16:creationId xmlns:a16="http://schemas.microsoft.com/office/drawing/2014/main" id="{F3D3DCE8-F31B-BF47-C8E9-A29F67EB0F71}"/>
              </a:ext>
            </a:extLst>
          </p:cNvPr>
          <p:cNvGrpSpPr/>
          <p:nvPr/>
        </p:nvGrpSpPr>
        <p:grpSpPr>
          <a:xfrm>
            <a:off x="8793672" y="3025239"/>
            <a:ext cx="1419104" cy="268835"/>
            <a:chOff x="7527689" y="4742401"/>
            <a:chExt cx="1419104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8" name="직사각형 487">
                  <a:extLst>
                    <a:ext uri="{FF2B5EF4-FFF2-40B4-BE49-F238E27FC236}">
                      <a16:creationId xmlns:a16="http://schemas.microsoft.com/office/drawing/2014/main" id="{E0C23280-8CA7-5FFE-B06C-6B9C12899D1D}"/>
                    </a:ext>
                  </a:extLst>
                </p:cNvPr>
                <p:cNvSpPr/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solidFill>
                  <a:srgbClr val="FFF3CC"/>
                </a:solidFill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88" name="직사각형 487">
                  <a:extLst>
                    <a:ext uri="{FF2B5EF4-FFF2-40B4-BE49-F238E27FC236}">
                      <a16:creationId xmlns:a16="http://schemas.microsoft.com/office/drawing/2014/main" id="{E0C23280-8CA7-5FFE-B06C-6B9C12899D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blipFill>
                  <a:blip r:embed="rId19"/>
                  <a:stretch>
                    <a:fillRect l="-30556" t="-26087" r="-5556" b="-17391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9" name="직사각형 488">
                  <a:extLst>
                    <a:ext uri="{FF2B5EF4-FFF2-40B4-BE49-F238E27FC236}">
                      <a16:creationId xmlns:a16="http://schemas.microsoft.com/office/drawing/2014/main" id="{14F9ABD4-383A-4ADE-8090-44725EFE17B8}"/>
                    </a:ext>
                  </a:extLst>
                </p:cNvPr>
                <p:cNvSpPr/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solidFill>
                  <a:srgbClr val="FFF3CC"/>
                </a:solidFill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89" name="직사각형 488">
                  <a:extLst>
                    <a:ext uri="{FF2B5EF4-FFF2-40B4-BE49-F238E27FC236}">
                      <a16:creationId xmlns:a16="http://schemas.microsoft.com/office/drawing/2014/main" id="{14F9ABD4-383A-4ADE-8090-44725EFE17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blipFill>
                  <a:blip r:embed="rId20"/>
                  <a:stretch>
                    <a:fillRect l="-29730" t="-26087" r="-2703" b="-17391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0" name="직사각형 489">
                  <a:extLst>
                    <a:ext uri="{FF2B5EF4-FFF2-40B4-BE49-F238E27FC236}">
                      <a16:creationId xmlns:a16="http://schemas.microsoft.com/office/drawing/2014/main" id="{F389C1A8-CD54-42A2-9BB1-76150123820A}"/>
                    </a:ext>
                  </a:extLst>
                </p:cNvPr>
                <p:cNvSpPr/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solidFill>
                  <a:srgbClr val="FFF3CC"/>
                </a:solidFill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</m:t>
                            </m:r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0" name="직사각형 489">
                  <a:extLst>
                    <a:ext uri="{FF2B5EF4-FFF2-40B4-BE49-F238E27FC236}">
                      <a16:creationId xmlns:a16="http://schemas.microsoft.com/office/drawing/2014/main" id="{F389C1A8-CD54-42A2-9BB1-7615012382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blipFill>
                  <a:blip r:embed="rId21"/>
                  <a:stretch>
                    <a:fillRect l="-29730" t="-26087" r="-2703" b="-17391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1" name="그룹 490">
            <a:extLst>
              <a:ext uri="{FF2B5EF4-FFF2-40B4-BE49-F238E27FC236}">
                <a16:creationId xmlns:a16="http://schemas.microsoft.com/office/drawing/2014/main" id="{B5C14190-06D6-2831-1E74-2C8AC1BD8FFA}"/>
              </a:ext>
            </a:extLst>
          </p:cNvPr>
          <p:cNvGrpSpPr/>
          <p:nvPr/>
        </p:nvGrpSpPr>
        <p:grpSpPr>
          <a:xfrm>
            <a:off x="10430171" y="3025239"/>
            <a:ext cx="1419104" cy="268835"/>
            <a:chOff x="7527689" y="4742401"/>
            <a:chExt cx="1419104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2" name="직사각형 491">
                  <a:extLst>
                    <a:ext uri="{FF2B5EF4-FFF2-40B4-BE49-F238E27FC236}">
                      <a16:creationId xmlns:a16="http://schemas.microsoft.com/office/drawing/2014/main" id="{29F417A0-F375-645E-60E9-1FE945AFCD54}"/>
                    </a:ext>
                  </a:extLst>
                </p:cNvPr>
                <p:cNvSpPr/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solidFill>
                  <a:srgbClr val="FFF3CC"/>
                </a:solidFill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2" name="직사각형 491">
                  <a:extLst>
                    <a:ext uri="{FF2B5EF4-FFF2-40B4-BE49-F238E27FC236}">
                      <a16:creationId xmlns:a16="http://schemas.microsoft.com/office/drawing/2014/main" id="{29F417A0-F375-645E-60E9-1FE945AFCD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blipFill>
                  <a:blip r:embed="rId22"/>
                  <a:stretch>
                    <a:fillRect l="-29730" t="-26087" r="-2703" b="-17391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3" name="직사각형 492">
                  <a:extLst>
                    <a:ext uri="{FF2B5EF4-FFF2-40B4-BE49-F238E27FC236}">
                      <a16:creationId xmlns:a16="http://schemas.microsoft.com/office/drawing/2014/main" id="{A73E4941-7F39-48A8-7332-1864074825DE}"/>
                    </a:ext>
                  </a:extLst>
                </p:cNvPr>
                <p:cNvSpPr/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solidFill>
                  <a:srgbClr val="FFF3CC"/>
                </a:solidFill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3" name="직사각형 492">
                  <a:extLst>
                    <a:ext uri="{FF2B5EF4-FFF2-40B4-BE49-F238E27FC236}">
                      <a16:creationId xmlns:a16="http://schemas.microsoft.com/office/drawing/2014/main" id="{A73E4941-7F39-48A8-7332-1864074825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blipFill>
                  <a:blip r:embed="rId23"/>
                  <a:stretch>
                    <a:fillRect l="-29730" t="-26087" r="-2703" b="-17391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4" name="직사각형 493">
                  <a:extLst>
                    <a:ext uri="{FF2B5EF4-FFF2-40B4-BE49-F238E27FC236}">
                      <a16:creationId xmlns:a16="http://schemas.microsoft.com/office/drawing/2014/main" id="{D9E5005C-518A-AE62-01A3-0910C89CEF83}"/>
                    </a:ext>
                  </a:extLst>
                </p:cNvPr>
                <p:cNvSpPr/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solidFill>
                  <a:srgbClr val="FFF3CC"/>
                </a:solidFill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4" name="직사각형 493">
                  <a:extLst>
                    <a:ext uri="{FF2B5EF4-FFF2-40B4-BE49-F238E27FC236}">
                      <a16:creationId xmlns:a16="http://schemas.microsoft.com/office/drawing/2014/main" id="{D9E5005C-518A-AE62-01A3-0910C89CEF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blipFill>
                  <a:blip r:embed="rId24"/>
                  <a:stretch>
                    <a:fillRect l="-29730" t="-26087" r="-5405" b="-17391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1" name="그룹 500">
            <a:extLst>
              <a:ext uri="{FF2B5EF4-FFF2-40B4-BE49-F238E27FC236}">
                <a16:creationId xmlns:a16="http://schemas.microsoft.com/office/drawing/2014/main" id="{B812EFED-C8E3-54EC-75A5-4C68EF4DCFE9}"/>
              </a:ext>
            </a:extLst>
          </p:cNvPr>
          <p:cNvGrpSpPr/>
          <p:nvPr/>
        </p:nvGrpSpPr>
        <p:grpSpPr>
          <a:xfrm>
            <a:off x="7646247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7" name="직사각형 496">
                  <a:extLst>
                    <a:ext uri="{FF2B5EF4-FFF2-40B4-BE49-F238E27FC236}">
                      <a16:creationId xmlns:a16="http://schemas.microsoft.com/office/drawing/2014/main" id="{1E440D4B-ECE3-37E9-579B-FFF487596C71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7" name="직사각형 496">
                  <a:extLst>
                    <a:ext uri="{FF2B5EF4-FFF2-40B4-BE49-F238E27FC236}">
                      <a16:creationId xmlns:a16="http://schemas.microsoft.com/office/drawing/2014/main" id="{1E440D4B-ECE3-37E9-579B-FFF487596C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25"/>
                  <a:stretch>
                    <a:fillRect l="-32432" t="-26087" r="-2703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직사각형 497">
                  <a:extLst>
                    <a:ext uri="{FF2B5EF4-FFF2-40B4-BE49-F238E27FC236}">
                      <a16:creationId xmlns:a16="http://schemas.microsoft.com/office/drawing/2014/main" id="{E3FE7EC7-1DE3-B0E3-1915-E06040A83277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8" name="직사각형 497">
                  <a:extLst>
                    <a:ext uri="{FF2B5EF4-FFF2-40B4-BE49-F238E27FC236}">
                      <a16:creationId xmlns:a16="http://schemas.microsoft.com/office/drawing/2014/main" id="{E3FE7EC7-1DE3-B0E3-1915-E06040A832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26"/>
                  <a:stretch>
                    <a:fillRect l="-32432" t="-26087" r="-2703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직사각형 498">
                  <a:extLst>
                    <a:ext uri="{FF2B5EF4-FFF2-40B4-BE49-F238E27FC236}">
                      <a16:creationId xmlns:a16="http://schemas.microsoft.com/office/drawing/2014/main" id="{5666260B-CC9C-97B4-BA95-B9365A8741E9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9" name="직사각형 498">
                  <a:extLst>
                    <a:ext uri="{FF2B5EF4-FFF2-40B4-BE49-F238E27FC236}">
                      <a16:creationId xmlns:a16="http://schemas.microsoft.com/office/drawing/2014/main" id="{5666260B-CC9C-97B4-BA95-B9365A8741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27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2" name="그룹 501">
            <a:extLst>
              <a:ext uri="{FF2B5EF4-FFF2-40B4-BE49-F238E27FC236}">
                <a16:creationId xmlns:a16="http://schemas.microsoft.com/office/drawing/2014/main" id="{2060E9DC-9FE7-190E-62CF-CFE87CE48181}"/>
              </a:ext>
            </a:extLst>
          </p:cNvPr>
          <p:cNvGrpSpPr/>
          <p:nvPr/>
        </p:nvGrpSpPr>
        <p:grpSpPr>
          <a:xfrm>
            <a:off x="9277979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3" name="직사각형 502">
                  <a:extLst>
                    <a:ext uri="{FF2B5EF4-FFF2-40B4-BE49-F238E27FC236}">
                      <a16:creationId xmlns:a16="http://schemas.microsoft.com/office/drawing/2014/main" id="{17F5031A-9E3A-6978-E472-A92F9BA5F97C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3" name="직사각형 502">
                  <a:extLst>
                    <a:ext uri="{FF2B5EF4-FFF2-40B4-BE49-F238E27FC236}">
                      <a16:creationId xmlns:a16="http://schemas.microsoft.com/office/drawing/2014/main" id="{17F5031A-9E3A-6978-E472-A92F9BA5F9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28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4" name="직사각형 503">
                  <a:extLst>
                    <a:ext uri="{FF2B5EF4-FFF2-40B4-BE49-F238E27FC236}">
                      <a16:creationId xmlns:a16="http://schemas.microsoft.com/office/drawing/2014/main" id="{14C4766A-6750-D862-1C51-9D823F98D0BC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4" name="직사각형 503">
                  <a:extLst>
                    <a:ext uri="{FF2B5EF4-FFF2-40B4-BE49-F238E27FC236}">
                      <a16:creationId xmlns:a16="http://schemas.microsoft.com/office/drawing/2014/main" id="{14C4766A-6750-D862-1C51-9D823F98D0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29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5" name="직사각형 504">
                  <a:extLst>
                    <a:ext uri="{FF2B5EF4-FFF2-40B4-BE49-F238E27FC236}">
                      <a16:creationId xmlns:a16="http://schemas.microsoft.com/office/drawing/2014/main" id="{C8CBC15A-01C4-4934-4B50-EF0BB34841D2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5" name="직사각형 504">
                  <a:extLst>
                    <a:ext uri="{FF2B5EF4-FFF2-40B4-BE49-F238E27FC236}">
                      <a16:creationId xmlns:a16="http://schemas.microsoft.com/office/drawing/2014/main" id="{C8CBC15A-01C4-4934-4B50-EF0BB34841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30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6" name="그룹 505">
            <a:extLst>
              <a:ext uri="{FF2B5EF4-FFF2-40B4-BE49-F238E27FC236}">
                <a16:creationId xmlns:a16="http://schemas.microsoft.com/office/drawing/2014/main" id="{163CCEAD-9975-AE21-2167-9A2A1B0658A8}"/>
              </a:ext>
            </a:extLst>
          </p:cNvPr>
          <p:cNvGrpSpPr/>
          <p:nvPr/>
        </p:nvGrpSpPr>
        <p:grpSpPr>
          <a:xfrm>
            <a:off x="10917593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7" name="직사각형 506">
                  <a:extLst>
                    <a:ext uri="{FF2B5EF4-FFF2-40B4-BE49-F238E27FC236}">
                      <a16:creationId xmlns:a16="http://schemas.microsoft.com/office/drawing/2014/main" id="{D228D1A9-04C4-F88D-DF55-F81C67665398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7" name="직사각형 506">
                  <a:extLst>
                    <a:ext uri="{FF2B5EF4-FFF2-40B4-BE49-F238E27FC236}">
                      <a16:creationId xmlns:a16="http://schemas.microsoft.com/office/drawing/2014/main" id="{D228D1A9-04C4-F88D-DF55-F81C676653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31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8" name="직사각형 507">
                  <a:extLst>
                    <a:ext uri="{FF2B5EF4-FFF2-40B4-BE49-F238E27FC236}">
                      <a16:creationId xmlns:a16="http://schemas.microsoft.com/office/drawing/2014/main" id="{6A1E7010-1334-4076-E9BF-DDD3A223302C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8" name="직사각형 507">
                  <a:extLst>
                    <a:ext uri="{FF2B5EF4-FFF2-40B4-BE49-F238E27FC236}">
                      <a16:creationId xmlns:a16="http://schemas.microsoft.com/office/drawing/2014/main" id="{6A1E7010-1334-4076-E9BF-DDD3A223302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32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9" name="직사각형 508">
                  <a:extLst>
                    <a:ext uri="{FF2B5EF4-FFF2-40B4-BE49-F238E27FC236}">
                      <a16:creationId xmlns:a16="http://schemas.microsoft.com/office/drawing/2014/main" id="{87984D7B-867F-214A-4F14-4FA208678E4C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9" name="직사각형 508">
                  <a:extLst>
                    <a:ext uri="{FF2B5EF4-FFF2-40B4-BE49-F238E27FC236}">
                      <a16:creationId xmlns:a16="http://schemas.microsoft.com/office/drawing/2014/main" id="{87984D7B-867F-214A-4F14-4FA208678E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33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10" name="직선 화살표 연결선 509">
            <a:extLst>
              <a:ext uri="{FF2B5EF4-FFF2-40B4-BE49-F238E27FC236}">
                <a16:creationId xmlns:a16="http://schemas.microsoft.com/office/drawing/2014/main" id="{B3928098-55EB-96A8-BB2E-616E140D462A}"/>
              </a:ext>
            </a:extLst>
          </p:cNvPr>
          <p:cNvCxnSpPr>
            <a:cxnSpLocks/>
            <a:stCxn id="503" idx="0"/>
            <a:endCxn id="473" idx="2"/>
          </p:cNvCxnSpPr>
          <p:nvPr/>
        </p:nvCxnSpPr>
        <p:spPr>
          <a:xfrm flipV="1">
            <a:off x="9498458" y="5351972"/>
            <a:ext cx="4766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직선 화살표 연결선 512">
            <a:extLst>
              <a:ext uri="{FF2B5EF4-FFF2-40B4-BE49-F238E27FC236}">
                <a16:creationId xmlns:a16="http://schemas.microsoft.com/office/drawing/2014/main" id="{68968D7B-5910-4CD2-E3AC-118D6D8FB5E3}"/>
              </a:ext>
            </a:extLst>
          </p:cNvPr>
          <p:cNvCxnSpPr>
            <a:cxnSpLocks/>
            <a:stCxn id="551" idx="2"/>
            <a:endCxn id="494" idx="0"/>
          </p:cNvCxnSpPr>
          <p:nvPr/>
        </p:nvCxnSpPr>
        <p:spPr>
          <a:xfrm>
            <a:off x="11138070" y="2539117"/>
            <a:ext cx="490726" cy="48612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6" name="직사각형 515">
                <a:extLst>
                  <a:ext uri="{FF2B5EF4-FFF2-40B4-BE49-F238E27FC236}">
                    <a16:creationId xmlns:a16="http://schemas.microsoft.com/office/drawing/2014/main" id="{97079F5F-6BB2-9FD3-D0E7-A99A4F7F9006}"/>
                  </a:ext>
                </a:extLst>
              </p:cNvPr>
              <p:cNvSpPr/>
              <p:nvPr/>
            </p:nvSpPr>
            <p:spPr>
              <a:xfrm>
                <a:off x="7646247" y="1734254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16" name="직사각형 515">
                <a:extLst>
                  <a:ext uri="{FF2B5EF4-FFF2-40B4-BE49-F238E27FC236}">
                    <a16:creationId xmlns:a16="http://schemas.microsoft.com/office/drawing/2014/main" id="{97079F5F-6BB2-9FD3-D0E7-A99A4F7F90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247" y="1734254"/>
                <a:ext cx="440958" cy="268835"/>
              </a:xfrm>
              <a:prstGeom prst="rect">
                <a:avLst/>
              </a:prstGeom>
              <a:blipFill>
                <a:blip r:embed="rId34"/>
                <a:stretch>
                  <a:fillRect l="-29730" t="-25000" r="-2703" b="-12500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7" name="직사각형 516">
                <a:extLst>
                  <a:ext uri="{FF2B5EF4-FFF2-40B4-BE49-F238E27FC236}">
                    <a16:creationId xmlns:a16="http://schemas.microsoft.com/office/drawing/2014/main" id="{5BF836FA-C498-0533-D7F6-F4A9189017A5}"/>
                  </a:ext>
                </a:extLst>
              </p:cNvPr>
              <p:cNvSpPr/>
              <p:nvPr/>
            </p:nvSpPr>
            <p:spPr>
              <a:xfrm>
                <a:off x="7646247" y="2002268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17" name="직사각형 516">
                <a:extLst>
                  <a:ext uri="{FF2B5EF4-FFF2-40B4-BE49-F238E27FC236}">
                    <a16:creationId xmlns:a16="http://schemas.microsoft.com/office/drawing/2014/main" id="{5BF836FA-C498-0533-D7F6-F4A9189017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247" y="2002268"/>
                <a:ext cx="440958" cy="268835"/>
              </a:xfrm>
              <a:prstGeom prst="rect">
                <a:avLst/>
              </a:prstGeom>
              <a:blipFill>
                <a:blip r:embed="rId35"/>
                <a:stretch>
                  <a:fillRect l="-29730" t="-25000" r="-2703" b="-12500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8" name="직사각형 517">
                <a:extLst>
                  <a:ext uri="{FF2B5EF4-FFF2-40B4-BE49-F238E27FC236}">
                    <a16:creationId xmlns:a16="http://schemas.microsoft.com/office/drawing/2014/main" id="{C850511D-826E-312E-923F-EB835D0A1F70}"/>
                  </a:ext>
                </a:extLst>
              </p:cNvPr>
              <p:cNvSpPr/>
              <p:nvPr/>
            </p:nvSpPr>
            <p:spPr>
              <a:xfrm>
                <a:off x="7646247" y="2270282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18" name="직사각형 517">
                <a:extLst>
                  <a:ext uri="{FF2B5EF4-FFF2-40B4-BE49-F238E27FC236}">
                    <a16:creationId xmlns:a16="http://schemas.microsoft.com/office/drawing/2014/main" id="{C850511D-826E-312E-923F-EB835D0A1F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247" y="2270282"/>
                <a:ext cx="440958" cy="268835"/>
              </a:xfrm>
              <a:prstGeom prst="rect">
                <a:avLst/>
              </a:prstGeom>
              <a:blipFill>
                <a:blip r:embed="rId36"/>
                <a:stretch>
                  <a:fillRect l="-29730" t="-30435" r="-2703" b="-1739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0" name="직선 화살표 연결선 519">
            <a:extLst>
              <a:ext uri="{FF2B5EF4-FFF2-40B4-BE49-F238E27FC236}">
                <a16:creationId xmlns:a16="http://schemas.microsoft.com/office/drawing/2014/main" id="{AB4C92AD-B4D4-1402-6508-4AB3A60E2AC5}"/>
              </a:ext>
            </a:extLst>
          </p:cNvPr>
          <p:cNvCxnSpPr>
            <a:cxnSpLocks/>
            <a:stCxn id="497" idx="0"/>
            <a:endCxn id="472" idx="2"/>
          </p:cNvCxnSpPr>
          <p:nvPr/>
        </p:nvCxnSpPr>
        <p:spPr>
          <a:xfrm flipV="1">
            <a:off x="7866726" y="5351972"/>
            <a:ext cx="1147425" cy="4861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직선 화살표 연결선 522">
            <a:extLst>
              <a:ext uri="{FF2B5EF4-FFF2-40B4-BE49-F238E27FC236}">
                <a16:creationId xmlns:a16="http://schemas.microsoft.com/office/drawing/2014/main" id="{757DDE33-6B78-E5D0-FD3B-62B78BE6BBF0}"/>
              </a:ext>
            </a:extLst>
          </p:cNvPr>
          <p:cNvCxnSpPr>
            <a:cxnSpLocks/>
            <a:stCxn id="497" idx="0"/>
            <a:endCxn id="476" idx="2"/>
          </p:cNvCxnSpPr>
          <p:nvPr/>
        </p:nvCxnSpPr>
        <p:spPr>
          <a:xfrm flipV="1">
            <a:off x="7866726" y="5351972"/>
            <a:ext cx="2783924" cy="4861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직선 화살표 연결선 525">
            <a:extLst>
              <a:ext uri="{FF2B5EF4-FFF2-40B4-BE49-F238E27FC236}">
                <a16:creationId xmlns:a16="http://schemas.microsoft.com/office/drawing/2014/main" id="{0BA1C904-3C59-6E38-A58F-A107582F1D1C}"/>
              </a:ext>
            </a:extLst>
          </p:cNvPr>
          <p:cNvCxnSpPr>
            <a:cxnSpLocks/>
            <a:stCxn id="497" idx="0"/>
            <a:endCxn id="7" idx="2"/>
          </p:cNvCxnSpPr>
          <p:nvPr/>
        </p:nvCxnSpPr>
        <p:spPr>
          <a:xfrm flipH="1" flipV="1">
            <a:off x="7377653" y="5351972"/>
            <a:ext cx="489073" cy="4861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직선 화살표 연결선 528">
            <a:extLst>
              <a:ext uri="{FF2B5EF4-FFF2-40B4-BE49-F238E27FC236}">
                <a16:creationId xmlns:a16="http://schemas.microsoft.com/office/drawing/2014/main" id="{88BDB09F-821D-EDF2-9ABE-C32660DD9ECE}"/>
              </a:ext>
            </a:extLst>
          </p:cNvPr>
          <p:cNvCxnSpPr>
            <a:cxnSpLocks/>
            <a:stCxn id="503" idx="0"/>
            <a:endCxn id="8" idx="2"/>
          </p:cNvCxnSpPr>
          <p:nvPr/>
        </p:nvCxnSpPr>
        <p:spPr>
          <a:xfrm flipH="1" flipV="1">
            <a:off x="7866726" y="5351972"/>
            <a:ext cx="1631732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직선 화살표 연결선 533">
            <a:extLst>
              <a:ext uri="{FF2B5EF4-FFF2-40B4-BE49-F238E27FC236}">
                <a16:creationId xmlns:a16="http://schemas.microsoft.com/office/drawing/2014/main" id="{5995341D-FD2D-975D-BBD0-5F3C876F610D}"/>
              </a:ext>
            </a:extLst>
          </p:cNvPr>
          <p:cNvCxnSpPr>
            <a:cxnSpLocks/>
            <a:stCxn id="503" idx="0"/>
            <a:endCxn id="477" idx="2"/>
          </p:cNvCxnSpPr>
          <p:nvPr/>
        </p:nvCxnSpPr>
        <p:spPr>
          <a:xfrm flipV="1">
            <a:off x="9498458" y="5351972"/>
            <a:ext cx="1641265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직선 화살표 연결선 537">
            <a:extLst>
              <a:ext uri="{FF2B5EF4-FFF2-40B4-BE49-F238E27FC236}">
                <a16:creationId xmlns:a16="http://schemas.microsoft.com/office/drawing/2014/main" id="{27BCF79A-5A99-99F9-AD95-BA492ECB8DFC}"/>
              </a:ext>
            </a:extLst>
          </p:cNvPr>
          <p:cNvCxnSpPr>
            <a:cxnSpLocks/>
            <a:stCxn id="507" idx="0"/>
            <a:endCxn id="474" idx="2"/>
          </p:cNvCxnSpPr>
          <p:nvPr/>
        </p:nvCxnSpPr>
        <p:spPr>
          <a:xfrm flipH="1" flipV="1">
            <a:off x="9992297" y="5351972"/>
            <a:ext cx="1145775" cy="48612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직선 화살표 연결선 540">
            <a:extLst>
              <a:ext uri="{FF2B5EF4-FFF2-40B4-BE49-F238E27FC236}">
                <a16:creationId xmlns:a16="http://schemas.microsoft.com/office/drawing/2014/main" id="{F75B28B4-DC5A-CA6D-F3A8-AA798FD6C524}"/>
              </a:ext>
            </a:extLst>
          </p:cNvPr>
          <p:cNvCxnSpPr>
            <a:cxnSpLocks/>
            <a:stCxn id="507" idx="0"/>
            <a:endCxn id="9" idx="2"/>
          </p:cNvCxnSpPr>
          <p:nvPr/>
        </p:nvCxnSpPr>
        <p:spPr>
          <a:xfrm flipH="1" flipV="1">
            <a:off x="8355799" y="5351972"/>
            <a:ext cx="2782273" cy="48612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5" name="직사각형 544">
                <a:extLst>
                  <a:ext uri="{FF2B5EF4-FFF2-40B4-BE49-F238E27FC236}">
                    <a16:creationId xmlns:a16="http://schemas.microsoft.com/office/drawing/2014/main" id="{0554FA65-8A5E-A630-EE7A-580B0EA3B0A7}"/>
                  </a:ext>
                </a:extLst>
              </p:cNvPr>
              <p:cNvSpPr/>
              <p:nvPr/>
            </p:nvSpPr>
            <p:spPr>
              <a:xfrm>
                <a:off x="9285860" y="1734254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5" name="직사각형 544">
                <a:extLst>
                  <a:ext uri="{FF2B5EF4-FFF2-40B4-BE49-F238E27FC236}">
                    <a16:creationId xmlns:a16="http://schemas.microsoft.com/office/drawing/2014/main" id="{0554FA65-8A5E-A630-EE7A-580B0EA3B0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860" y="1734254"/>
                <a:ext cx="440958" cy="268835"/>
              </a:xfrm>
              <a:prstGeom prst="rect">
                <a:avLst/>
              </a:prstGeom>
              <a:blipFill>
                <a:blip r:embed="rId37"/>
                <a:stretch>
                  <a:fillRect l="-29730" t="-25000" r="-2703" b="-12500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6" name="직사각형 545">
                <a:extLst>
                  <a:ext uri="{FF2B5EF4-FFF2-40B4-BE49-F238E27FC236}">
                    <a16:creationId xmlns:a16="http://schemas.microsoft.com/office/drawing/2014/main" id="{BAF2BDCE-B5AA-441C-5FA5-C08A3E67EA15}"/>
                  </a:ext>
                </a:extLst>
              </p:cNvPr>
              <p:cNvSpPr/>
              <p:nvPr/>
            </p:nvSpPr>
            <p:spPr>
              <a:xfrm>
                <a:off x="9285860" y="2002268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6" name="직사각형 545">
                <a:extLst>
                  <a:ext uri="{FF2B5EF4-FFF2-40B4-BE49-F238E27FC236}">
                    <a16:creationId xmlns:a16="http://schemas.microsoft.com/office/drawing/2014/main" id="{BAF2BDCE-B5AA-441C-5FA5-C08A3E67EA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860" y="2002268"/>
                <a:ext cx="440958" cy="268835"/>
              </a:xfrm>
              <a:prstGeom prst="rect">
                <a:avLst/>
              </a:prstGeom>
              <a:blipFill>
                <a:blip r:embed="rId38"/>
                <a:stretch>
                  <a:fillRect l="-29730" t="-25000" r="-2703" b="-12500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7" name="직사각형 546">
                <a:extLst>
                  <a:ext uri="{FF2B5EF4-FFF2-40B4-BE49-F238E27FC236}">
                    <a16:creationId xmlns:a16="http://schemas.microsoft.com/office/drawing/2014/main" id="{927E6EB7-1FB9-D845-51F7-A803F8A47B3D}"/>
                  </a:ext>
                </a:extLst>
              </p:cNvPr>
              <p:cNvSpPr/>
              <p:nvPr/>
            </p:nvSpPr>
            <p:spPr>
              <a:xfrm>
                <a:off x="9285860" y="2270282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7" name="직사각형 546">
                <a:extLst>
                  <a:ext uri="{FF2B5EF4-FFF2-40B4-BE49-F238E27FC236}">
                    <a16:creationId xmlns:a16="http://schemas.microsoft.com/office/drawing/2014/main" id="{927E6EB7-1FB9-D845-51F7-A803F8A47B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860" y="2270282"/>
                <a:ext cx="440958" cy="268835"/>
              </a:xfrm>
              <a:prstGeom prst="rect">
                <a:avLst/>
              </a:prstGeom>
              <a:blipFill>
                <a:blip r:embed="rId39"/>
                <a:stretch>
                  <a:fillRect l="-29730" t="-30435" r="-2703" b="-1739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9" name="직사각형 548">
                <a:extLst>
                  <a:ext uri="{FF2B5EF4-FFF2-40B4-BE49-F238E27FC236}">
                    <a16:creationId xmlns:a16="http://schemas.microsoft.com/office/drawing/2014/main" id="{8DDDD918-6E35-3C97-8DC8-6CF9BF803845}"/>
                  </a:ext>
                </a:extLst>
              </p:cNvPr>
              <p:cNvSpPr/>
              <p:nvPr/>
            </p:nvSpPr>
            <p:spPr>
              <a:xfrm>
                <a:off x="10917591" y="1734254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9" name="직사각형 548">
                <a:extLst>
                  <a:ext uri="{FF2B5EF4-FFF2-40B4-BE49-F238E27FC236}">
                    <a16:creationId xmlns:a16="http://schemas.microsoft.com/office/drawing/2014/main" id="{8DDDD918-6E35-3C97-8DC8-6CF9BF8038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7591" y="1734254"/>
                <a:ext cx="440958" cy="268835"/>
              </a:xfrm>
              <a:prstGeom prst="rect">
                <a:avLst/>
              </a:prstGeom>
              <a:blipFill>
                <a:blip r:embed="rId40"/>
                <a:stretch>
                  <a:fillRect l="-33333" t="-25000" r="-5556" b="-12500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0" name="직사각형 549">
                <a:extLst>
                  <a:ext uri="{FF2B5EF4-FFF2-40B4-BE49-F238E27FC236}">
                    <a16:creationId xmlns:a16="http://schemas.microsoft.com/office/drawing/2014/main" id="{A80CAF02-EA63-3C16-C8B4-7D11842B90FE}"/>
                  </a:ext>
                </a:extLst>
              </p:cNvPr>
              <p:cNvSpPr/>
              <p:nvPr/>
            </p:nvSpPr>
            <p:spPr>
              <a:xfrm>
                <a:off x="10917591" y="2002268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0" name="직사각형 549">
                <a:extLst>
                  <a:ext uri="{FF2B5EF4-FFF2-40B4-BE49-F238E27FC236}">
                    <a16:creationId xmlns:a16="http://schemas.microsoft.com/office/drawing/2014/main" id="{A80CAF02-EA63-3C16-C8B4-7D11842B90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7591" y="2002268"/>
                <a:ext cx="440958" cy="268835"/>
              </a:xfrm>
              <a:prstGeom prst="rect">
                <a:avLst/>
              </a:prstGeom>
              <a:blipFill>
                <a:blip r:embed="rId41"/>
                <a:stretch>
                  <a:fillRect l="-33333" t="-25000" r="-5556" b="-12500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1" name="직사각형 550">
                <a:extLst>
                  <a:ext uri="{FF2B5EF4-FFF2-40B4-BE49-F238E27FC236}">
                    <a16:creationId xmlns:a16="http://schemas.microsoft.com/office/drawing/2014/main" id="{F7D3ABD0-03B6-FFD0-DE0B-916E33BE52C4}"/>
                  </a:ext>
                </a:extLst>
              </p:cNvPr>
              <p:cNvSpPr/>
              <p:nvPr/>
            </p:nvSpPr>
            <p:spPr>
              <a:xfrm>
                <a:off x="10917591" y="2270282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1" name="직사각형 550">
                <a:extLst>
                  <a:ext uri="{FF2B5EF4-FFF2-40B4-BE49-F238E27FC236}">
                    <a16:creationId xmlns:a16="http://schemas.microsoft.com/office/drawing/2014/main" id="{F7D3ABD0-03B6-FFD0-DE0B-916E33BE52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7591" y="2270282"/>
                <a:ext cx="440958" cy="268835"/>
              </a:xfrm>
              <a:prstGeom prst="rect">
                <a:avLst/>
              </a:prstGeom>
              <a:blipFill>
                <a:blip r:embed="rId42"/>
                <a:stretch>
                  <a:fillRect l="-33333" t="-30435" r="-5556" b="-1739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4" name="직선 화살표 연결선 553">
            <a:extLst>
              <a:ext uri="{FF2B5EF4-FFF2-40B4-BE49-F238E27FC236}">
                <a16:creationId xmlns:a16="http://schemas.microsoft.com/office/drawing/2014/main" id="{FD0C73F3-B7FA-237D-EA5A-24C51561F27D}"/>
              </a:ext>
            </a:extLst>
          </p:cNvPr>
          <p:cNvCxnSpPr>
            <a:cxnSpLocks/>
            <a:stCxn id="551" idx="2"/>
            <a:endCxn id="490" idx="0"/>
          </p:cNvCxnSpPr>
          <p:nvPr/>
        </p:nvCxnSpPr>
        <p:spPr>
          <a:xfrm flipH="1">
            <a:off x="9992297" y="2539117"/>
            <a:ext cx="1145773" cy="48612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직선 화살표 연결선 558">
            <a:extLst>
              <a:ext uri="{FF2B5EF4-FFF2-40B4-BE49-F238E27FC236}">
                <a16:creationId xmlns:a16="http://schemas.microsoft.com/office/drawing/2014/main" id="{1958DE0B-563F-5F79-3228-5CBEE1422274}"/>
              </a:ext>
            </a:extLst>
          </p:cNvPr>
          <p:cNvCxnSpPr>
            <a:cxnSpLocks/>
            <a:stCxn id="551" idx="2"/>
            <a:endCxn id="486" idx="0"/>
          </p:cNvCxnSpPr>
          <p:nvPr/>
        </p:nvCxnSpPr>
        <p:spPr>
          <a:xfrm flipH="1">
            <a:off x="8355799" y="2539117"/>
            <a:ext cx="2782271" cy="48612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직선 화살표 연결선 561">
            <a:extLst>
              <a:ext uri="{FF2B5EF4-FFF2-40B4-BE49-F238E27FC236}">
                <a16:creationId xmlns:a16="http://schemas.microsoft.com/office/drawing/2014/main" id="{4FFD7BF4-7622-5F53-C22C-C1C0828831AB}"/>
              </a:ext>
            </a:extLst>
          </p:cNvPr>
          <p:cNvCxnSpPr>
            <a:cxnSpLocks/>
            <a:stCxn id="547" idx="2"/>
            <a:endCxn id="489" idx="0"/>
          </p:cNvCxnSpPr>
          <p:nvPr/>
        </p:nvCxnSpPr>
        <p:spPr>
          <a:xfrm flipH="1">
            <a:off x="9503224" y="2539117"/>
            <a:ext cx="3115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직선 화살표 연결선 564">
            <a:extLst>
              <a:ext uri="{FF2B5EF4-FFF2-40B4-BE49-F238E27FC236}">
                <a16:creationId xmlns:a16="http://schemas.microsoft.com/office/drawing/2014/main" id="{73BC3B63-1899-8F66-2D96-4169E6DC15AA}"/>
              </a:ext>
            </a:extLst>
          </p:cNvPr>
          <p:cNvCxnSpPr>
            <a:cxnSpLocks/>
            <a:stCxn id="547" idx="2"/>
            <a:endCxn id="493" idx="0"/>
          </p:cNvCxnSpPr>
          <p:nvPr/>
        </p:nvCxnSpPr>
        <p:spPr>
          <a:xfrm>
            <a:off x="9506339" y="2539117"/>
            <a:ext cx="1633384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직선 화살표 연결선 567">
            <a:extLst>
              <a:ext uri="{FF2B5EF4-FFF2-40B4-BE49-F238E27FC236}">
                <a16:creationId xmlns:a16="http://schemas.microsoft.com/office/drawing/2014/main" id="{9DBD503A-482D-5E86-93F7-1722304005DA}"/>
              </a:ext>
            </a:extLst>
          </p:cNvPr>
          <p:cNvCxnSpPr>
            <a:cxnSpLocks/>
            <a:stCxn id="547" idx="2"/>
            <a:endCxn id="485" idx="0"/>
          </p:cNvCxnSpPr>
          <p:nvPr/>
        </p:nvCxnSpPr>
        <p:spPr>
          <a:xfrm flipH="1">
            <a:off x="7866726" y="2539117"/>
            <a:ext cx="1639613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직선 화살표 연결선 570">
            <a:extLst>
              <a:ext uri="{FF2B5EF4-FFF2-40B4-BE49-F238E27FC236}">
                <a16:creationId xmlns:a16="http://schemas.microsoft.com/office/drawing/2014/main" id="{0C7A7DDB-659D-EED6-74F6-6385DD607C59}"/>
              </a:ext>
            </a:extLst>
          </p:cNvPr>
          <p:cNvCxnSpPr>
            <a:cxnSpLocks/>
            <a:stCxn id="518" idx="2"/>
            <a:endCxn id="484" idx="0"/>
          </p:cNvCxnSpPr>
          <p:nvPr/>
        </p:nvCxnSpPr>
        <p:spPr>
          <a:xfrm flipH="1">
            <a:off x="7377653" y="2539117"/>
            <a:ext cx="489073" cy="48612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직선 화살표 연결선 573">
            <a:extLst>
              <a:ext uri="{FF2B5EF4-FFF2-40B4-BE49-F238E27FC236}">
                <a16:creationId xmlns:a16="http://schemas.microsoft.com/office/drawing/2014/main" id="{9F6A85BA-6268-5AF4-327B-133B026F5CFD}"/>
              </a:ext>
            </a:extLst>
          </p:cNvPr>
          <p:cNvCxnSpPr>
            <a:cxnSpLocks/>
            <a:stCxn id="518" idx="2"/>
            <a:endCxn id="488" idx="0"/>
          </p:cNvCxnSpPr>
          <p:nvPr/>
        </p:nvCxnSpPr>
        <p:spPr>
          <a:xfrm>
            <a:off x="7866726" y="2539117"/>
            <a:ext cx="1147425" cy="48612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직선 화살표 연결선 576">
            <a:extLst>
              <a:ext uri="{FF2B5EF4-FFF2-40B4-BE49-F238E27FC236}">
                <a16:creationId xmlns:a16="http://schemas.microsoft.com/office/drawing/2014/main" id="{97D40CFE-D024-BE46-8EE1-A3BFDBB2EB28}"/>
              </a:ext>
            </a:extLst>
          </p:cNvPr>
          <p:cNvCxnSpPr>
            <a:cxnSpLocks/>
            <a:stCxn id="518" idx="2"/>
            <a:endCxn id="492" idx="0"/>
          </p:cNvCxnSpPr>
          <p:nvPr/>
        </p:nvCxnSpPr>
        <p:spPr>
          <a:xfrm>
            <a:off x="7866726" y="2539117"/>
            <a:ext cx="2783924" cy="48612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직선 화살표 연결선 579">
            <a:extLst>
              <a:ext uri="{FF2B5EF4-FFF2-40B4-BE49-F238E27FC236}">
                <a16:creationId xmlns:a16="http://schemas.microsoft.com/office/drawing/2014/main" id="{CE904E50-79D6-A898-A317-F9357CB73362}"/>
              </a:ext>
            </a:extLst>
          </p:cNvPr>
          <p:cNvCxnSpPr>
            <a:cxnSpLocks/>
            <a:stCxn id="507" idx="0"/>
            <a:endCxn id="478" idx="2"/>
          </p:cNvCxnSpPr>
          <p:nvPr/>
        </p:nvCxnSpPr>
        <p:spPr>
          <a:xfrm flipV="1">
            <a:off x="11138072" y="5351972"/>
            <a:ext cx="490724" cy="48612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5983944-2A57-29E2-83EB-11465C417E0C}"/>
              </a:ext>
            </a:extLst>
          </p:cNvPr>
          <p:cNvSpPr txBox="1"/>
          <p:nvPr/>
        </p:nvSpPr>
        <p:spPr>
          <a:xfrm>
            <a:off x="6813816" y="543648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dirty="0"/>
              <a:t>split</a:t>
            </a:r>
            <a:endParaRPr kumimoji="1" lang="ko-KR" alt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9689A0-5938-33EA-76A1-EDC34D02BAAE}"/>
              </a:ext>
            </a:extLst>
          </p:cNvPr>
          <p:cNvSpPr txBox="1"/>
          <p:nvPr/>
        </p:nvSpPr>
        <p:spPr>
          <a:xfrm>
            <a:off x="6679165" y="2527742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800" dirty="0" err="1"/>
              <a:t>concat</a:t>
            </a:r>
            <a:endParaRPr kumimoji="1" lang="ko-KR" alt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925B86-40F8-E13E-1CD6-49B293477FD5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3085138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7D7E5-E311-A795-24DB-6A287BBDA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2C360-3F1E-53F5-47FC-924008C54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i="1" dirty="0"/>
              <a:t>Multi-head </a:t>
            </a:r>
            <a:r>
              <a:rPr kumimoji="1" lang="en-US" altLang="ko-KR" dirty="0"/>
              <a:t>Self-Attention Layer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E8BFEC-63D3-762B-BEA5-321571ACC9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108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723751-15BC-3283-1026-523E9BD9805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406E728-3E01-E94D-427B-939A8C5D5F00}"/>
                  </a:ext>
                </a:extLst>
              </p:cNvPr>
              <p:cNvSpPr txBox="1"/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800" b="1" u="sng" dirty="0"/>
                  <a:t>Inputs:</a:t>
                </a:r>
              </a:p>
              <a:p>
                <a:r>
                  <a:rPr kumimoji="1" lang="en-US" altLang="ko-KR" sz="1800" b="1" dirty="0"/>
                  <a:t>Input vectors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Similarity function</a:t>
                </a:r>
                <a:r>
                  <a:rPr kumimoji="1" lang="en-US" altLang="ko-KR" sz="1800" dirty="0"/>
                  <a:t>: scaled dot product</a:t>
                </a:r>
              </a:p>
              <a:p>
                <a:r>
                  <a:rPr kumimoji="1" lang="en-US" altLang="ko-KR" sz="1800" b="1" dirty="0"/>
                  <a:t>Key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Value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Query matrix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13392D-C0A9-A63F-E8F9-D1C61C235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1039627"/>
                <a:ext cx="4211409" cy="1793440"/>
              </a:xfrm>
              <a:prstGeom prst="rect">
                <a:avLst/>
              </a:prstGeom>
              <a:blipFill>
                <a:blip r:embed="rId3"/>
                <a:stretch>
                  <a:fillRect l="-1506" t="-2113" r="-301"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389366-CFA2-4C08-3EF9-4FA8F2FE0A21}"/>
                  </a:ext>
                </a:extLst>
              </p:cNvPr>
              <p:cNvSpPr txBox="1"/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r>
                  <a:rPr kumimoji="1" lang="en-US" altLang="ko-KR" sz="1800" b="1" u="sng" dirty="0"/>
                  <a:t>Computation:</a:t>
                </a:r>
              </a:p>
              <a:p>
                <a:r>
                  <a:rPr kumimoji="1" lang="en-US" altLang="ko-KR" sz="1800" b="1" dirty="0"/>
                  <a:t>Query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Key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Value vectors: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dirty="0"/>
                  <a:t>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  <a:endParaRPr kumimoji="1" lang="en-US" altLang="ko-KR" sz="1800" b="1" dirty="0"/>
              </a:p>
              <a:p>
                <a:r>
                  <a:rPr kumimoji="1" lang="en-US" altLang="ko-KR" sz="1800" b="1" dirty="0"/>
                  <a:t>Similarities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1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kumimoji="1" lang="en-US" altLang="ko-KR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rad>
                  </m:oMath>
                </a14:m>
                <a:endParaRPr kumimoji="1" lang="en-US" altLang="ko-KR" sz="1800" dirty="0"/>
              </a:p>
              <a:p>
                <a:r>
                  <a:rPr kumimoji="1" lang="en-US" altLang="ko-KR" sz="1800" b="1" dirty="0"/>
                  <a:t>Attention weights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</a:t>
                </a:r>
              </a:p>
              <a:p>
                <a:r>
                  <a:rPr kumimoji="1" lang="en-US" altLang="ko-KR" sz="1800" b="1" dirty="0"/>
                  <a:t>Output vector</a:t>
                </a:r>
                <a:r>
                  <a:rPr kumimoji="1" lang="en-US" altLang="ko-KR" sz="1800" dirty="0"/>
                  <a:t>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r>
                  <a:rPr kumimoji="1" lang="en-US" altLang="ko-KR" sz="1800" dirty="0"/>
                  <a:t> (shape: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en-US" altLang="ko-KR" sz="18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ko-KR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252C58-C380-E4D1-8C17-490218D5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3700993"/>
                <a:ext cx="6436121" cy="2179956"/>
              </a:xfrm>
              <a:prstGeom prst="rect">
                <a:avLst/>
              </a:prstGeom>
              <a:blipFill>
                <a:blip r:embed="rId4"/>
                <a:stretch>
                  <a:fillRect l="-986" t="-578" b="-2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277B0B-A97B-4A6E-85B0-E4DBADC1AB9F}"/>
                  </a:ext>
                </a:extLst>
              </p:cNvPr>
              <p:cNvSpPr txBox="1"/>
              <p:nvPr/>
            </p:nvSpPr>
            <p:spPr>
              <a:xfrm>
                <a:off x="4325275" y="1052188"/>
                <a:ext cx="271378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sz="1600" dirty="0">
                    <a:solidFill>
                      <a:srgbClr val="C00000"/>
                    </a:solidFill>
                  </a:rPr>
                  <a:t>Use</a:t>
                </a:r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:r>
                  <a:rPr kumimoji="1" lang="en-US" altLang="ko-KR" sz="1600" dirty="0">
                    <a:solidFill>
                      <a:srgbClr val="C00000"/>
                    </a:solidFill>
                  </a:rPr>
                  <a:t>independent</a:t>
                </a:r>
                <a:r>
                  <a:rPr kumimoji="1" lang="ko-KR" altLang="en-US" sz="1600" dirty="0">
                    <a:solidFill>
                      <a:srgbClr val="C00000"/>
                    </a:solidFill>
                  </a:rPr>
                  <a:t> </a:t>
                </a:r>
                <a:r>
                  <a:rPr kumimoji="1" lang="en-US" altLang="ko-KR" sz="1600" b="1" i="1" dirty="0">
                    <a:solidFill>
                      <a:srgbClr val="C00000"/>
                    </a:solidFill>
                  </a:rPr>
                  <a:t>attention heads </a:t>
                </a:r>
                <a:r>
                  <a:rPr kumimoji="1" lang="en-US" altLang="ko-KR" sz="1600" dirty="0">
                    <a:solidFill>
                      <a:srgbClr val="C00000"/>
                    </a:solidFill>
                  </a:rPr>
                  <a:t>in parallel.</a:t>
                </a:r>
                <a:endParaRPr kumimoji="1" lang="ko-KR" alt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277B0B-A97B-4A6E-85B0-E4DBADC1A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275" y="1052188"/>
                <a:ext cx="2713786" cy="584775"/>
              </a:xfrm>
              <a:prstGeom prst="rect">
                <a:avLst/>
              </a:prstGeom>
              <a:blipFill>
                <a:blip r:embed="rId5"/>
                <a:stretch>
                  <a:fillRect l="-1395" t="-4255" b="-127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0" name="그룹 499">
            <a:extLst>
              <a:ext uri="{FF2B5EF4-FFF2-40B4-BE49-F238E27FC236}">
                <a16:creationId xmlns:a16="http://schemas.microsoft.com/office/drawing/2014/main" id="{DF502127-41C1-02EC-E4A8-1B813A7F4E50}"/>
              </a:ext>
            </a:extLst>
          </p:cNvPr>
          <p:cNvGrpSpPr/>
          <p:nvPr/>
        </p:nvGrpSpPr>
        <p:grpSpPr>
          <a:xfrm>
            <a:off x="7157174" y="5083137"/>
            <a:ext cx="1419104" cy="268835"/>
            <a:chOff x="7157174" y="4918221"/>
            <a:chExt cx="1419104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68F56C1B-D1C4-B01E-EF55-D9262BA19C65}"/>
                    </a:ext>
                  </a:extLst>
                </p:cNvPr>
                <p:cNvSpPr/>
                <p:nvPr/>
              </p:nvSpPr>
              <p:spPr>
                <a:xfrm>
                  <a:off x="7157174" y="49182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68F56C1B-D1C4-B01E-EF55-D9262BA19C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7174" y="4918221"/>
                  <a:ext cx="440958" cy="268835"/>
                </a:xfrm>
                <a:prstGeom prst="rect">
                  <a:avLst/>
                </a:prstGeom>
                <a:blipFill>
                  <a:blip r:embed="rId6"/>
                  <a:stretch>
                    <a:fillRect l="-33333" t="-26087" r="-2778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E8345893-2E3A-A4D6-72A0-739A43EA6EC0}"/>
                    </a:ext>
                  </a:extLst>
                </p:cNvPr>
                <p:cNvSpPr/>
                <p:nvPr/>
              </p:nvSpPr>
              <p:spPr>
                <a:xfrm>
                  <a:off x="7646247" y="49182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E8345893-2E3A-A4D6-72A0-739A43EA6E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4918221"/>
                  <a:ext cx="440958" cy="268835"/>
                </a:xfrm>
                <a:prstGeom prst="rect">
                  <a:avLst/>
                </a:prstGeom>
                <a:blipFill>
                  <a:blip r:embed="rId7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835C4E85-60A9-CBDA-48F9-8636E8F2D4C4}"/>
                    </a:ext>
                  </a:extLst>
                </p:cNvPr>
                <p:cNvSpPr/>
                <p:nvPr/>
              </p:nvSpPr>
              <p:spPr>
                <a:xfrm>
                  <a:off x="8135320" y="49182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835C4E85-60A9-CBDA-48F9-8636E8F2D4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5320" y="4918221"/>
                  <a:ext cx="440958" cy="268835"/>
                </a:xfrm>
                <a:prstGeom prst="rect">
                  <a:avLst/>
                </a:prstGeom>
                <a:blipFill>
                  <a:blip r:embed="rId8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67" name="그림 466">
            <a:extLst>
              <a:ext uri="{FF2B5EF4-FFF2-40B4-BE49-F238E27FC236}">
                <a16:creationId xmlns:a16="http://schemas.microsoft.com/office/drawing/2014/main" id="{802B5081-4F36-0EDE-9F48-CFB647CC38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1742" y="3380730"/>
            <a:ext cx="949968" cy="1588346"/>
          </a:xfrm>
          <a:prstGeom prst="rect">
            <a:avLst/>
          </a:prstGeom>
        </p:spPr>
      </p:pic>
      <p:pic>
        <p:nvPicPr>
          <p:cNvPr id="468" name="그림 467">
            <a:extLst>
              <a:ext uri="{FF2B5EF4-FFF2-40B4-BE49-F238E27FC236}">
                <a16:creationId xmlns:a16="http://schemas.microsoft.com/office/drawing/2014/main" id="{10F304FF-DF16-DEBD-2509-E862EA3117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6894" y="3380730"/>
            <a:ext cx="949968" cy="1588346"/>
          </a:xfrm>
          <a:prstGeom prst="rect">
            <a:avLst/>
          </a:prstGeom>
        </p:spPr>
      </p:pic>
      <p:grpSp>
        <p:nvGrpSpPr>
          <p:cNvPr id="471" name="그룹 470">
            <a:extLst>
              <a:ext uri="{FF2B5EF4-FFF2-40B4-BE49-F238E27FC236}">
                <a16:creationId xmlns:a16="http://schemas.microsoft.com/office/drawing/2014/main" id="{83AE85D3-757D-2F60-C0AB-1E016E225359}"/>
              </a:ext>
            </a:extLst>
          </p:cNvPr>
          <p:cNvGrpSpPr/>
          <p:nvPr/>
        </p:nvGrpSpPr>
        <p:grpSpPr>
          <a:xfrm>
            <a:off x="8793672" y="5083137"/>
            <a:ext cx="1419104" cy="268835"/>
            <a:chOff x="7527689" y="4742401"/>
            <a:chExt cx="1419104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2" name="직사각형 471">
                  <a:extLst>
                    <a:ext uri="{FF2B5EF4-FFF2-40B4-BE49-F238E27FC236}">
                      <a16:creationId xmlns:a16="http://schemas.microsoft.com/office/drawing/2014/main" id="{A5C03DF0-AA35-105B-A6C8-0BA814587EB9}"/>
                    </a:ext>
                  </a:extLst>
                </p:cNvPr>
                <p:cNvSpPr/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2" name="직사각형 471">
                  <a:extLst>
                    <a:ext uri="{FF2B5EF4-FFF2-40B4-BE49-F238E27FC236}">
                      <a16:creationId xmlns:a16="http://schemas.microsoft.com/office/drawing/2014/main" id="{A5C03DF0-AA35-105B-A6C8-0BA814587E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blipFill>
                  <a:blip r:embed="rId10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3" name="직사각형 472">
                  <a:extLst>
                    <a:ext uri="{FF2B5EF4-FFF2-40B4-BE49-F238E27FC236}">
                      <a16:creationId xmlns:a16="http://schemas.microsoft.com/office/drawing/2014/main" id="{F2DDA405-1EFF-BDDA-46B9-908FA98900C6}"/>
                    </a:ext>
                  </a:extLst>
                </p:cNvPr>
                <p:cNvSpPr/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3" name="직사각형 472">
                  <a:extLst>
                    <a:ext uri="{FF2B5EF4-FFF2-40B4-BE49-F238E27FC236}">
                      <a16:creationId xmlns:a16="http://schemas.microsoft.com/office/drawing/2014/main" id="{F2DDA405-1EFF-BDDA-46B9-908FA98900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blipFill>
                  <a:blip r:embed="rId11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4" name="직사각형 473">
                  <a:extLst>
                    <a:ext uri="{FF2B5EF4-FFF2-40B4-BE49-F238E27FC236}">
                      <a16:creationId xmlns:a16="http://schemas.microsoft.com/office/drawing/2014/main" id="{EA2F5A07-ABB6-0B20-02B7-F8F68DEDCD58}"/>
                    </a:ext>
                  </a:extLst>
                </p:cNvPr>
                <p:cNvSpPr/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4" name="직사각형 473">
                  <a:extLst>
                    <a:ext uri="{FF2B5EF4-FFF2-40B4-BE49-F238E27FC236}">
                      <a16:creationId xmlns:a16="http://schemas.microsoft.com/office/drawing/2014/main" id="{EA2F5A07-ABB6-0B20-02B7-F8F68DEDCD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blipFill>
                  <a:blip r:embed="rId12"/>
                  <a:stretch>
                    <a:fillRect l="-32432" t="-26087" r="-5405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69" name="그림 468">
            <a:extLst>
              <a:ext uri="{FF2B5EF4-FFF2-40B4-BE49-F238E27FC236}">
                <a16:creationId xmlns:a16="http://schemas.microsoft.com/office/drawing/2014/main" id="{5C7D9D7E-7641-F587-B593-3FC53F930D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3393" y="3380730"/>
            <a:ext cx="949968" cy="1588346"/>
          </a:xfrm>
          <a:prstGeom prst="rect">
            <a:avLst/>
          </a:prstGeom>
        </p:spPr>
      </p:pic>
      <p:grpSp>
        <p:nvGrpSpPr>
          <p:cNvPr id="475" name="그룹 474">
            <a:extLst>
              <a:ext uri="{FF2B5EF4-FFF2-40B4-BE49-F238E27FC236}">
                <a16:creationId xmlns:a16="http://schemas.microsoft.com/office/drawing/2014/main" id="{8C7BFA7D-270D-F0EA-AA7E-B05BEE57EB11}"/>
              </a:ext>
            </a:extLst>
          </p:cNvPr>
          <p:cNvGrpSpPr/>
          <p:nvPr/>
        </p:nvGrpSpPr>
        <p:grpSpPr>
          <a:xfrm>
            <a:off x="10430171" y="5083137"/>
            <a:ext cx="1419104" cy="268835"/>
            <a:chOff x="7527689" y="4742401"/>
            <a:chExt cx="1419104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6" name="직사각형 475">
                  <a:extLst>
                    <a:ext uri="{FF2B5EF4-FFF2-40B4-BE49-F238E27FC236}">
                      <a16:creationId xmlns:a16="http://schemas.microsoft.com/office/drawing/2014/main" id="{6D51C797-DD8E-2BB2-9C9E-3B333B0A793A}"/>
                    </a:ext>
                  </a:extLst>
                </p:cNvPr>
                <p:cNvSpPr/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6" name="직사각형 475">
                  <a:extLst>
                    <a:ext uri="{FF2B5EF4-FFF2-40B4-BE49-F238E27FC236}">
                      <a16:creationId xmlns:a16="http://schemas.microsoft.com/office/drawing/2014/main" id="{6D51C797-DD8E-2BB2-9C9E-3B333B0A79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blipFill>
                  <a:blip r:embed="rId13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7" name="직사각형 476">
                  <a:extLst>
                    <a:ext uri="{FF2B5EF4-FFF2-40B4-BE49-F238E27FC236}">
                      <a16:creationId xmlns:a16="http://schemas.microsoft.com/office/drawing/2014/main" id="{FB4B3CC9-4F2A-789B-17FD-4FE3E0A8F621}"/>
                    </a:ext>
                  </a:extLst>
                </p:cNvPr>
                <p:cNvSpPr/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7" name="직사각형 476">
                  <a:extLst>
                    <a:ext uri="{FF2B5EF4-FFF2-40B4-BE49-F238E27FC236}">
                      <a16:creationId xmlns:a16="http://schemas.microsoft.com/office/drawing/2014/main" id="{FB4B3CC9-4F2A-789B-17FD-4FE3E0A8F6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blipFill>
                  <a:blip r:embed="rId14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8" name="직사각형 477">
                  <a:extLst>
                    <a:ext uri="{FF2B5EF4-FFF2-40B4-BE49-F238E27FC236}">
                      <a16:creationId xmlns:a16="http://schemas.microsoft.com/office/drawing/2014/main" id="{97E2EF6E-05CD-B4CB-1E31-8054DEAA8D42}"/>
                    </a:ext>
                  </a:extLst>
                </p:cNvPr>
                <p:cNvSpPr/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8" name="직사각형 477">
                  <a:extLst>
                    <a:ext uri="{FF2B5EF4-FFF2-40B4-BE49-F238E27FC236}">
                      <a16:creationId xmlns:a16="http://schemas.microsoft.com/office/drawing/2014/main" id="{97E2EF6E-05CD-B4CB-1E31-8054DEAA8D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blipFill>
                  <a:blip r:embed="rId15"/>
                  <a:stretch>
                    <a:fillRect l="-32432" t="-26087" r="-5405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3F83B0E0-E384-2C26-48C4-E3585488B2F8}"/>
                  </a:ext>
                </a:extLst>
              </p:cNvPr>
              <p:cNvSpPr/>
              <p:nvPr/>
            </p:nvSpPr>
            <p:spPr>
              <a:xfrm>
                <a:off x="7157174" y="3025239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3F83B0E0-E384-2C26-48C4-E3585488B2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174" y="3025239"/>
                <a:ext cx="440958" cy="268835"/>
              </a:xfrm>
              <a:prstGeom prst="rect">
                <a:avLst/>
              </a:prstGeom>
              <a:blipFill>
                <a:blip r:embed="rId16"/>
                <a:stretch>
                  <a:fillRect l="-30556" t="-26087" r="-2778" b="-1739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5" name="직사각형 484">
                <a:extLst>
                  <a:ext uri="{FF2B5EF4-FFF2-40B4-BE49-F238E27FC236}">
                    <a16:creationId xmlns:a16="http://schemas.microsoft.com/office/drawing/2014/main" id="{243A436C-5589-2B1E-03A5-37819C51518A}"/>
                  </a:ext>
                </a:extLst>
              </p:cNvPr>
              <p:cNvSpPr/>
              <p:nvPr/>
            </p:nvSpPr>
            <p:spPr>
              <a:xfrm>
                <a:off x="7646247" y="3025239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85" name="직사각형 484">
                <a:extLst>
                  <a:ext uri="{FF2B5EF4-FFF2-40B4-BE49-F238E27FC236}">
                    <a16:creationId xmlns:a16="http://schemas.microsoft.com/office/drawing/2014/main" id="{243A436C-5589-2B1E-03A5-37819C5151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247" y="3025239"/>
                <a:ext cx="440958" cy="268835"/>
              </a:xfrm>
              <a:prstGeom prst="rect">
                <a:avLst/>
              </a:prstGeom>
              <a:blipFill>
                <a:blip r:embed="rId17"/>
                <a:stretch>
                  <a:fillRect l="-29730" t="-26087" r="-2703" b="-1739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6" name="직사각형 485">
                <a:extLst>
                  <a:ext uri="{FF2B5EF4-FFF2-40B4-BE49-F238E27FC236}">
                    <a16:creationId xmlns:a16="http://schemas.microsoft.com/office/drawing/2014/main" id="{AF3AD205-7C0E-F70F-49D2-DD9BB80B8950}"/>
                  </a:ext>
                </a:extLst>
              </p:cNvPr>
              <p:cNvSpPr/>
              <p:nvPr/>
            </p:nvSpPr>
            <p:spPr>
              <a:xfrm>
                <a:off x="8135320" y="3025239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86" name="직사각형 485">
                <a:extLst>
                  <a:ext uri="{FF2B5EF4-FFF2-40B4-BE49-F238E27FC236}">
                    <a16:creationId xmlns:a16="http://schemas.microsoft.com/office/drawing/2014/main" id="{AF3AD205-7C0E-F70F-49D2-DD9BB80B89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320" y="3025239"/>
                <a:ext cx="440958" cy="268835"/>
              </a:xfrm>
              <a:prstGeom prst="rect">
                <a:avLst/>
              </a:prstGeom>
              <a:blipFill>
                <a:blip r:embed="rId18"/>
                <a:stretch>
                  <a:fillRect l="-33333" t="-26087" r="-5556" b="-1739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7" name="그룹 486">
            <a:extLst>
              <a:ext uri="{FF2B5EF4-FFF2-40B4-BE49-F238E27FC236}">
                <a16:creationId xmlns:a16="http://schemas.microsoft.com/office/drawing/2014/main" id="{F0A3E0C5-3167-CA7A-8974-75154CF739E3}"/>
              </a:ext>
            </a:extLst>
          </p:cNvPr>
          <p:cNvGrpSpPr/>
          <p:nvPr/>
        </p:nvGrpSpPr>
        <p:grpSpPr>
          <a:xfrm>
            <a:off x="8793672" y="3025239"/>
            <a:ext cx="1419104" cy="268835"/>
            <a:chOff x="7527689" y="4742401"/>
            <a:chExt cx="1419104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8" name="직사각형 487">
                  <a:extLst>
                    <a:ext uri="{FF2B5EF4-FFF2-40B4-BE49-F238E27FC236}">
                      <a16:creationId xmlns:a16="http://schemas.microsoft.com/office/drawing/2014/main" id="{B12AF0EE-A902-8D1B-6CE6-1B0F91CF8A81}"/>
                    </a:ext>
                  </a:extLst>
                </p:cNvPr>
                <p:cNvSpPr/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solidFill>
                  <a:srgbClr val="FFF3CC"/>
                </a:solidFill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88" name="직사각형 487">
                  <a:extLst>
                    <a:ext uri="{FF2B5EF4-FFF2-40B4-BE49-F238E27FC236}">
                      <a16:creationId xmlns:a16="http://schemas.microsoft.com/office/drawing/2014/main" id="{B12AF0EE-A902-8D1B-6CE6-1B0F91CF8A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blipFill>
                  <a:blip r:embed="rId19"/>
                  <a:stretch>
                    <a:fillRect l="-30556" t="-26087" r="-5556" b="-17391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9" name="직사각형 488">
                  <a:extLst>
                    <a:ext uri="{FF2B5EF4-FFF2-40B4-BE49-F238E27FC236}">
                      <a16:creationId xmlns:a16="http://schemas.microsoft.com/office/drawing/2014/main" id="{4E573109-8201-429A-9FB6-D9CA7EF444AF}"/>
                    </a:ext>
                  </a:extLst>
                </p:cNvPr>
                <p:cNvSpPr/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solidFill>
                  <a:srgbClr val="FFF3CC"/>
                </a:solidFill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89" name="직사각형 488">
                  <a:extLst>
                    <a:ext uri="{FF2B5EF4-FFF2-40B4-BE49-F238E27FC236}">
                      <a16:creationId xmlns:a16="http://schemas.microsoft.com/office/drawing/2014/main" id="{4E573109-8201-429A-9FB6-D9CA7EF444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blipFill>
                  <a:blip r:embed="rId20"/>
                  <a:stretch>
                    <a:fillRect l="-29730" t="-26087" r="-2703" b="-17391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0" name="직사각형 489">
                  <a:extLst>
                    <a:ext uri="{FF2B5EF4-FFF2-40B4-BE49-F238E27FC236}">
                      <a16:creationId xmlns:a16="http://schemas.microsoft.com/office/drawing/2014/main" id="{89B4B47C-928C-AC32-090E-6DFAE7762717}"/>
                    </a:ext>
                  </a:extLst>
                </p:cNvPr>
                <p:cNvSpPr/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solidFill>
                  <a:srgbClr val="FFF3CC"/>
                </a:solidFill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</m:t>
                            </m:r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0" name="직사각형 489">
                  <a:extLst>
                    <a:ext uri="{FF2B5EF4-FFF2-40B4-BE49-F238E27FC236}">
                      <a16:creationId xmlns:a16="http://schemas.microsoft.com/office/drawing/2014/main" id="{89B4B47C-928C-AC32-090E-6DFAE77627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blipFill>
                  <a:blip r:embed="rId21"/>
                  <a:stretch>
                    <a:fillRect l="-29730" t="-26087" r="-2703" b="-17391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1" name="그룹 490">
            <a:extLst>
              <a:ext uri="{FF2B5EF4-FFF2-40B4-BE49-F238E27FC236}">
                <a16:creationId xmlns:a16="http://schemas.microsoft.com/office/drawing/2014/main" id="{47AD1E8F-B8AC-268D-161A-B84CEB460812}"/>
              </a:ext>
            </a:extLst>
          </p:cNvPr>
          <p:cNvGrpSpPr/>
          <p:nvPr/>
        </p:nvGrpSpPr>
        <p:grpSpPr>
          <a:xfrm>
            <a:off x="10430171" y="3025239"/>
            <a:ext cx="1419104" cy="268835"/>
            <a:chOff x="7527689" y="4742401"/>
            <a:chExt cx="1419104" cy="2688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2" name="직사각형 491">
                  <a:extLst>
                    <a:ext uri="{FF2B5EF4-FFF2-40B4-BE49-F238E27FC236}">
                      <a16:creationId xmlns:a16="http://schemas.microsoft.com/office/drawing/2014/main" id="{A7DC4FC7-0557-69BE-A4D4-4BF7099E9BA5}"/>
                    </a:ext>
                  </a:extLst>
                </p:cNvPr>
                <p:cNvSpPr/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solidFill>
                  <a:srgbClr val="FFF3CC"/>
                </a:solidFill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2" name="직사각형 491">
                  <a:extLst>
                    <a:ext uri="{FF2B5EF4-FFF2-40B4-BE49-F238E27FC236}">
                      <a16:creationId xmlns:a16="http://schemas.microsoft.com/office/drawing/2014/main" id="{A7DC4FC7-0557-69BE-A4D4-4BF7099E9B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7689" y="4742401"/>
                  <a:ext cx="440958" cy="268835"/>
                </a:xfrm>
                <a:prstGeom prst="rect">
                  <a:avLst/>
                </a:prstGeom>
                <a:blipFill>
                  <a:blip r:embed="rId22"/>
                  <a:stretch>
                    <a:fillRect l="-29730" t="-26087" r="-2703" b="-17391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3" name="직사각형 492">
                  <a:extLst>
                    <a:ext uri="{FF2B5EF4-FFF2-40B4-BE49-F238E27FC236}">
                      <a16:creationId xmlns:a16="http://schemas.microsoft.com/office/drawing/2014/main" id="{4132DF07-0EC2-282A-879A-D2C96CB98020}"/>
                    </a:ext>
                  </a:extLst>
                </p:cNvPr>
                <p:cNvSpPr/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solidFill>
                  <a:srgbClr val="FFF3CC"/>
                </a:solidFill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3" name="직사각형 492">
                  <a:extLst>
                    <a:ext uri="{FF2B5EF4-FFF2-40B4-BE49-F238E27FC236}">
                      <a16:creationId xmlns:a16="http://schemas.microsoft.com/office/drawing/2014/main" id="{4132DF07-0EC2-282A-879A-D2C96CB9802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762" y="4742401"/>
                  <a:ext cx="440958" cy="268835"/>
                </a:xfrm>
                <a:prstGeom prst="rect">
                  <a:avLst/>
                </a:prstGeom>
                <a:blipFill>
                  <a:blip r:embed="rId23"/>
                  <a:stretch>
                    <a:fillRect l="-29730" t="-26087" r="-2703" b="-17391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4" name="직사각형 493">
                  <a:extLst>
                    <a:ext uri="{FF2B5EF4-FFF2-40B4-BE49-F238E27FC236}">
                      <a16:creationId xmlns:a16="http://schemas.microsoft.com/office/drawing/2014/main" id="{227A521C-738D-D163-75B1-FC13767A3615}"/>
                    </a:ext>
                  </a:extLst>
                </p:cNvPr>
                <p:cNvSpPr/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solidFill>
                  <a:srgbClr val="FFF3CC"/>
                </a:solidFill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4" name="직사각형 493">
                  <a:extLst>
                    <a:ext uri="{FF2B5EF4-FFF2-40B4-BE49-F238E27FC236}">
                      <a16:creationId xmlns:a16="http://schemas.microsoft.com/office/drawing/2014/main" id="{227A521C-738D-D163-75B1-FC13767A36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5835" y="4742401"/>
                  <a:ext cx="440958" cy="268835"/>
                </a:xfrm>
                <a:prstGeom prst="rect">
                  <a:avLst/>
                </a:prstGeom>
                <a:blipFill>
                  <a:blip r:embed="rId24"/>
                  <a:stretch>
                    <a:fillRect l="-29730" t="-26087" r="-5405" b="-17391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1" name="그룹 500">
            <a:extLst>
              <a:ext uri="{FF2B5EF4-FFF2-40B4-BE49-F238E27FC236}">
                <a16:creationId xmlns:a16="http://schemas.microsoft.com/office/drawing/2014/main" id="{F15FB088-C56B-A033-8654-D84EEAB5143C}"/>
              </a:ext>
            </a:extLst>
          </p:cNvPr>
          <p:cNvGrpSpPr/>
          <p:nvPr/>
        </p:nvGrpSpPr>
        <p:grpSpPr>
          <a:xfrm>
            <a:off x="7646247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7" name="직사각형 496">
                  <a:extLst>
                    <a:ext uri="{FF2B5EF4-FFF2-40B4-BE49-F238E27FC236}">
                      <a16:creationId xmlns:a16="http://schemas.microsoft.com/office/drawing/2014/main" id="{725B4B55-B538-536C-0342-2C3067C0DBA6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7" name="직사각형 496">
                  <a:extLst>
                    <a:ext uri="{FF2B5EF4-FFF2-40B4-BE49-F238E27FC236}">
                      <a16:creationId xmlns:a16="http://schemas.microsoft.com/office/drawing/2014/main" id="{725B4B55-B538-536C-0342-2C3067C0DB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25"/>
                  <a:stretch>
                    <a:fillRect l="-32432" t="-26087" r="-2703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직사각형 497">
                  <a:extLst>
                    <a:ext uri="{FF2B5EF4-FFF2-40B4-BE49-F238E27FC236}">
                      <a16:creationId xmlns:a16="http://schemas.microsoft.com/office/drawing/2014/main" id="{0733639D-D718-F87A-F38B-F32A6574632F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8" name="직사각형 497">
                  <a:extLst>
                    <a:ext uri="{FF2B5EF4-FFF2-40B4-BE49-F238E27FC236}">
                      <a16:creationId xmlns:a16="http://schemas.microsoft.com/office/drawing/2014/main" id="{0733639D-D718-F87A-F38B-F32A657463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26"/>
                  <a:stretch>
                    <a:fillRect l="-32432" t="-26087" r="-2703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직사각형 498">
                  <a:extLst>
                    <a:ext uri="{FF2B5EF4-FFF2-40B4-BE49-F238E27FC236}">
                      <a16:creationId xmlns:a16="http://schemas.microsoft.com/office/drawing/2014/main" id="{F49EA51E-0545-5FE7-CF8F-78005740742A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9" name="직사각형 498">
                  <a:extLst>
                    <a:ext uri="{FF2B5EF4-FFF2-40B4-BE49-F238E27FC236}">
                      <a16:creationId xmlns:a16="http://schemas.microsoft.com/office/drawing/2014/main" id="{F49EA51E-0545-5FE7-CF8F-7800574074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27"/>
                  <a:stretch>
                    <a:fillRect l="-32432" t="-26087" r="-2703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2" name="그룹 501">
            <a:extLst>
              <a:ext uri="{FF2B5EF4-FFF2-40B4-BE49-F238E27FC236}">
                <a16:creationId xmlns:a16="http://schemas.microsoft.com/office/drawing/2014/main" id="{67FF7840-158E-4FE9-ABF3-5F656ACBE0D3}"/>
              </a:ext>
            </a:extLst>
          </p:cNvPr>
          <p:cNvGrpSpPr/>
          <p:nvPr/>
        </p:nvGrpSpPr>
        <p:grpSpPr>
          <a:xfrm>
            <a:off x="9277979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3" name="직사각형 502">
                  <a:extLst>
                    <a:ext uri="{FF2B5EF4-FFF2-40B4-BE49-F238E27FC236}">
                      <a16:creationId xmlns:a16="http://schemas.microsoft.com/office/drawing/2014/main" id="{8E91BF1D-747C-8DF5-D08A-D98552657F5F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3" name="직사각형 502">
                  <a:extLst>
                    <a:ext uri="{FF2B5EF4-FFF2-40B4-BE49-F238E27FC236}">
                      <a16:creationId xmlns:a16="http://schemas.microsoft.com/office/drawing/2014/main" id="{8E91BF1D-747C-8DF5-D08A-D98552657F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28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4" name="직사각형 503">
                  <a:extLst>
                    <a:ext uri="{FF2B5EF4-FFF2-40B4-BE49-F238E27FC236}">
                      <a16:creationId xmlns:a16="http://schemas.microsoft.com/office/drawing/2014/main" id="{D3B1A6EF-3ED6-3FB3-0E45-ABDCF7481A78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4" name="직사각형 503">
                  <a:extLst>
                    <a:ext uri="{FF2B5EF4-FFF2-40B4-BE49-F238E27FC236}">
                      <a16:creationId xmlns:a16="http://schemas.microsoft.com/office/drawing/2014/main" id="{D3B1A6EF-3ED6-3FB3-0E45-ABDCF7481A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29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5" name="직사각형 504">
                  <a:extLst>
                    <a:ext uri="{FF2B5EF4-FFF2-40B4-BE49-F238E27FC236}">
                      <a16:creationId xmlns:a16="http://schemas.microsoft.com/office/drawing/2014/main" id="{CE15CE51-B71F-DBD4-06B7-9EE8454EEDA6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5" name="직사각형 504">
                  <a:extLst>
                    <a:ext uri="{FF2B5EF4-FFF2-40B4-BE49-F238E27FC236}">
                      <a16:creationId xmlns:a16="http://schemas.microsoft.com/office/drawing/2014/main" id="{CE15CE51-B71F-DBD4-06B7-9EE8454EED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30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6" name="그룹 505">
            <a:extLst>
              <a:ext uri="{FF2B5EF4-FFF2-40B4-BE49-F238E27FC236}">
                <a16:creationId xmlns:a16="http://schemas.microsoft.com/office/drawing/2014/main" id="{BE06C49A-8F14-2D93-4000-D54F00B42FC4}"/>
              </a:ext>
            </a:extLst>
          </p:cNvPr>
          <p:cNvGrpSpPr/>
          <p:nvPr/>
        </p:nvGrpSpPr>
        <p:grpSpPr>
          <a:xfrm>
            <a:off x="10917593" y="5838094"/>
            <a:ext cx="440958" cy="804863"/>
            <a:chOff x="7646247" y="5564607"/>
            <a:chExt cx="440958" cy="804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7" name="직사각형 506">
                  <a:extLst>
                    <a:ext uri="{FF2B5EF4-FFF2-40B4-BE49-F238E27FC236}">
                      <a16:creationId xmlns:a16="http://schemas.microsoft.com/office/drawing/2014/main" id="{3F6AA7C8-5978-0E43-D832-CB3697186ED1}"/>
                    </a:ext>
                  </a:extLst>
                </p:cNvPr>
                <p:cNvSpPr/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7" name="직사각형 506">
                  <a:extLst>
                    <a:ext uri="{FF2B5EF4-FFF2-40B4-BE49-F238E27FC236}">
                      <a16:creationId xmlns:a16="http://schemas.microsoft.com/office/drawing/2014/main" id="{3F6AA7C8-5978-0E43-D832-CB3697186E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564607"/>
                  <a:ext cx="440958" cy="268835"/>
                </a:xfrm>
                <a:prstGeom prst="rect">
                  <a:avLst/>
                </a:prstGeom>
                <a:blipFill>
                  <a:blip r:embed="rId31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8" name="직사각형 507">
                  <a:extLst>
                    <a:ext uri="{FF2B5EF4-FFF2-40B4-BE49-F238E27FC236}">
                      <a16:creationId xmlns:a16="http://schemas.microsoft.com/office/drawing/2014/main" id="{D41F4EA2-CDAF-217F-4713-F24E0720AAE0}"/>
                    </a:ext>
                  </a:extLst>
                </p:cNvPr>
                <p:cNvSpPr/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8" name="직사각형 507">
                  <a:extLst>
                    <a:ext uri="{FF2B5EF4-FFF2-40B4-BE49-F238E27FC236}">
                      <a16:creationId xmlns:a16="http://schemas.microsoft.com/office/drawing/2014/main" id="{D41F4EA2-CDAF-217F-4713-F24E0720AA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5832621"/>
                  <a:ext cx="440958" cy="268835"/>
                </a:xfrm>
                <a:prstGeom prst="rect">
                  <a:avLst/>
                </a:prstGeom>
                <a:blipFill>
                  <a:blip r:embed="rId32"/>
                  <a:stretch>
                    <a:fillRect l="-36111" t="-26087" r="-5556" b="-13043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9" name="직사각형 508">
                  <a:extLst>
                    <a:ext uri="{FF2B5EF4-FFF2-40B4-BE49-F238E27FC236}">
                      <a16:creationId xmlns:a16="http://schemas.microsoft.com/office/drawing/2014/main" id="{32D3ED29-6FD0-0385-FB14-B4001EC35AE4}"/>
                    </a:ext>
                  </a:extLst>
                </p:cNvPr>
                <p:cNvSpPr/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9" name="직사각형 508">
                  <a:extLst>
                    <a:ext uri="{FF2B5EF4-FFF2-40B4-BE49-F238E27FC236}">
                      <a16:creationId xmlns:a16="http://schemas.microsoft.com/office/drawing/2014/main" id="{32D3ED29-6FD0-0385-FB14-B4001EC35A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247" y="6100635"/>
                  <a:ext cx="440958" cy="268835"/>
                </a:xfrm>
                <a:prstGeom prst="rect">
                  <a:avLst/>
                </a:prstGeom>
                <a:blipFill>
                  <a:blip r:embed="rId33"/>
                  <a:stretch>
                    <a:fillRect l="-36111" t="-26087" r="-5556" b="-17391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10" name="직선 화살표 연결선 509">
            <a:extLst>
              <a:ext uri="{FF2B5EF4-FFF2-40B4-BE49-F238E27FC236}">
                <a16:creationId xmlns:a16="http://schemas.microsoft.com/office/drawing/2014/main" id="{8E331D3A-59AB-6235-FFD1-DAB675B1E53E}"/>
              </a:ext>
            </a:extLst>
          </p:cNvPr>
          <p:cNvCxnSpPr>
            <a:cxnSpLocks/>
            <a:stCxn id="503" idx="0"/>
            <a:endCxn id="473" idx="2"/>
          </p:cNvCxnSpPr>
          <p:nvPr/>
        </p:nvCxnSpPr>
        <p:spPr>
          <a:xfrm flipV="1">
            <a:off x="9498458" y="5351972"/>
            <a:ext cx="4766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직선 화살표 연결선 512">
            <a:extLst>
              <a:ext uri="{FF2B5EF4-FFF2-40B4-BE49-F238E27FC236}">
                <a16:creationId xmlns:a16="http://schemas.microsoft.com/office/drawing/2014/main" id="{F85BDE4B-9517-6F09-4EFE-25F4A9B8BEE4}"/>
              </a:ext>
            </a:extLst>
          </p:cNvPr>
          <p:cNvCxnSpPr>
            <a:cxnSpLocks/>
            <a:stCxn id="551" idx="2"/>
            <a:endCxn id="494" idx="0"/>
          </p:cNvCxnSpPr>
          <p:nvPr/>
        </p:nvCxnSpPr>
        <p:spPr>
          <a:xfrm>
            <a:off x="11138070" y="2539117"/>
            <a:ext cx="490726" cy="48612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6" name="직사각형 515">
                <a:extLst>
                  <a:ext uri="{FF2B5EF4-FFF2-40B4-BE49-F238E27FC236}">
                    <a16:creationId xmlns:a16="http://schemas.microsoft.com/office/drawing/2014/main" id="{CB588334-CC24-F4AB-915F-2F9DE6E0E025}"/>
                  </a:ext>
                </a:extLst>
              </p:cNvPr>
              <p:cNvSpPr/>
              <p:nvPr/>
            </p:nvSpPr>
            <p:spPr>
              <a:xfrm>
                <a:off x="7646247" y="1734254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16" name="직사각형 515">
                <a:extLst>
                  <a:ext uri="{FF2B5EF4-FFF2-40B4-BE49-F238E27FC236}">
                    <a16:creationId xmlns:a16="http://schemas.microsoft.com/office/drawing/2014/main" id="{CB588334-CC24-F4AB-915F-2F9DE6E0E0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247" y="1734254"/>
                <a:ext cx="440958" cy="268835"/>
              </a:xfrm>
              <a:prstGeom prst="rect">
                <a:avLst/>
              </a:prstGeom>
              <a:blipFill>
                <a:blip r:embed="rId34"/>
                <a:stretch>
                  <a:fillRect l="-29730" t="-25000" r="-2703" b="-12500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7" name="직사각형 516">
                <a:extLst>
                  <a:ext uri="{FF2B5EF4-FFF2-40B4-BE49-F238E27FC236}">
                    <a16:creationId xmlns:a16="http://schemas.microsoft.com/office/drawing/2014/main" id="{33C7DE27-C35B-6FD1-EC08-C0AA6C277FF6}"/>
                  </a:ext>
                </a:extLst>
              </p:cNvPr>
              <p:cNvSpPr/>
              <p:nvPr/>
            </p:nvSpPr>
            <p:spPr>
              <a:xfrm>
                <a:off x="7646247" y="2002268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17" name="직사각형 516">
                <a:extLst>
                  <a:ext uri="{FF2B5EF4-FFF2-40B4-BE49-F238E27FC236}">
                    <a16:creationId xmlns:a16="http://schemas.microsoft.com/office/drawing/2014/main" id="{33C7DE27-C35B-6FD1-EC08-C0AA6C277F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247" y="2002268"/>
                <a:ext cx="440958" cy="268835"/>
              </a:xfrm>
              <a:prstGeom prst="rect">
                <a:avLst/>
              </a:prstGeom>
              <a:blipFill>
                <a:blip r:embed="rId35"/>
                <a:stretch>
                  <a:fillRect l="-29730" t="-25000" r="-2703" b="-12500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8" name="직사각형 517">
                <a:extLst>
                  <a:ext uri="{FF2B5EF4-FFF2-40B4-BE49-F238E27FC236}">
                    <a16:creationId xmlns:a16="http://schemas.microsoft.com/office/drawing/2014/main" id="{923DC9F8-6347-1014-92D1-EFA17C483F73}"/>
                  </a:ext>
                </a:extLst>
              </p:cNvPr>
              <p:cNvSpPr/>
              <p:nvPr/>
            </p:nvSpPr>
            <p:spPr>
              <a:xfrm>
                <a:off x="7646247" y="2270282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18" name="직사각형 517">
                <a:extLst>
                  <a:ext uri="{FF2B5EF4-FFF2-40B4-BE49-F238E27FC236}">
                    <a16:creationId xmlns:a16="http://schemas.microsoft.com/office/drawing/2014/main" id="{923DC9F8-6347-1014-92D1-EFA17C483F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247" y="2270282"/>
                <a:ext cx="440958" cy="268835"/>
              </a:xfrm>
              <a:prstGeom prst="rect">
                <a:avLst/>
              </a:prstGeom>
              <a:blipFill>
                <a:blip r:embed="rId36"/>
                <a:stretch>
                  <a:fillRect l="-29730" t="-30435" r="-2703" b="-1739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0" name="직선 화살표 연결선 519">
            <a:extLst>
              <a:ext uri="{FF2B5EF4-FFF2-40B4-BE49-F238E27FC236}">
                <a16:creationId xmlns:a16="http://schemas.microsoft.com/office/drawing/2014/main" id="{AEFFBEF6-342C-AB88-0ACC-968445EFC219}"/>
              </a:ext>
            </a:extLst>
          </p:cNvPr>
          <p:cNvCxnSpPr>
            <a:cxnSpLocks/>
            <a:stCxn id="497" idx="0"/>
            <a:endCxn id="472" idx="2"/>
          </p:cNvCxnSpPr>
          <p:nvPr/>
        </p:nvCxnSpPr>
        <p:spPr>
          <a:xfrm flipV="1">
            <a:off x="7866726" y="5351972"/>
            <a:ext cx="1147425" cy="4861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직선 화살표 연결선 522">
            <a:extLst>
              <a:ext uri="{FF2B5EF4-FFF2-40B4-BE49-F238E27FC236}">
                <a16:creationId xmlns:a16="http://schemas.microsoft.com/office/drawing/2014/main" id="{F5F45925-DC0D-9B92-2842-2DB981A136B5}"/>
              </a:ext>
            </a:extLst>
          </p:cNvPr>
          <p:cNvCxnSpPr>
            <a:cxnSpLocks/>
            <a:stCxn id="497" idx="0"/>
            <a:endCxn id="476" idx="2"/>
          </p:cNvCxnSpPr>
          <p:nvPr/>
        </p:nvCxnSpPr>
        <p:spPr>
          <a:xfrm flipV="1">
            <a:off x="7866726" y="5351972"/>
            <a:ext cx="2783924" cy="4861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직선 화살표 연결선 525">
            <a:extLst>
              <a:ext uri="{FF2B5EF4-FFF2-40B4-BE49-F238E27FC236}">
                <a16:creationId xmlns:a16="http://schemas.microsoft.com/office/drawing/2014/main" id="{38BF72D6-2651-C1EC-4828-36E9D63A2264}"/>
              </a:ext>
            </a:extLst>
          </p:cNvPr>
          <p:cNvCxnSpPr>
            <a:cxnSpLocks/>
            <a:stCxn id="497" idx="0"/>
            <a:endCxn id="7" idx="2"/>
          </p:cNvCxnSpPr>
          <p:nvPr/>
        </p:nvCxnSpPr>
        <p:spPr>
          <a:xfrm flipH="1" flipV="1">
            <a:off x="7377653" y="5351972"/>
            <a:ext cx="489073" cy="4861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직선 화살표 연결선 528">
            <a:extLst>
              <a:ext uri="{FF2B5EF4-FFF2-40B4-BE49-F238E27FC236}">
                <a16:creationId xmlns:a16="http://schemas.microsoft.com/office/drawing/2014/main" id="{AA221E5B-097F-CAFA-E94C-0783D46F4647}"/>
              </a:ext>
            </a:extLst>
          </p:cNvPr>
          <p:cNvCxnSpPr>
            <a:cxnSpLocks/>
            <a:stCxn id="503" idx="0"/>
            <a:endCxn id="8" idx="2"/>
          </p:cNvCxnSpPr>
          <p:nvPr/>
        </p:nvCxnSpPr>
        <p:spPr>
          <a:xfrm flipH="1" flipV="1">
            <a:off x="7866726" y="5351972"/>
            <a:ext cx="1631732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직선 화살표 연결선 533">
            <a:extLst>
              <a:ext uri="{FF2B5EF4-FFF2-40B4-BE49-F238E27FC236}">
                <a16:creationId xmlns:a16="http://schemas.microsoft.com/office/drawing/2014/main" id="{FB2D4359-7B26-FE50-31DB-0D81EA54B5E3}"/>
              </a:ext>
            </a:extLst>
          </p:cNvPr>
          <p:cNvCxnSpPr>
            <a:cxnSpLocks/>
            <a:stCxn id="503" idx="0"/>
            <a:endCxn id="477" idx="2"/>
          </p:cNvCxnSpPr>
          <p:nvPr/>
        </p:nvCxnSpPr>
        <p:spPr>
          <a:xfrm flipV="1">
            <a:off x="9498458" y="5351972"/>
            <a:ext cx="1641265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직선 화살표 연결선 537">
            <a:extLst>
              <a:ext uri="{FF2B5EF4-FFF2-40B4-BE49-F238E27FC236}">
                <a16:creationId xmlns:a16="http://schemas.microsoft.com/office/drawing/2014/main" id="{3F197A2E-F8AD-34FD-204F-D7766F7EDCBB}"/>
              </a:ext>
            </a:extLst>
          </p:cNvPr>
          <p:cNvCxnSpPr>
            <a:cxnSpLocks/>
            <a:stCxn id="507" idx="0"/>
            <a:endCxn id="474" idx="2"/>
          </p:cNvCxnSpPr>
          <p:nvPr/>
        </p:nvCxnSpPr>
        <p:spPr>
          <a:xfrm flipH="1" flipV="1">
            <a:off x="9992297" y="5351972"/>
            <a:ext cx="1145775" cy="48612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직선 화살표 연결선 540">
            <a:extLst>
              <a:ext uri="{FF2B5EF4-FFF2-40B4-BE49-F238E27FC236}">
                <a16:creationId xmlns:a16="http://schemas.microsoft.com/office/drawing/2014/main" id="{337CDF5B-71F2-4C12-8BDB-839062A31D9B}"/>
              </a:ext>
            </a:extLst>
          </p:cNvPr>
          <p:cNvCxnSpPr>
            <a:cxnSpLocks/>
            <a:stCxn id="507" idx="0"/>
            <a:endCxn id="9" idx="2"/>
          </p:cNvCxnSpPr>
          <p:nvPr/>
        </p:nvCxnSpPr>
        <p:spPr>
          <a:xfrm flipH="1" flipV="1">
            <a:off x="8355799" y="5351972"/>
            <a:ext cx="2782273" cy="48612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5" name="직사각형 544">
                <a:extLst>
                  <a:ext uri="{FF2B5EF4-FFF2-40B4-BE49-F238E27FC236}">
                    <a16:creationId xmlns:a16="http://schemas.microsoft.com/office/drawing/2014/main" id="{245E4E02-4A8E-EDE7-B599-BD74AEBDA3C8}"/>
                  </a:ext>
                </a:extLst>
              </p:cNvPr>
              <p:cNvSpPr/>
              <p:nvPr/>
            </p:nvSpPr>
            <p:spPr>
              <a:xfrm>
                <a:off x="9285860" y="1734254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5" name="직사각형 544">
                <a:extLst>
                  <a:ext uri="{FF2B5EF4-FFF2-40B4-BE49-F238E27FC236}">
                    <a16:creationId xmlns:a16="http://schemas.microsoft.com/office/drawing/2014/main" id="{245E4E02-4A8E-EDE7-B599-BD74AEBDA3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860" y="1734254"/>
                <a:ext cx="440958" cy="268835"/>
              </a:xfrm>
              <a:prstGeom prst="rect">
                <a:avLst/>
              </a:prstGeom>
              <a:blipFill>
                <a:blip r:embed="rId37"/>
                <a:stretch>
                  <a:fillRect l="-29730" t="-25000" r="-2703" b="-12500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6" name="직사각형 545">
                <a:extLst>
                  <a:ext uri="{FF2B5EF4-FFF2-40B4-BE49-F238E27FC236}">
                    <a16:creationId xmlns:a16="http://schemas.microsoft.com/office/drawing/2014/main" id="{794718F2-7C32-0623-3793-661A27C1323E}"/>
                  </a:ext>
                </a:extLst>
              </p:cNvPr>
              <p:cNvSpPr/>
              <p:nvPr/>
            </p:nvSpPr>
            <p:spPr>
              <a:xfrm>
                <a:off x="9285860" y="2002268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6" name="직사각형 545">
                <a:extLst>
                  <a:ext uri="{FF2B5EF4-FFF2-40B4-BE49-F238E27FC236}">
                    <a16:creationId xmlns:a16="http://schemas.microsoft.com/office/drawing/2014/main" id="{794718F2-7C32-0623-3793-661A27C132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860" y="2002268"/>
                <a:ext cx="440958" cy="268835"/>
              </a:xfrm>
              <a:prstGeom prst="rect">
                <a:avLst/>
              </a:prstGeom>
              <a:blipFill>
                <a:blip r:embed="rId38"/>
                <a:stretch>
                  <a:fillRect l="-29730" t="-25000" r="-2703" b="-12500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7" name="직사각형 546">
                <a:extLst>
                  <a:ext uri="{FF2B5EF4-FFF2-40B4-BE49-F238E27FC236}">
                    <a16:creationId xmlns:a16="http://schemas.microsoft.com/office/drawing/2014/main" id="{92396148-6D00-D521-C411-F45D18F99E0D}"/>
                  </a:ext>
                </a:extLst>
              </p:cNvPr>
              <p:cNvSpPr/>
              <p:nvPr/>
            </p:nvSpPr>
            <p:spPr>
              <a:xfrm>
                <a:off x="9285860" y="2270282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7" name="직사각형 546">
                <a:extLst>
                  <a:ext uri="{FF2B5EF4-FFF2-40B4-BE49-F238E27FC236}">
                    <a16:creationId xmlns:a16="http://schemas.microsoft.com/office/drawing/2014/main" id="{92396148-6D00-D521-C411-F45D18F99E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860" y="2270282"/>
                <a:ext cx="440958" cy="268835"/>
              </a:xfrm>
              <a:prstGeom prst="rect">
                <a:avLst/>
              </a:prstGeom>
              <a:blipFill>
                <a:blip r:embed="rId39"/>
                <a:stretch>
                  <a:fillRect l="-29730" t="-30435" r="-2703" b="-1739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9" name="직사각형 548">
                <a:extLst>
                  <a:ext uri="{FF2B5EF4-FFF2-40B4-BE49-F238E27FC236}">
                    <a16:creationId xmlns:a16="http://schemas.microsoft.com/office/drawing/2014/main" id="{9B31BC8F-FF83-BACD-60CE-08A48C886CB6}"/>
                  </a:ext>
                </a:extLst>
              </p:cNvPr>
              <p:cNvSpPr/>
              <p:nvPr/>
            </p:nvSpPr>
            <p:spPr>
              <a:xfrm>
                <a:off x="10917591" y="1734254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9" name="직사각형 548">
                <a:extLst>
                  <a:ext uri="{FF2B5EF4-FFF2-40B4-BE49-F238E27FC236}">
                    <a16:creationId xmlns:a16="http://schemas.microsoft.com/office/drawing/2014/main" id="{9B31BC8F-FF83-BACD-60CE-08A48C886C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7591" y="1734254"/>
                <a:ext cx="440958" cy="268835"/>
              </a:xfrm>
              <a:prstGeom prst="rect">
                <a:avLst/>
              </a:prstGeom>
              <a:blipFill>
                <a:blip r:embed="rId40"/>
                <a:stretch>
                  <a:fillRect l="-33333" t="-25000" r="-5556" b="-12500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0" name="직사각형 549">
                <a:extLst>
                  <a:ext uri="{FF2B5EF4-FFF2-40B4-BE49-F238E27FC236}">
                    <a16:creationId xmlns:a16="http://schemas.microsoft.com/office/drawing/2014/main" id="{CFA6FF30-BA48-9A2D-9742-91FA6D1B865A}"/>
                  </a:ext>
                </a:extLst>
              </p:cNvPr>
              <p:cNvSpPr/>
              <p:nvPr/>
            </p:nvSpPr>
            <p:spPr>
              <a:xfrm>
                <a:off x="10917591" y="2002268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0" name="직사각형 549">
                <a:extLst>
                  <a:ext uri="{FF2B5EF4-FFF2-40B4-BE49-F238E27FC236}">
                    <a16:creationId xmlns:a16="http://schemas.microsoft.com/office/drawing/2014/main" id="{CFA6FF30-BA48-9A2D-9742-91FA6D1B86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7591" y="2002268"/>
                <a:ext cx="440958" cy="268835"/>
              </a:xfrm>
              <a:prstGeom prst="rect">
                <a:avLst/>
              </a:prstGeom>
              <a:blipFill>
                <a:blip r:embed="rId41"/>
                <a:stretch>
                  <a:fillRect l="-33333" t="-25000" r="-5556" b="-12500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1" name="직사각형 550">
                <a:extLst>
                  <a:ext uri="{FF2B5EF4-FFF2-40B4-BE49-F238E27FC236}">
                    <a16:creationId xmlns:a16="http://schemas.microsoft.com/office/drawing/2014/main" id="{50196B96-69D8-34F2-6EB1-0FE8A1502523}"/>
                  </a:ext>
                </a:extLst>
              </p:cNvPr>
              <p:cNvSpPr/>
              <p:nvPr/>
            </p:nvSpPr>
            <p:spPr>
              <a:xfrm>
                <a:off x="10917591" y="2270282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1" name="직사각형 550">
                <a:extLst>
                  <a:ext uri="{FF2B5EF4-FFF2-40B4-BE49-F238E27FC236}">
                    <a16:creationId xmlns:a16="http://schemas.microsoft.com/office/drawing/2014/main" id="{50196B96-69D8-34F2-6EB1-0FE8A15025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7591" y="2270282"/>
                <a:ext cx="440958" cy="268835"/>
              </a:xfrm>
              <a:prstGeom prst="rect">
                <a:avLst/>
              </a:prstGeom>
              <a:blipFill>
                <a:blip r:embed="rId42"/>
                <a:stretch>
                  <a:fillRect l="-33333" t="-30435" r="-5556" b="-1739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4" name="직선 화살표 연결선 553">
            <a:extLst>
              <a:ext uri="{FF2B5EF4-FFF2-40B4-BE49-F238E27FC236}">
                <a16:creationId xmlns:a16="http://schemas.microsoft.com/office/drawing/2014/main" id="{6E5225AD-616A-6EF4-3D49-9B4D13BB3935}"/>
              </a:ext>
            </a:extLst>
          </p:cNvPr>
          <p:cNvCxnSpPr>
            <a:cxnSpLocks/>
            <a:stCxn id="551" idx="2"/>
            <a:endCxn id="490" idx="0"/>
          </p:cNvCxnSpPr>
          <p:nvPr/>
        </p:nvCxnSpPr>
        <p:spPr>
          <a:xfrm flipH="1">
            <a:off x="9992297" y="2539117"/>
            <a:ext cx="1145773" cy="48612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직선 화살표 연결선 558">
            <a:extLst>
              <a:ext uri="{FF2B5EF4-FFF2-40B4-BE49-F238E27FC236}">
                <a16:creationId xmlns:a16="http://schemas.microsoft.com/office/drawing/2014/main" id="{57A72A97-5D73-7B85-EB69-27428F3B03A2}"/>
              </a:ext>
            </a:extLst>
          </p:cNvPr>
          <p:cNvCxnSpPr>
            <a:cxnSpLocks/>
            <a:stCxn id="551" idx="2"/>
            <a:endCxn id="486" idx="0"/>
          </p:cNvCxnSpPr>
          <p:nvPr/>
        </p:nvCxnSpPr>
        <p:spPr>
          <a:xfrm flipH="1">
            <a:off x="8355799" y="2539117"/>
            <a:ext cx="2782271" cy="48612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직선 화살표 연결선 561">
            <a:extLst>
              <a:ext uri="{FF2B5EF4-FFF2-40B4-BE49-F238E27FC236}">
                <a16:creationId xmlns:a16="http://schemas.microsoft.com/office/drawing/2014/main" id="{3992D551-E1B7-9509-210C-E6B0862B8193}"/>
              </a:ext>
            </a:extLst>
          </p:cNvPr>
          <p:cNvCxnSpPr>
            <a:cxnSpLocks/>
            <a:stCxn id="547" idx="2"/>
            <a:endCxn id="489" idx="0"/>
          </p:cNvCxnSpPr>
          <p:nvPr/>
        </p:nvCxnSpPr>
        <p:spPr>
          <a:xfrm flipH="1">
            <a:off x="9503224" y="2539117"/>
            <a:ext cx="3115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직선 화살표 연결선 564">
            <a:extLst>
              <a:ext uri="{FF2B5EF4-FFF2-40B4-BE49-F238E27FC236}">
                <a16:creationId xmlns:a16="http://schemas.microsoft.com/office/drawing/2014/main" id="{5416A8A4-4EF7-B387-9DB5-27BCB3A01B4D}"/>
              </a:ext>
            </a:extLst>
          </p:cNvPr>
          <p:cNvCxnSpPr>
            <a:cxnSpLocks/>
            <a:stCxn id="547" idx="2"/>
            <a:endCxn id="493" idx="0"/>
          </p:cNvCxnSpPr>
          <p:nvPr/>
        </p:nvCxnSpPr>
        <p:spPr>
          <a:xfrm>
            <a:off x="9506339" y="2539117"/>
            <a:ext cx="1633384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직선 화살표 연결선 567">
            <a:extLst>
              <a:ext uri="{FF2B5EF4-FFF2-40B4-BE49-F238E27FC236}">
                <a16:creationId xmlns:a16="http://schemas.microsoft.com/office/drawing/2014/main" id="{FFF2D5DD-382A-0C9B-4620-E5CB23423D8C}"/>
              </a:ext>
            </a:extLst>
          </p:cNvPr>
          <p:cNvCxnSpPr>
            <a:cxnSpLocks/>
            <a:stCxn id="547" idx="2"/>
            <a:endCxn id="485" idx="0"/>
          </p:cNvCxnSpPr>
          <p:nvPr/>
        </p:nvCxnSpPr>
        <p:spPr>
          <a:xfrm flipH="1">
            <a:off x="7866726" y="2539117"/>
            <a:ext cx="1639613" cy="4861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직선 화살표 연결선 570">
            <a:extLst>
              <a:ext uri="{FF2B5EF4-FFF2-40B4-BE49-F238E27FC236}">
                <a16:creationId xmlns:a16="http://schemas.microsoft.com/office/drawing/2014/main" id="{F0F3D0CA-7CFE-1A45-27B5-5A5570DDFDF0}"/>
              </a:ext>
            </a:extLst>
          </p:cNvPr>
          <p:cNvCxnSpPr>
            <a:cxnSpLocks/>
            <a:stCxn id="518" idx="2"/>
            <a:endCxn id="484" idx="0"/>
          </p:cNvCxnSpPr>
          <p:nvPr/>
        </p:nvCxnSpPr>
        <p:spPr>
          <a:xfrm flipH="1">
            <a:off x="7377653" y="2539117"/>
            <a:ext cx="489073" cy="48612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직선 화살표 연결선 573">
            <a:extLst>
              <a:ext uri="{FF2B5EF4-FFF2-40B4-BE49-F238E27FC236}">
                <a16:creationId xmlns:a16="http://schemas.microsoft.com/office/drawing/2014/main" id="{DCE72CAB-7DDF-624A-A7D5-4B83EFEC0DE7}"/>
              </a:ext>
            </a:extLst>
          </p:cNvPr>
          <p:cNvCxnSpPr>
            <a:cxnSpLocks/>
            <a:stCxn id="518" idx="2"/>
            <a:endCxn id="488" idx="0"/>
          </p:cNvCxnSpPr>
          <p:nvPr/>
        </p:nvCxnSpPr>
        <p:spPr>
          <a:xfrm>
            <a:off x="7866726" y="2539117"/>
            <a:ext cx="1147425" cy="48612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직선 화살표 연결선 576">
            <a:extLst>
              <a:ext uri="{FF2B5EF4-FFF2-40B4-BE49-F238E27FC236}">
                <a16:creationId xmlns:a16="http://schemas.microsoft.com/office/drawing/2014/main" id="{2BAB782E-734D-8F16-23DC-AF959FA01C22}"/>
              </a:ext>
            </a:extLst>
          </p:cNvPr>
          <p:cNvCxnSpPr>
            <a:cxnSpLocks/>
            <a:stCxn id="518" idx="2"/>
            <a:endCxn id="492" idx="0"/>
          </p:cNvCxnSpPr>
          <p:nvPr/>
        </p:nvCxnSpPr>
        <p:spPr>
          <a:xfrm>
            <a:off x="7866726" y="2539117"/>
            <a:ext cx="2783924" cy="48612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직선 화살표 연결선 579">
            <a:extLst>
              <a:ext uri="{FF2B5EF4-FFF2-40B4-BE49-F238E27FC236}">
                <a16:creationId xmlns:a16="http://schemas.microsoft.com/office/drawing/2014/main" id="{CDB72CEB-62DB-7510-8C12-C04634DBB4A3}"/>
              </a:ext>
            </a:extLst>
          </p:cNvPr>
          <p:cNvCxnSpPr>
            <a:cxnSpLocks/>
            <a:stCxn id="507" idx="0"/>
            <a:endCxn id="478" idx="2"/>
          </p:cNvCxnSpPr>
          <p:nvPr/>
        </p:nvCxnSpPr>
        <p:spPr>
          <a:xfrm flipV="1">
            <a:off x="11138072" y="5351972"/>
            <a:ext cx="490724" cy="48612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E4A4432A-F30D-1A46-FEB3-F407DC216566}"/>
                  </a:ext>
                </a:extLst>
              </p:cNvPr>
              <p:cNvSpPr/>
              <p:nvPr/>
            </p:nvSpPr>
            <p:spPr>
              <a:xfrm>
                <a:off x="7646247" y="1113714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E4A4432A-F30D-1A46-FEB3-F407DC2165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247" y="1113714"/>
                <a:ext cx="440958" cy="268835"/>
              </a:xfrm>
              <a:prstGeom prst="rect">
                <a:avLst/>
              </a:prstGeom>
              <a:blipFill>
                <a:blip r:embed="rId43"/>
                <a:stretch>
                  <a:fillRect l="-16216" t="-21739" b="-1739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2C80CF99-6F80-90E9-F2FF-9A4F3B81B482}"/>
                  </a:ext>
                </a:extLst>
              </p:cNvPr>
              <p:cNvSpPr/>
              <p:nvPr/>
            </p:nvSpPr>
            <p:spPr>
              <a:xfrm>
                <a:off x="9285860" y="1113714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2C80CF99-6F80-90E9-F2FF-9A4F3B81B4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860" y="1113714"/>
                <a:ext cx="440958" cy="268835"/>
              </a:xfrm>
              <a:prstGeom prst="rect">
                <a:avLst/>
              </a:prstGeom>
              <a:blipFill>
                <a:blip r:embed="rId44"/>
                <a:stretch>
                  <a:fillRect l="-16216" t="-21739" b="-1739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CE742B7F-1522-B7B7-573A-EC85C3804DA3}"/>
                  </a:ext>
                </a:extLst>
              </p:cNvPr>
              <p:cNvSpPr/>
              <p:nvPr/>
            </p:nvSpPr>
            <p:spPr>
              <a:xfrm>
                <a:off x="10917591" y="1113714"/>
                <a:ext cx="440958" cy="268835"/>
              </a:xfrm>
              <a:prstGeom prst="rect">
                <a:avLst/>
              </a:prstGeom>
              <a:solidFill>
                <a:srgbClr val="FFF3CC"/>
              </a:solidFill>
              <a:ln w="127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en-US" altLang="ko-KR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kumimoji="1" lang="en-US" altLang="ko-KR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ko-KR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CE742B7F-1522-B7B7-573A-EC85C3804D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7591" y="1113714"/>
                <a:ext cx="440958" cy="268835"/>
              </a:xfrm>
              <a:prstGeom prst="rect">
                <a:avLst/>
              </a:prstGeom>
              <a:blipFill>
                <a:blip r:embed="rId45"/>
                <a:stretch>
                  <a:fillRect l="-19444" t="-21739" b="-17391"/>
                </a:stretch>
              </a:blipFill>
              <a:ln w="127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6171096-96C9-EF75-E127-CFD074F9796D}"/>
              </a:ext>
            </a:extLst>
          </p:cNvPr>
          <p:cNvCxnSpPr>
            <a:cxnSpLocks/>
            <a:stCxn id="516" idx="0"/>
            <a:endCxn id="6" idx="2"/>
          </p:cNvCxnSpPr>
          <p:nvPr/>
        </p:nvCxnSpPr>
        <p:spPr>
          <a:xfrm flipV="1">
            <a:off x="7866726" y="1382549"/>
            <a:ext cx="0" cy="3517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A1FB553-EA12-DC23-C8D4-641667FAF073}"/>
              </a:ext>
            </a:extLst>
          </p:cNvPr>
          <p:cNvCxnSpPr>
            <a:cxnSpLocks/>
            <a:stCxn id="545" idx="0"/>
            <a:endCxn id="10" idx="2"/>
          </p:cNvCxnSpPr>
          <p:nvPr/>
        </p:nvCxnSpPr>
        <p:spPr>
          <a:xfrm flipV="1">
            <a:off x="9506339" y="1382549"/>
            <a:ext cx="0" cy="3517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46A87D8-F648-7B1F-7E2F-BEE4A704A05E}"/>
              </a:ext>
            </a:extLst>
          </p:cNvPr>
          <p:cNvCxnSpPr>
            <a:cxnSpLocks/>
            <a:stCxn id="549" idx="0"/>
            <a:endCxn id="11" idx="2"/>
          </p:cNvCxnSpPr>
          <p:nvPr/>
        </p:nvCxnSpPr>
        <p:spPr>
          <a:xfrm flipV="1">
            <a:off x="11138070" y="1382549"/>
            <a:ext cx="0" cy="3517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A96E871-8C4E-3604-5CD8-A5D742DEC71E}"/>
              </a:ext>
            </a:extLst>
          </p:cNvPr>
          <p:cNvSpPr txBox="1"/>
          <p:nvPr/>
        </p:nvSpPr>
        <p:spPr>
          <a:xfrm>
            <a:off x="6813816" y="543648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dirty="0"/>
              <a:t>split</a:t>
            </a:r>
            <a:endParaRPr kumimoji="1" lang="ko-KR" alt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B6B863-440C-9789-1AFA-89E9DD0D4558}"/>
              </a:ext>
            </a:extLst>
          </p:cNvPr>
          <p:cNvSpPr txBox="1"/>
          <p:nvPr/>
        </p:nvSpPr>
        <p:spPr>
          <a:xfrm>
            <a:off x="6679165" y="2527742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800" dirty="0" err="1"/>
              <a:t>concat</a:t>
            </a:r>
            <a:endParaRPr kumimoji="1" lang="ko-KR" altLang="en-US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B6F9B2-882F-F847-4BAE-311D1DBB8E9E}"/>
              </a:ext>
            </a:extLst>
          </p:cNvPr>
          <p:cNvSpPr txBox="1"/>
          <p:nvPr/>
        </p:nvSpPr>
        <p:spPr>
          <a:xfrm>
            <a:off x="8095133" y="1193391"/>
            <a:ext cx="11849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dirty="0"/>
              <a:t>linear</a:t>
            </a:r>
            <a:br>
              <a:rPr kumimoji="1" lang="en-US" altLang="ko-KR" sz="1800" dirty="0"/>
            </a:br>
            <a:r>
              <a:rPr kumimoji="1" lang="en-US" altLang="ko-KR" sz="1800" dirty="0"/>
              <a:t>projection</a:t>
            </a:r>
            <a:endParaRPr kumimoji="1" lang="ko-KR" alt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A3E5A9-DCE4-6D06-B3DA-94B384FF46D7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42045883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60A14F-B93A-0840-7ECE-BB152D7E7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Transformers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7AE4AB-AA14-B9FE-A73A-DF1912F74F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109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28DAC3-2C41-1349-5CFC-5EFE1627594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07A3CAAC-4D03-C4A2-09F4-8BED818FED6F}"/>
              </a:ext>
            </a:extLst>
          </p:cNvPr>
          <p:cNvGrpSpPr/>
          <p:nvPr/>
        </p:nvGrpSpPr>
        <p:grpSpPr>
          <a:xfrm>
            <a:off x="8907902" y="5945486"/>
            <a:ext cx="2068903" cy="339321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747C40B8-A253-4DC2-1324-6C7316D365AC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95101B87-0B05-BC58-53BE-24A0042C3006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B915905C-40A7-0E2B-B0C6-70D0567A778A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8" name="TextBox 257">
            <a:extLst>
              <a:ext uri="{FF2B5EF4-FFF2-40B4-BE49-F238E27FC236}">
                <a16:creationId xmlns:a16="http://schemas.microsoft.com/office/drawing/2014/main" id="{C0ACA908-B805-1616-32A1-3D2FAB7F4598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82322474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45FB7-F2E5-13EC-9AC8-567ACC9AC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870A14-A77F-A85A-16AD-6DF217CA3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Transformers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DF0638-1BAD-4A99-6CA5-A2A3BE9F7B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110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46F229-9EFB-6E77-F112-FE5D113EAF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4269264-EA54-60C2-F2B9-37BCDFEAD1D3}"/>
              </a:ext>
            </a:extLst>
          </p:cNvPr>
          <p:cNvGrpSpPr/>
          <p:nvPr/>
        </p:nvGrpSpPr>
        <p:grpSpPr>
          <a:xfrm>
            <a:off x="8907902" y="5945486"/>
            <a:ext cx="2068903" cy="339321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E0D55C5A-6E33-D14B-B696-2ED17E815E3C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78FCBBEA-8D6E-3EFB-EB47-01D1D363A5B5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9317A619-EE12-35A9-B2C2-8B5F9C8C8BE4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8" name="TextBox 257">
            <a:extLst>
              <a:ext uri="{FF2B5EF4-FFF2-40B4-BE49-F238E27FC236}">
                <a16:creationId xmlns:a16="http://schemas.microsoft.com/office/drawing/2014/main" id="{33CBCF81-7633-CC98-1B4B-7F5F4AAFECC8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6341701-76EB-EDF3-77A5-DBB28C973FF9}"/>
              </a:ext>
            </a:extLst>
          </p:cNvPr>
          <p:cNvSpPr/>
          <p:nvPr/>
        </p:nvSpPr>
        <p:spPr>
          <a:xfrm>
            <a:off x="8907902" y="5108352"/>
            <a:ext cx="2068904" cy="465922"/>
          </a:xfrm>
          <a:prstGeom prst="rect">
            <a:avLst/>
          </a:prstGeom>
          <a:solidFill>
            <a:srgbClr val="E3F1D9"/>
          </a:solidFill>
          <a:ln w="12700">
            <a:solidFill>
              <a:srgbClr val="71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800" dirty="0">
                <a:solidFill>
                  <a:schemeClr val="tx1"/>
                </a:solidFill>
              </a:rPr>
              <a:t>Self-Attention</a:t>
            </a:r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D478A9-41B8-3008-46FD-8B73F72EA462}"/>
              </a:ext>
            </a:extLst>
          </p:cNvPr>
          <p:cNvSpPr/>
          <p:nvPr/>
        </p:nvSpPr>
        <p:spPr>
          <a:xfrm>
            <a:off x="8800855" y="5629313"/>
            <a:ext cx="325943" cy="3006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E0C5341-1AE5-6A0D-2AB6-784A98E6FE80}"/>
              </a:ext>
            </a:extLst>
          </p:cNvPr>
          <p:cNvGrpSpPr/>
          <p:nvPr/>
        </p:nvGrpSpPr>
        <p:grpSpPr>
          <a:xfrm>
            <a:off x="9186188" y="5574274"/>
            <a:ext cx="1512330" cy="371211"/>
            <a:chOff x="9412134" y="5014476"/>
            <a:chExt cx="1198179" cy="562744"/>
          </a:xfrm>
        </p:grpSpPr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7F646FD7-E2CE-E249-D822-27457F026B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2134" y="5014476"/>
              <a:ext cx="0" cy="5627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7EC94880-314F-C932-338B-5CC6E41F06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1224" y="5014476"/>
              <a:ext cx="0" cy="5627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A63113CC-E1FA-B5CA-80DB-E78483281D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0313" y="5014476"/>
              <a:ext cx="0" cy="5627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FA71A95-7F01-D313-0E55-7FADD70ECBC9}"/>
              </a:ext>
            </a:extLst>
          </p:cNvPr>
          <p:cNvSpPr txBox="1"/>
          <p:nvPr/>
        </p:nvSpPr>
        <p:spPr>
          <a:xfrm>
            <a:off x="6071067" y="4987370"/>
            <a:ext cx="2646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rgbClr val="C00000"/>
                </a:solidFill>
              </a:rPr>
              <a:t>All vectors interact with each other</a:t>
            </a:r>
            <a:endParaRPr kumimoji="1" lang="ko-KR" alt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42657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BE4C5-005E-EAF1-3DA5-8FFA6F507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2CFEA-D835-DA1C-5552-FE9F9BA35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Transformers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05C752-947D-BF57-C5EA-CC2E8EE180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111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0107AF-FFBB-B882-D275-721BB4D1CFE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150A9ED3-EAD6-D260-B4DB-A2F046B48EBE}"/>
              </a:ext>
            </a:extLst>
          </p:cNvPr>
          <p:cNvGrpSpPr/>
          <p:nvPr/>
        </p:nvGrpSpPr>
        <p:grpSpPr>
          <a:xfrm>
            <a:off x="8907902" y="5945486"/>
            <a:ext cx="2068903" cy="339321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044E4F47-3508-DAB2-FE34-A8D9F6EA7D65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2B5151BA-B244-8E2A-A4C1-E0E131555B0E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46F14990-16F1-4EC9-22BF-9013D3E56C38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8" name="TextBox 257">
            <a:extLst>
              <a:ext uri="{FF2B5EF4-FFF2-40B4-BE49-F238E27FC236}">
                <a16:creationId xmlns:a16="http://schemas.microsoft.com/office/drawing/2014/main" id="{C06050E7-D5CF-23A8-CEA6-61739699AC83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E940C5-91D1-B826-4179-C82C2382E4C9}"/>
              </a:ext>
            </a:extLst>
          </p:cNvPr>
          <p:cNvSpPr txBox="1"/>
          <p:nvPr/>
        </p:nvSpPr>
        <p:spPr>
          <a:xfrm>
            <a:off x="6071067" y="4987370"/>
            <a:ext cx="2646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rgbClr val="C00000"/>
                </a:solidFill>
              </a:rPr>
              <a:t>All vectors interact with each other</a:t>
            </a:r>
            <a:endParaRPr kumimoji="1" lang="ko-KR" altLang="en-US" sz="2000" dirty="0">
              <a:solidFill>
                <a:srgbClr val="C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A066FCD-70E4-26DA-5E9A-509AC54BA143}"/>
              </a:ext>
            </a:extLst>
          </p:cNvPr>
          <p:cNvSpPr/>
          <p:nvPr/>
        </p:nvSpPr>
        <p:spPr>
          <a:xfrm>
            <a:off x="8907902" y="5108352"/>
            <a:ext cx="2068904" cy="465922"/>
          </a:xfrm>
          <a:prstGeom prst="rect">
            <a:avLst/>
          </a:prstGeom>
          <a:solidFill>
            <a:srgbClr val="E3F1D9"/>
          </a:solidFill>
          <a:ln w="12700">
            <a:solidFill>
              <a:srgbClr val="71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800" dirty="0">
                <a:solidFill>
                  <a:schemeClr val="tx1"/>
                </a:solidFill>
              </a:rPr>
              <a:t>Self-Attention</a:t>
            </a:r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7D21359-8AFA-A2BD-FB44-857C6F38921D}"/>
              </a:ext>
            </a:extLst>
          </p:cNvPr>
          <p:cNvSpPr/>
          <p:nvPr/>
        </p:nvSpPr>
        <p:spPr>
          <a:xfrm>
            <a:off x="9806353" y="4601086"/>
            <a:ext cx="272002" cy="2720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dirty="0">
                <a:solidFill>
                  <a:schemeClr val="tx1"/>
                </a:solidFill>
              </a:rPr>
              <a:t>+</a:t>
            </a:r>
            <a:endParaRPr kumimoji="1"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393FDC7-DC0D-1C0B-8790-6CE0B200417C}"/>
              </a:ext>
            </a:extLst>
          </p:cNvPr>
          <p:cNvSpPr/>
          <p:nvPr/>
        </p:nvSpPr>
        <p:spPr>
          <a:xfrm>
            <a:off x="8800855" y="5629313"/>
            <a:ext cx="325943" cy="3006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7C44718-18CB-C54D-3131-F0BDC9CC5C1B}"/>
              </a:ext>
            </a:extLst>
          </p:cNvPr>
          <p:cNvGrpSpPr/>
          <p:nvPr/>
        </p:nvGrpSpPr>
        <p:grpSpPr>
          <a:xfrm>
            <a:off x="9186188" y="5574274"/>
            <a:ext cx="1512330" cy="371211"/>
            <a:chOff x="9412134" y="5014476"/>
            <a:chExt cx="1198179" cy="562744"/>
          </a:xfrm>
        </p:grpSpPr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EDAD9340-BC6D-077F-2E1F-FBBDD1255D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2134" y="5014476"/>
              <a:ext cx="0" cy="5627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4A8A34C9-7387-6F27-0AD9-514952B8AF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1224" y="5014476"/>
              <a:ext cx="0" cy="5627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985E7F71-B03E-661D-342B-1064DD1388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0313" y="5014476"/>
              <a:ext cx="0" cy="5627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102BF84-5F1B-34E2-94B1-AEC93349026D}"/>
              </a:ext>
            </a:extLst>
          </p:cNvPr>
          <p:cNvCxnSpPr>
            <a:cxnSpLocks/>
            <a:stCxn id="11" idx="0"/>
            <a:endCxn id="12" idx="4"/>
          </p:cNvCxnSpPr>
          <p:nvPr/>
        </p:nvCxnSpPr>
        <p:spPr>
          <a:xfrm flipV="1">
            <a:off x="9942354" y="4873088"/>
            <a:ext cx="0" cy="2352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[E] 19">
            <a:extLst>
              <a:ext uri="{FF2B5EF4-FFF2-40B4-BE49-F238E27FC236}">
                <a16:creationId xmlns:a16="http://schemas.microsoft.com/office/drawing/2014/main" id="{892A8BE4-8469-5813-89FF-BE640DD16307}"/>
              </a:ext>
            </a:extLst>
          </p:cNvPr>
          <p:cNvCxnSpPr>
            <a:endCxn id="13" idx="3"/>
          </p:cNvCxnSpPr>
          <p:nvPr/>
        </p:nvCxnSpPr>
        <p:spPr>
          <a:xfrm rot="16200000" flipV="1">
            <a:off x="9073568" y="5832865"/>
            <a:ext cx="165852" cy="59390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C32FBD6-2C79-2AD2-2C40-654F250D7550}"/>
              </a:ext>
            </a:extLst>
          </p:cNvPr>
          <p:cNvCxnSpPr>
            <a:cxnSpLocks/>
            <a:stCxn id="13" idx="3"/>
            <a:endCxn id="13" idx="1"/>
          </p:cNvCxnSpPr>
          <p:nvPr/>
        </p:nvCxnSpPr>
        <p:spPr>
          <a:xfrm flipH="1">
            <a:off x="8800855" y="5779634"/>
            <a:ext cx="32594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[E] 21">
            <a:extLst>
              <a:ext uri="{FF2B5EF4-FFF2-40B4-BE49-F238E27FC236}">
                <a16:creationId xmlns:a16="http://schemas.microsoft.com/office/drawing/2014/main" id="{6BAFC274-0E5A-051F-89AA-A98CFD257C9A}"/>
              </a:ext>
            </a:extLst>
          </p:cNvPr>
          <p:cNvCxnSpPr>
            <a:cxnSpLocks/>
            <a:stCxn id="13" idx="1"/>
            <a:endCxn id="12" idx="2"/>
          </p:cNvCxnSpPr>
          <p:nvPr/>
        </p:nvCxnSpPr>
        <p:spPr>
          <a:xfrm rot="10800000" flipH="1">
            <a:off x="8800854" y="4737088"/>
            <a:ext cx="1005498" cy="1042548"/>
          </a:xfrm>
          <a:prstGeom prst="bentConnector3">
            <a:avLst>
              <a:gd name="adj1" fmla="val -2869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[E] 22">
            <a:extLst>
              <a:ext uri="{FF2B5EF4-FFF2-40B4-BE49-F238E27FC236}">
                <a16:creationId xmlns:a16="http://schemas.microsoft.com/office/drawing/2014/main" id="{94BF7174-2053-9F76-5E4C-E704D84DDB7E}"/>
              </a:ext>
            </a:extLst>
          </p:cNvPr>
          <p:cNvCxnSpPr>
            <a:cxnSpLocks/>
            <a:endCxn id="13" idx="3"/>
          </p:cNvCxnSpPr>
          <p:nvPr/>
        </p:nvCxnSpPr>
        <p:spPr>
          <a:xfrm rot="16200000" flipV="1">
            <a:off x="9451651" y="5454782"/>
            <a:ext cx="165852" cy="815556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[E] 23">
            <a:extLst>
              <a:ext uri="{FF2B5EF4-FFF2-40B4-BE49-F238E27FC236}">
                <a16:creationId xmlns:a16="http://schemas.microsoft.com/office/drawing/2014/main" id="{9A6E1A63-AA2B-D6FB-D5DC-CAD9920341C9}"/>
              </a:ext>
            </a:extLst>
          </p:cNvPr>
          <p:cNvCxnSpPr>
            <a:cxnSpLocks/>
            <a:endCxn id="13" idx="3"/>
          </p:cNvCxnSpPr>
          <p:nvPr/>
        </p:nvCxnSpPr>
        <p:spPr>
          <a:xfrm rot="16200000" flipV="1">
            <a:off x="9829732" y="5076700"/>
            <a:ext cx="165852" cy="1571720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92AF579-D592-9857-6626-2F504D74FF13}"/>
              </a:ext>
            </a:extLst>
          </p:cNvPr>
          <p:cNvSpPr txBox="1"/>
          <p:nvPr/>
        </p:nvSpPr>
        <p:spPr>
          <a:xfrm>
            <a:off x="6071067" y="4429324"/>
            <a:ext cx="264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rgbClr val="C00000"/>
                </a:solidFill>
              </a:rPr>
              <a:t>Residual connection</a:t>
            </a:r>
            <a:endParaRPr kumimoji="1" lang="ko-KR" alt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91185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568E8-B5F6-42A3-6A10-E9FE3C569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431229-AB76-A3FE-95B8-BFE40426F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Transformers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EEAAE8-C05E-849E-648B-5E357FE117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112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37927E-343C-EDC3-6940-B3D872B06E4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5F03A2B-808C-7C5B-E36E-A1B13DFC42D6}"/>
              </a:ext>
            </a:extLst>
          </p:cNvPr>
          <p:cNvGrpSpPr/>
          <p:nvPr/>
        </p:nvGrpSpPr>
        <p:grpSpPr>
          <a:xfrm>
            <a:off x="8907902" y="5945486"/>
            <a:ext cx="2068903" cy="339321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E8EF0BF3-567B-42B0-2746-AD1D8C4CE9B0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1C315386-6608-68DA-D9D0-9391025C7066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30CF1436-B0B7-9228-9137-25F23EC0B62E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8" name="TextBox 257">
            <a:extLst>
              <a:ext uri="{FF2B5EF4-FFF2-40B4-BE49-F238E27FC236}">
                <a16:creationId xmlns:a16="http://schemas.microsoft.com/office/drawing/2014/main" id="{35CB3488-98C9-5996-8481-F6E8A974208C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850009-8D20-0AF9-1E9C-FC417329A39D}"/>
              </a:ext>
            </a:extLst>
          </p:cNvPr>
          <p:cNvSpPr txBox="1"/>
          <p:nvPr/>
        </p:nvSpPr>
        <p:spPr>
          <a:xfrm>
            <a:off x="6071067" y="4987370"/>
            <a:ext cx="2646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rgbClr val="C00000"/>
                </a:solidFill>
              </a:rPr>
              <a:t>All vectors interact with each other</a:t>
            </a:r>
            <a:endParaRPr kumimoji="1" lang="ko-KR" altLang="en-US" sz="2000" dirty="0">
              <a:solidFill>
                <a:srgbClr val="C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4D2576F-722A-E4F3-08E6-A2022BFFFB71}"/>
              </a:ext>
            </a:extLst>
          </p:cNvPr>
          <p:cNvSpPr/>
          <p:nvPr/>
        </p:nvSpPr>
        <p:spPr>
          <a:xfrm>
            <a:off x="8907902" y="5108352"/>
            <a:ext cx="2068904" cy="465922"/>
          </a:xfrm>
          <a:prstGeom prst="rect">
            <a:avLst/>
          </a:prstGeom>
          <a:solidFill>
            <a:srgbClr val="E3F1D9"/>
          </a:solidFill>
          <a:ln w="12700">
            <a:solidFill>
              <a:srgbClr val="71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800" dirty="0">
                <a:solidFill>
                  <a:schemeClr val="tx1"/>
                </a:solidFill>
              </a:rPr>
              <a:t>Self-Attention</a:t>
            </a:r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388AF2A-F386-C427-8942-6DF4AA434434}"/>
              </a:ext>
            </a:extLst>
          </p:cNvPr>
          <p:cNvSpPr/>
          <p:nvPr/>
        </p:nvSpPr>
        <p:spPr>
          <a:xfrm>
            <a:off x="9806353" y="4601086"/>
            <a:ext cx="272002" cy="2720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dirty="0">
                <a:solidFill>
                  <a:schemeClr val="tx1"/>
                </a:solidFill>
              </a:rPr>
              <a:t>+</a:t>
            </a:r>
            <a:endParaRPr kumimoji="1"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C696529-E332-DBB1-A6EB-0B1B6B86045B}"/>
              </a:ext>
            </a:extLst>
          </p:cNvPr>
          <p:cNvSpPr/>
          <p:nvPr/>
        </p:nvSpPr>
        <p:spPr>
          <a:xfrm>
            <a:off x="8800855" y="5629313"/>
            <a:ext cx="325943" cy="3006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C3619C9-01FA-41A1-B50F-4562AFDFB8AB}"/>
              </a:ext>
            </a:extLst>
          </p:cNvPr>
          <p:cNvGrpSpPr/>
          <p:nvPr/>
        </p:nvGrpSpPr>
        <p:grpSpPr>
          <a:xfrm>
            <a:off x="9186188" y="5574274"/>
            <a:ext cx="1512330" cy="371211"/>
            <a:chOff x="9412134" y="5014476"/>
            <a:chExt cx="1198179" cy="562744"/>
          </a:xfrm>
        </p:grpSpPr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23B5F22B-0D9E-6A50-869D-424D802D40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2134" y="5014476"/>
              <a:ext cx="0" cy="5627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B699B9BD-28C0-193C-ABAC-23E2E54D89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1224" y="5014476"/>
              <a:ext cx="0" cy="5627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4E75847D-144E-5C4C-F631-65E86C1A42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0313" y="5014476"/>
              <a:ext cx="0" cy="5627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A0A4CB0-21CF-5677-C233-2EF6C2BD94B9}"/>
              </a:ext>
            </a:extLst>
          </p:cNvPr>
          <p:cNvCxnSpPr>
            <a:cxnSpLocks/>
            <a:stCxn id="11" idx="0"/>
            <a:endCxn id="12" idx="4"/>
          </p:cNvCxnSpPr>
          <p:nvPr/>
        </p:nvCxnSpPr>
        <p:spPr>
          <a:xfrm flipV="1">
            <a:off x="9942354" y="4873088"/>
            <a:ext cx="0" cy="2352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[E] 19">
            <a:extLst>
              <a:ext uri="{FF2B5EF4-FFF2-40B4-BE49-F238E27FC236}">
                <a16:creationId xmlns:a16="http://schemas.microsoft.com/office/drawing/2014/main" id="{F233F29A-19ED-C5A2-0A47-7D178969EFB8}"/>
              </a:ext>
            </a:extLst>
          </p:cNvPr>
          <p:cNvCxnSpPr>
            <a:endCxn id="13" idx="3"/>
          </p:cNvCxnSpPr>
          <p:nvPr/>
        </p:nvCxnSpPr>
        <p:spPr>
          <a:xfrm rot="16200000" flipV="1">
            <a:off x="9073568" y="5832865"/>
            <a:ext cx="165852" cy="59390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1A816C75-B6C8-CFE5-D4CD-C40361F40E62}"/>
              </a:ext>
            </a:extLst>
          </p:cNvPr>
          <p:cNvCxnSpPr>
            <a:cxnSpLocks/>
            <a:stCxn id="13" idx="3"/>
            <a:endCxn id="13" idx="1"/>
          </p:cNvCxnSpPr>
          <p:nvPr/>
        </p:nvCxnSpPr>
        <p:spPr>
          <a:xfrm flipH="1">
            <a:off x="8800855" y="5779634"/>
            <a:ext cx="32594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[E] 21">
            <a:extLst>
              <a:ext uri="{FF2B5EF4-FFF2-40B4-BE49-F238E27FC236}">
                <a16:creationId xmlns:a16="http://schemas.microsoft.com/office/drawing/2014/main" id="{16142871-59F4-F5EC-90C9-37F880AF8C17}"/>
              </a:ext>
            </a:extLst>
          </p:cNvPr>
          <p:cNvCxnSpPr>
            <a:cxnSpLocks/>
            <a:stCxn id="13" idx="1"/>
            <a:endCxn id="12" idx="2"/>
          </p:cNvCxnSpPr>
          <p:nvPr/>
        </p:nvCxnSpPr>
        <p:spPr>
          <a:xfrm rot="10800000" flipH="1">
            <a:off x="8800854" y="4737088"/>
            <a:ext cx="1005498" cy="1042548"/>
          </a:xfrm>
          <a:prstGeom prst="bentConnector3">
            <a:avLst>
              <a:gd name="adj1" fmla="val -2869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[E] 22">
            <a:extLst>
              <a:ext uri="{FF2B5EF4-FFF2-40B4-BE49-F238E27FC236}">
                <a16:creationId xmlns:a16="http://schemas.microsoft.com/office/drawing/2014/main" id="{B32C2943-FC2A-5398-FEF3-B5427881B856}"/>
              </a:ext>
            </a:extLst>
          </p:cNvPr>
          <p:cNvCxnSpPr>
            <a:cxnSpLocks/>
            <a:endCxn id="13" idx="3"/>
          </p:cNvCxnSpPr>
          <p:nvPr/>
        </p:nvCxnSpPr>
        <p:spPr>
          <a:xfrm rot="16200000" flipV="1">
            <a:off x="9451651" y="5454782"/>
            <a:ext cx="165852" cy="815556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[E] 23">
            <a:extLst>
              <a:ext uri="{FF2B5EF4-FFF2-40B4-BE49-F238E27FC236}">
                <a16:creationId xmlns:a16="http://schemas.microsoft.com/office/drawing/2014/main" id="{E93CFCE0-17FA-E4BB-A635-6EE9D8B3A7E7}"/>
              </a:ext>
            </a:extLst>
          </p:cNvPr>
          <p:cNvCxnSpPr>
            <a:cxnSpLocks/>
            <a:endCxn id="13" idx="3"/>
          </p:cNvCxnSpPr>
          <p:nvPr/>
        </p:nvCxnSpPr>
        <p:spPr>
          <a:xfrm rot="16200000" flipV="1">
            <a:off x="9829732" y="5076700"/>
            <a:ext cx="165852" cy="1571720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AE77B38-ED3E-9263-FA69-78565F9ADF13}"/>
              </a:ext>
            </a:extLst>
          </p:cNvPr>
          <p:cNvSpPr txBox="1"/>
          <p:nvPr/>
        </p:nvSpPr>
        <p:spPr>
          <a:xfrm>
            <a:off x="6071067" y="4429324"/>
            <a:ext cx="264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rgbClr val="C00000"/>
                </a:solidFill>
              </a:rPr>
              <a:t>Residual connection</a:t>
            </a:r>
            <a:endParaRPr kumimoji="1" lang="ko-KR" altLang="en-US" sz="2000" dirty="0">
              <a:solidFill>
                <a:srgbClr val="C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C832565-B6C2-90A1-EAE8-4A205EE89B45}"/>
              </a:ext>
            </a:extLst>
          </p:cNvPr>
          <p:cNvSpPr/>
          <p:nvPr/>
        </p:nvSpPr>
        <p:spPr>
          <a:xfrm>
            <a:off x="8907903" y="3902202"/>
            <a:ext cx="2068902" cy="465921"/>
          </a:xfrm>
          <a:prstGeom prst="rect">
            <a:avLst/>
          </a:prstGeom>
          <a:solidFill>
            <a:srgbClr val="FBE6D7"/>
          </a:solidFill>
          <a:ln w="12700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800" dirty="0">
                <a:solidFill>
                  <a:schemeClr val="tx1"/>
                </a:solidFill>
              </a:rPr>
              <a:t>Layer Norm</a:t>
            </a:r>
            <a:endParaRPr kumimoji="1"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48A86DF-1C46-61D7-957A-DA249390B84F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9942354" y="4368123"/>
            <a:ext cx="0" cy="2329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900C0D-52F1-9941-72B6-BF62B6F77320}"/>
                  </a:ext>
                </a:extLst>
              </p:cNvPr>
              <p:cNvSpPr txBox="1"/>
              <p:nvPr/>
            </p:nvSpPr>
            <p:spPr>
              <a:xfrm>
                <a:off x="517772" y="1041077"/>
                <a:ext cx="4180403" cy="51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kumimoji="1" lang="en-US" altLang="ko-KR" sz="2800" b="1" u="sng" dirty="0">
                    <a:solidFill>
                      <a:schemeClr val="tx1"/>
                    </a:solidFill>
                  </a:rPr>
                  <a:t>Layer normalization:</a:t>
                </a: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Scale: </a:t>
                </a:r>
                <a14:m>
                  <m:oMath xmlns:m="http://schemas.openxmlformats.org/officeDocument/2006/math"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Shift: </a:t>
                </a:r>
                <a14:m>
                  <m:oMath xmlns:m="http://schemas.openxmlformats.org/officeDocument/2006/math"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kumimoji="1" lang="en-US" altLang="ko-KR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kumimoji="1" lang="en-US" altLang="ko-KR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ko-KR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ko-KR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kumimoji="1" lang="en-US" altLang="ko-KR" sz="2400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ko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ko-KR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pHide m:val="on"/>
                                <m:ctrlPr>
                                  <a:rPr kumimoji="1" lang="en-US" altLang="ko-KR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kumimoji="1" lang="en-US" altLang="ko-KR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kumimoji="1" lang="en-US" altLang="ko-KR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ko-KR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kumimoji="1" lang="en-US" altLang="ko-KR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ko-KR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kumimoji="1" lang="en-US" altLang="ko-KR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den>
                        </m:f>
                      </m:e>
                    </m:rad>
                  </m:oMath>
                </a14:m>
                <a:r>
                  <a:rPr kumimoji="1" lang="en-US" altLang="ko-KR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kumimoji="1" lang="en-US" altLang="ko-KR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en-US" altLang="ko-KR" sz="2400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kumimoji="1" lang="en-US" altLang="ko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kumimoji="1" lang="en-US" altLang="ko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kumimoji="1" lang="en-US" altLang="ko-KR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kumimoji="1" lang="ko-KR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900C0D-52F1-9941-72B6-BF62B6F77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72" y="1041077"/>
                <a:ext cx="4180403" cy="5101205"/>
              </a:xfrm>
              <a:prstGeom prst="rect">
                <a:avLst/>
              </a:prstGeom>
              <a:blipFill>
                <a:blip r:embed="rId8"/>
                <a:stretch>
                  <a:fillRect l="-3021" t="-14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CBBA2C-C095-C829-A470-502A8D00D17B}"/>
                  </a:ext>
                </a:extLst>
              </p:cNvPr>
              <p:cNvSpPr txBox="1"/>
              <p:nvPr/>
            </p:nvSpPr>
            <p:spPr>
              <a:xfrm>
                <a:off x="3532640" y="1041077"/>
                <a:ext cx="3565576" cy="378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800"/>
                  </a:spcAft>
                </a:pPr>
                <a:endParaRPr kumimoji="1" lang="en-US" altLang="ko-KR" sz="2800" b="1" u="sng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(Shape: D) </a:t>
                </a: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(Shape: D) </a:t>
                </a: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(Shape: D) </a:t>
                </a: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(Scalar)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kumimoji="1" lang="en-US" altLang="ko-KR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kumimoji="1" lang="en-US" altLang="ko-KR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kumimoji="1" lang="en-US" altLang="ko-KR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kumimoji="1" lang="en-US" altLang="ko-KR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ko-KR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ko-KR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(Scalar)</a:t>
                </a:r>
                <a:r>
                  <a:rPr kumimoji="1" lang="en-US" altLang="ko-KR" sz="2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ko-KR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ko-KR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pHide m:val="on"/>
                                <m:ctrlPr>
                                  <a:rPr kumimoji="1" lang="en-US" altLang="ko-KR" sz="2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kumimoji="1" lang="en-US" altLang="ko-KR" sz="2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kumimoji="1" lang="en-US" altLang="ko-KR" sz="24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ko-KR" sz="24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kumimoji="1" lang="en-US" altLang="ko-KR" sz="24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ko-KR" sz="24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kumimoji="1" lang="en-US" altLang="ko-KR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den>
                        </m:f>
                      </m:e>
                    </m:rad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endParaRPr kumimoji="1" lang="ko-KR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CBBA2C-C095-C829-A470-502A8D00D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640" y="1041077"/>
                <a:ext cx="3565576" cy="3782510"/>
              </a:xfrm>
              <a:prstGeom prst="rect">
                <a:avLst/>
              </a:prstGeom>
              <a:blipFill>
                <a:blip r:embed="rId9"/>
                <a:stretch>
                  <a:fillRect l="-28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03648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DD9DE-DCE1-B734-8FB7-EE5CB892F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07F2C-FB0C-FBC7-338C-7776CC816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Transformers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AB21E5-3B09-C3A6-6BF4-23CE5052F1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113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746220-3F60-579E-AC45-E452016EF32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B7D54C1-0B80-F098-6491-DB68834099D0}"/>
              </a:ext>
            </a:extLst>
          </p:cNvPr>
          <p:cNvGrpSpPr/>
          <p:nvPr/>
        </p:nvGrpSpPr>
        <p:grpSpPr>
          <a:xfrm>
            <a:off x="8907902" y="5945486"/>
            <a:ext cx="2068903" cy="339321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1ADE46B1-E4F9-33E3-CA8A-8863CF47D1E5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06544A72-AC8D-B5A5-3C1D-229FB03FE2FD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A4FB569D-BBD5-E53D-0ABE-4BEB9173969F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8" name="TextBox 257">
            <a:extLst>
              <a:ext uri="{FF2B5EF4-FFF2-40B4-BE49-F238E27FC236}">
                <a16:creationId xmlns:a16="http://schemas.microsoft.com/office/drawing/2014/main" id="{E2544EBA-3EF2-D26F-57BE-D6CC1413F022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0077C8-FAA1-F972-7509-0712199094F7}"/>
              </a:ext>
            </a:extLst>
          </p:cNvPr>
          <p:cNvSpPr txBox="1"/>
          <p:nvPr/>
        </p:nvSpPr>
        <p:spPr>
          <a:xfrm>
            <a:off x="6071067" y="4987370"/>
            <a:ext cx="2646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rgbClr val="C00000"/>
                </a:solidFill>
              </a:rPr>
              <a:t>All vectors interact with each other</a:t>
            </a:r>
            <a:endParaRPr kumimoji="1" lang="ko-KR" altLang="en-US" sz="2000" dirty="0">
              <a:solidFill>
                <a:srgbClr val="C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8519440-2739-099A-EB91-7AA6CDC89065}"/>
              </a:ext>
            </a:extLst>
          </p:cNvPr>
          <p:cNvSpPr/>
          <p:nvPr/>
        </p:nvSpPr>
        <p:spPr>
          <a:xfrm>
            <a:off x="8907902" y="5108352"/>
            <a:ext cx="2068904" cy="465922"/>
          </a:xfrm>
          <a:prstGeom prst="rect">
            <a:avLst/>
          </a:prstGeom>
          <a:solidFill>
            <a:srgbClr val="E3F1D9"/>
          </a:solidFill>
          <a:ln w="12700">
            <a:solidFill>
              <a:srgbClr val="71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800" dirty="0">
                <a:solidFill>
                  <a:schemeClr val="tx1"/>
                </a:solidFill>
              </a:rPr>
              <a:t>Self-Attention</a:t>
            </a:r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9187DE0-09C3-B8B0-47E2-904846E7A4C2}"/>
              </a:ext>
            </a:extLst>
          </p:cNvPr>
          <p:cNvSpPr/>
          <p:nvPr/>
        </p:nvSpPr>
        <p:spPr>
          <a:xfrm>
            <a:off x="9806353" y="4601086"/>
            <a:ext cx="272002" cy="2720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dirty="0">
                <a:solidFill>
                  <a:schemeClr val="tx1"/>
                </a:solidFill>
              </a:rPr>
              <a:t>+</a:t>
            </a:r>
            <a:endParaRPr kumimoji="1"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605900-B54C-D5A4-3CEB-4BAC3C9E81EF}"/>
              </a:ext>
            </a:extLst>
          </p:cNvPr>
          <p:cNvSpPr/>
          <p:nvPr/>
        </p:nvSpPr>
        <p:spPr>
          <a:xfrm>
            <a:off x="8800855" y="5629313"/>
            <a:ext cx="325943" cy="3006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88CD20C-D989-BAC4-B0B6-493979E811FF}"/>
              </a:ext>
            </a:extLst>
          </p:cNvPr>
          <p:cNvGrpSpPr/>
          <p:nvPr/>
        </p:nvGrpSpPr>
        <p:grpSpPr>
          <a:xfrm>
            <a:off x="9186188" y="5574274"/>
            <a:ext cx="1512330" cy="371211"/>
            <a:chOff x="9412134" y="5014476"/>
            <a:chExt cx="1198179" cy="562744"/>
          </a:xfrm>
        </p:grpSpPr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FA11F745-082B-17EC-5017-1C02AA7BC1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2134" y="5014476"/>
              <a:ext cx="0" cy="5627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C6FCD891-A4D7-CC1E-2372-5D5677D2D1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1224" y="5014476"/>
              <a:ext cx="0" cy="5627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B5692B4F-A1F7-D568-E51C-7331525277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0313" y="5014476"/>
              <a:ext cx="0" cy="5627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640CB45-88AB-09E3-0911-9F87E84FAA19}"/>
              </a:ext>
            </a:extLst>
          </p:cNvPr>
          <p:cNvCxnSpPr>
            <a:cxnSpLocks/>
            <a:stCxn id="11" idx="0"/>
            <a:endCxn id="12" idx="4"/>
          </p:cNvCxnSpPr>
          <p:nvPr/>
        </p:nvCxnSpPr>
        <p:spPr>
          <a:xfrm flipV="1">
            <a:off x="9942354" y="4873088"/>
            <a:ext cx="0" cy="2352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[E] 19">
            <a:extLst>
              <a:ext uri="{FF2B5EF4-FFF2-40B4-BE49-F238E27FC236}">
                <a16:creationId xmlns:a16="http://schemas.microsoft.com/office/drawing/2014/main" id="{7D7EBAC2-6902-EDA3-5234-2E49ABB59D1E}"/>
              </a:ext>
            </a:extLst>
          </p:cNvPr>
          <p:cNvCxnSpPr>
            <a:endCxn id="13" idx="3"/>
          </p:cNvCxnSpPr>
          <p:nvPr/>
        </p:nvCxnSpPr>
        <p:spPr>
          <a:xfrm rot="16200000" flipV="1">
            <a:off x="9073568" y="5832865"/>
            <a:ext cx="165852" cy="59390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637E626-6DBC-4B82-4482-8B64E29D91C7}"/>
              </a:ext>
            </a:extLst>
          </p:cNvPr>
          <p:cNvCxnSpPr>
            <a:cxnSpLocks/>
            <a:stCxn id="13" idx="3"/>
            <a:endCxn id="13" idx="1"/>
          </p:cNvCxnSpPr>
          <p:nvPr/>
        </p:nvCxnSpPr>
        <p:spPr>
          <a:xfrm flipH="1">
            <a:off x="8800855" y="5779634"/>
            <a:ext cx="32594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[E] 21">
            <a:extLst>
              <a:ext uri="{FF2B5EF4-FFF2-40B4-BE49-F238E27FC236}">
                <a16:creationId xmlns:a16="http://schemas.microsoft.com/office/drawing/2014/main" id="{274165F5-3794-B87D-A51C-FF6FE6DD12B4}"/>
              </a:ext>
            </a:extLst>
          </p:cNvPr>
          <p:cNvCxnSpPr>
            <a:cxnSpLocks/>
            <a:stCxn id="13" idx="1"/>
            <a:endCxn id="12" idx="2"/>
          </p:cNvCxnSpPr>
          <p:nvPr/>
        </p:nvCxnSpPr>
        <p:spPr>
          <a:xfrm rot="10800000" flipH="1">
            <a:off x="8800854" y="4737088"/>
            <a:ext cx="1005498" cy="1042548"/>
          </a:xfrm>
          <a:prstGeom prst="bentConnector3">
            <a:avLst>
              <a:gd name="adj1" fmla="val -2869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[E] 22">
            <a:extLst>
              <a:ext uri="{FF2B5EF4-FFF2-40B4-BE49-F238E27FC236}">
                <a16:creationId xmlns:a16="http://schemas.microsoft.com/office/drawing/2014/main" id="{91E09402-328A-239C-D0D8-94B43C049E48}"/>
              </a:ext>
            </a:extLst>
          </p:cNvPr>
          <p:cNvCxnSpPr>
            <a:cxnSpLocks/>
            <a:endCxn id="13" idx="3"/>
          </p:cNvCxnSpPr>
          <p:nvPr/>
        </p:nvCxnSpPr>
        <p:spPr>
          <a:xfrm rot="16200000" flipV="1">
            <a:off x="9451651" y="5454782"/>
            <a:ext cx="165852" cy="815556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[E] 23">
            <a:extLst>
              <a:ext uri="{FF2B5EF4-FFF2-40B4-BE49-F238E27FC236}">
                <a16:creationId xmlns:a16="http://schemas.microsoft.com/office/drawing/2014/main" id="{646A1C5C-2F57-C840-B76A-5B097C7A3327}"/>
              </a:ext>
            </a:extLst>
          </p:cNvPr>
          <p:cNvCxnSpPr>
            <a:cxnSpLocks/>
            <a:endCxn id="13" idx="3"/>
          </p:cNvCxnSpPr>
          <p:nvPr/>
        </p:nvCxnSpPr>
        <p:spPr>
          <a:xfrm rot="16200000" flipV="1">
            <a:off x="9829732" y="5076700"/>
            <a:ext cx="165852" cy="1571720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2832153-CCF5-8061-04E3-AB84CBF8ABDC}"/>
              </a:ext>
            </a:extLst>
          </p:cNvPr>
          <p:cNvSpPr txBox="1"/>
          <p:nvPr/>
        </p:nvSpPr>
        <p:spPr>
          <a:xfrm>
            <a:off x="6071067" y="4429324"/>
            <a:ext cx="264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rgbClr val="C00000"/>
                </a:solidFill>
              </a:rPr>
              <a:t>Residual connection</a:t>
            </a:r>
            <a:endParaRPr kumimoji="1" lang="ko-KR" altLang="en-US" sz="2000" dirty="0">
              <a:solidFill>
                <a:srgbClr val="C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DB0A12-D410-C7AE-0956-BF7795E9E576}"/>
              </a:ext>
            </a:extLst>
          </p:cNvPr>
          <p:cNvSpPr/>
          <p:nvPr/>
        </p:nvSpPr>
        <p:spPr>
          <a:xfrm>
            <a:off x="8907903" y="3902202"/>
            <a:ext cx="2068902" cy="465921"/>
          </a:xfrm>
          <a:prstGeom prst="rect">
            <a:avLst/>
          </a:prstGeom>
          <a:solidFill>
            <a:srgbClr val="FBE6D7"/>
          </a:solidFill>
          <a:ln w="12700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800" dirty="0">
                <a:solidFill>
                  <a:schemeClr val="tx1"/>
                </a:solidFill>
              </a:rPr>
              <a:t>Layer Norm</a:t>
            </a:r>
            <a:endParaRPr kumimoji="1"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EDC43F8-BDC2-D377-6827-D07C5200DC83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9942354" y="4368123"/>
            <a:ext cx="0" cy="2329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C15D3CA-9EE4-AA29-08A4-1773E2B5BDAA}"/>
                  </a:ext>
                </a:extLst>
              </p:cNvPr>
              <p:cNvSpPr txBox="1"/>
              <p:nvPr/>
            </p:nvSpPr>
            <p:spPr>
              <a:xfrm>
                <a:off x="517772" y="1041077"/>
                <a:ext cx="4180403" cy="51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kumimoji="1" lang="en-US" altLang="ko-KR" sz="2800" b="1" u="sng" dirty="0">
                    <a:solidFill>
                      <a:schemeClr val="tx1"/>
                    </a:solidFill>
                  </a:rPr>
                  <a:t>Layer normalization:</a:t>
                </a: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Scale: </a:t>
                </a:r>
                <a14:m>
                  <m:oMath xmlns:m="http://schemas.openxmlformats.org/officeDocument/2006/math"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Shift: </a:t>
                </a:r>
                <a14:m>
                  <m:oMath xmlns:m="http://schemas.openxmlformats.org/officeDocument/2006/math"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kumimoji="1" lang="en-US" altLang="ko-KR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kumimoji="1" lang="en-US" altLang="ko-KR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ko-KR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ko-KR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kumimoji="1" lang="en-US" altLang="ko-KR" sz="2400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ko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ko-KR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pHide m:val="on"/>
                                <m:ctrlPr>
                                  <a:rPr kumimoji="1" lang="en-US" altLang="ko-KR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kumimoji="1" lang="en-US" altLang="ko-KR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kumimoji="1" lang="en-US" altLang="ko-KR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ko-KR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kumimoji="1" lang="en-US" altLang="ko-KR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ko-KR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kumimoji="1" lang="en-US" altLang="ko-KR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den>
                        </m:f>
                      </m:e>
                    </m:rad>
                  </m:oMath>
                </a14:m>
                <a:r>
                  <a:rPr kumimoji="1" lang="en-US" altLang="ko-KR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kumimoji="1" lang="en-US" altLang="ko-KR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en-US" altLang="ko-KR" sz="2400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kumimoji="1" lang="en-US" altLang="ko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kumimoji="1" lang="en-US" altLang="ko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kumimoji="1" lang="en-US" altLang="ko-KR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kumimoji="1" lang="ko-KR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C15D3CA-9EE4-AA29-08A4-1773E2B5B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72" y="1041077"/>
                <a:ext cx="4180403" cy="5101205"/>
              </a:xfrm>
              <a:prstGeom prst="rect">
                <a:avLst/>
              </a:prstGeom>
              <a:blipFill>
                <a:blip r:embed="rId8"/>
                <a:stretch>
                  <a:fillRect l="-3021" t="-14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4DC8E7-CDC4-B0E7-6216-E7A0CC8FA0CE}"/>
                  </a:ext>
                </a:extLst>
              </p:cNvPr>
              <p:cNvSpPr txBox="1"/>
              <p:nvPr/>
            </p:nvSpPr>
            <p:spPr>
              <a:xfrm>
                <a:off x="3532640" y="1041077"/>
                <a:ext cx="3565576" cy="378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800"/>
                  </a:spcAft>
                </a:pPr>
                <a:endParaRPr kumimoji="1" lang="en-US" altLang="ko-KR" sz="2800" b="1" u="sng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(Shape: D) </a:t>
                </a: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(Shape: D) </a:t>
                </a: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(Shape: D) </a:t>
                </a: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(Scalar)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kumimoji="1" lang="en-US" altLang="ko-KR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kumimoji="1" lang="en-US" altLang="ko-KR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kumimoji="1" lang="en-US" altLang="ko-KR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kumimoji="1" lang="en-US" altLang="ko-KR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ko-KR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ko-KR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(Scalar)</a:t>
                </a:r>
                <a:r>
                  <a:rPr kumimoji="1" lang="en-US" altLang="ko-KR" sz="2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ko-KR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ko-KR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pHide m:val="on"/>
                                <m:ctrlPr>
                                  <a:rPr kumimoji="1" lang="en-US" altLang="ko-KR" sz="2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kumimoji="1" lang="en-US" altLang="ko-KR" sz="2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kumimoji="1" lang="en-US" altLang="ko-KR" sz="24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ko-KR" sz="24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kumimoji="1" lang="en-US" altLang="ko-KR" sz="24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ko-KR" sz="24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kumimoji="1" lang="en-US" altLang="ko-KR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den>
                        </m:f>
                      </m:e>
                    </m:rad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endParaRPr kumimoji="1" lang="ko-KR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4DC8E7-CDC4-B0E7-6216-E7A0CC8FA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640" y="1041077"/>
                <a:ext cx="3565576" cy="3782510"/>
              </a:xfrm>
              <a:prstGeom prst="rect">
                <a:avLst/>
              </a:prstGeom>
              <a:blipFill>
                <a:blip r:embed="rId9"/>
                <a:stretch>
                  <a:fillRect l="-28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그룹 8">
            <a:extLst>
              <a:ext uri="{FF2B5EF4-FFF2-40B4-BE49-F238E27FC236}">
                <a16:creationId xmlns:a16="http://schemas.microsoft.com/office/drawing/2014/main" id="{5E83BB81-7867-72C6-23F4-31153DD5B14B}"/>
              </a:ext>
            </a:extLst>
          </p:cNvPr>
          <p:cNvGrpSpPr/>
          <p:nvPr/>
        </p:nvGrpSpPr>
        <p:grpSpPr>
          <a:xfrm>
            <a:off x="8907902" y="3060917"/>
            <a:ext cx="2068903" cy="339321"/>
            <a:chOff x="8198547" y="5378798"/>
            <a:chExt cx="1639137" cy="312877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6473ECE-FC46-AC0D-EBB2-A71E3ED3BE16}"/>
                </a:ext>
              </a:extLst>
            </p:cNvPr>
            <p:cNvSpPr/>
            <p:nvPr/>
          </p:nvSpPr>
          <p:spPr>
            <a:xfrm>
              <a:off x="8198547" y="5378798"/>
              <a:ext cx="440958" cy="312877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MLP</a:t>
              </a:r>
              <a:endParaRPr kumimoji="1" lang="ko-KR" altLang="en-US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617988B-E619-6369-E8CA-92B69E61D4FF}"/>
                </a:ext>
              </a:extLst>
            </p:cNvPr>
            <p:cNvSpPr/>
            <p:nvPr/>
          </p:nvSpPr>
          <p:spPr>
            <a:xfrm>
              <a:off x="8797637" y="5378798"/>
              <a:ext cx="440958" cy="312877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MLP</a:t>
              </a:r>
              <a:endParaRPr kumimoji="1" lang="ko-KR" altLang="en-US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8CA24D25-E4FE-A700-DF91-A74734F32A22}"/>
                </a:ext>
              </a:extLst>
            </p:cNvPr>
            <p:cNvSpPr/>
            <p:nvPr/>
          </p:nvSpPr>
          <p:spPr>
            <a:xfrm>
              <a:off x="9396726" y="5378798"/>
              <a:ext cx="440958" cy="312877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MLP</a:t>
              </a:r>
              <a:endParaRPr kumimoji="1"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8" name="꺾인 연결선[E] 27">
            <a:extLst>
              <a:ext uri="{FF2B5EF4-FFF2-40B4-BE49-F238E27FC236}">
                <a16:creationId xmlns:a16="http://schemas.microsoft.com/office/drawing/2014/main" id="{43E2F395-147E-095D-2CCB-4FF2830ED216}"/>
              </a:ext>
            </a:extLst>
          </p:cNvPr>
          <p:cNvCxnSpPr>
            <a:cxnSpLocks/>
            <a:endCxn id="27" idx="2"/>
          </p:cNvCxnSpPr>
          <p:nvPr/>
        </p:nvCxnSpPr>
        <p:spPr>
          <a:xfrm rot="5400000" flipH="1" flipV="1">
            <a:off x="10069454" y="3273139"/>
            <a:ext cx="501964" cy="75616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[E] 28">
            <a:extLst>
              <a:ext uri="{FF2B5EF4-FFF2-40B4-BE49-F238E27FC236}">
                <a16:creationId xmlns:a16="http://schemas.microsoft.com/office/drawing/2014/main" id="{14457367-A2B1-E265-645D-C6382AD2645F}"/>
              </a:ext>
            </a:extLst>
          </p:cNvPr>
          <p:cNvCxnSpPr>
            <a:cxnSpLocks/>
            <a:endCxn id="10" idx="2"/>
          </p:cNvCxnSpPr>
          <p:nvPr/>
        </p:nvCxnSpPr>
        <p:spPr>
          <a:xfrm rot="16200000" flipV="1">
            <a:off x="9313290" y="3273138"/>
            <a:ext cx="501964" cy="75616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90B7ED1B-F1A0-46ED-BBB1-B3D9509D1646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9942354" y="3400238"/>
            <a:ext cx="0" cy="5019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06A3D3F-A419-1D1D-D396-A055B52E24D3}"/>
              </a:ext>
            </a:extLst>
          </p:cNvPr>
          <p:cNvSpPr txBox="1"/>
          <p:nvPr/>
        </p:nvSpPr>
        <p:spPr>
          <a:xfrm>
            <a:off x="6071067" y="2932332"/>
            <a:ext cx="2646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rgbClr val="C00000"/>
                </a:solidFill>
              </a:rPr>
              <a:t>MLP independently on each vector</a:t>
            </a:r>
            <a:endParaRPr kumimoji="1" lang="ko-KR" alt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41509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237C0-0FAB-F8A2-6C87-CE73E857F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8AA8F-D09E-238D-502A-40C1D7F69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Transformers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DBCF05-CBAC-3AC0-11FF-239C2F6408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114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63275-47E3-5034-7E00-6E5C289AF71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A62B5965-3007-D32B-E0E5-A0E920461492}"/>
              </a:ext>
            </a:extLst>
          </p:cNvPr>
          <p:cNvGrpSpPr/>
          <p:nvPr/>
        </p:nvGrpSpPr>
        <p:grpSpPr>
          <a:xfrm>
            <a:off x="8907902" y="5945486"/>
            <a:ext cx="2068903" cy="339321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8A5ABC3E-EC67-D320-4450-F743ED094A5A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7E853E74-EFAD-AA9C-E323-0D7318517BBC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1DD2E69E-58FB-6F6F-C4B0-57C5FC45D48D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8" name="TextBox 257">
            <a:extLst>
              <a:ext uri="{FF2B5EF4-FFF2-40B4-BE49-F238E27FC236}">
                <a16:creationId xmlns:a16="http://schemas.microsoft.com/office/drawing/2014/main" id="{B82BCA3E-FADF-0433-6399-772D817CF266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51618B-BDB3-D9F4-D5DD-7DDF78897962}"/>
              </a:ext>
            </a:extLst>
          </p:cNvPr>
          <p:cNvSpPr txBox="1"/>
          <p:nvPr/>
        </p:nvSpPr>
        <p:spPr>
          <a:xfrm>
            <a:off x="6071067" y="4987370"/>
            <a:ext cx="2646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rgbClr val="C00000"/>
                </a:solidFill>
              </a:rPr>
              <a:t>All vectors interact with each other</a:t>
            </a:r>
            <a:endParaRPr kumimoji="1" lang="ko-KR" altLang="en-US" sz="2000" dirty="0">
              <a:solidFill>
                <a:srgbClr val="C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E4C8C33-B07E-375A-6FE8-E0C54D1D7D98}"/>
              </a:ext>
            </a:extLst>
          </p:cNvPr>
          <p:cNvSpPr/>
          <p:nvPr/>
        </p:nvSpPr>
        <p:spPr>
          <a:xfrm>
            <a:off x="8907902" y="5108352"/>
            <a:ext cx="2068904" cy="465922"/>
          </a:xfrm>
          <a:prstGeom prst="rect">
            <a:avLst/>
          </a:prstGeom>
          <a:solidFill>
            <a:srgbClr val="E3F1D9"/>
          </a:solidFill>
          <a:ln w="12700">
            <a:solidFill>
              <a:srgbClr val="71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800" dirty="0">
                <a:solidFill>
                  <a:schemeClr val="tx1"/>
                </a:solidFill>
              </a:rPr>
              <a:t>Self-Attention</a:t>
            </a:r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1FA8BF2-3438-9421-C67B-EF034B30DBA6}"/>
              </a:ext>
            </a:extLst>
          </p:cNvPr>
          <p:cNvSpPr/>
          <p:nvPr/>
        </p:nvSpPr>
        <p:spPr>
          <a:xfrm>
            <a:off x="9806353" y="4601086"/>
            <a:ext cx="272002" cy="2720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dirty="0">
                <a:solidFill>
                  <a:schemeClr val="tx1"/>
                </a:solidFill>
              </a:rPr>
              <a:t>+</a:t>
            </a:r>
            <a:endParaRPr kumimoji="1"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AE4B142-21AB-3B58-5AA2-837E0D69B18D}"/>
              </a:ext>
            </a:extLst>
          </p:cNvPr>
          <p:cNvSpPr/>
          <p:nvPr/>
        </p:nvSpPr>
        <p:spPr>
          <a:xfrm>
            <a:off x="8800855" y="5629313"/>
            <a:ext cx="325943" cy="3006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DBC591C-8480-7A18-AE68-331256503824}"/>
              </a:ext>
            </a:extLst>
          </p:cNvPr>
          <p:cNvGrpSpPr/>
          <p:nvPr/>
        </p:nvGrpSpPr>
        <p:grpSpPr>
          <a:xfrm>
            <a:off x="9186188" y="5574274"/>
            <a:ext cx="1512330" cy="371211"/>
            <a:chOff x="9412134" y="5014476"/>
            <a:chExt cx="1198179" cy="562744"/>
          </a:xfrm>
        </p:grpSpPr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6DBFD8E9-C5D3-CAB4-9DD0-A9198CE865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2134" y="5014476"/>
              <a:ext cx="0" cy="5627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C0F72BE5-0659-775C-8C96-C84084CE02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1224" y="5014476"/>
              <a:ext cx="0" cy="5627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285FB111-F8DC-E546-729C-8271B69D9F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0313" y="5014476"/>
              <a:ext cx="0" cy="5627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38014F8-0177-6528-A34F-E7AC9516F1C3}"/>
              </a:ext>
            </a:extLst>
          </p:cNvPr>
          <p:cNvCxnSpPr>
            <a:cxnSpLocks/>
            <a:stCxn id="11" idx="0"/>
            <a:endCxn id="12" idx="4"/>
          </p:cNvCxnSpPr>
          <p:nvPr/>
        </p:nvCxnSpPr>
        <p:spPr>
          <a:xfrm flipV="1">
            <a:off x="9942354" y="4873088"/>
            <a:ext cx="0" cy="2352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[E] 19">
            <a:extLst>
              <a:ext uri="{FF2B5EF4-FFF2-40B4-BE49-F238E27FC236}">
                <a16:creationId xmlns:a16="http://schemas.microsoft.com/office/drawing/2014/main" id="{DF1E5F1C-439F-7C2E-92D7-83A9C7C03293}"/>
              </a:ext>
            </a:extLst>
          </p:cNvPr>
          <p:cNvCxnSpPr>
            <a:endCxn id="13" idx="3"/>
          </p:cNvCxnSpPr>
          <p:nvPr/>
        </p:nvCxnSpPr>
        <p:spPr>
          <a:xfrm rot="16200000" flipV="1">
            <a:off x="9073568" y="5832865"/>
            <a:ext cx="165852" cy="59390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49440C7-8E76-4328-8558-D7C121B04314}"/>
              </a:ext>
            </a:extLst>
          </p:cNvPr>
          <p:cNvCxnSpPr>
            <a:cxnSpLocks/>
            <a:stCxn id="13" idx="3"/>
            <a:endCxn id="13" idx="1"/>
          </p:cNvCxnSpPr>
          <p:nvPr/>
        </p:nvCxnSpPr>
        <p:spPr>
          <a:xfrm flipH="1">
            <a:off x="8800855" y="5779634"/>
            <a:ext cx="32594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[E] 21">
            <a:extLst>
              <a:ext uri="{FF2B5EF4-FFF2-40B4-BE49-F238E27FC236}">
                <a16:creationId xmlns:a16="http://schemas.microsoft.com/office/drawing/2014/main" id="{614C5C31-D12C-1E6F-6966-B1DE042576C9}"/>
              </a:ext>
            </a:extLst>
          </p:cNvPr>
          <p:cNvCxnSpPr>
            <a:cxnSpLocks/>
            <a:stCxn id="13" idx="1"/>
            <a:endCxn id="12" idx="2"/>
          </p:cNvCxnSpPr>
          <p:nvPr/>
        </p:nvCxnSpPr>
        <p:spPr>
          <a:xfrm rot="10800000" flipH="1">
            <a:off x="8800854" y="4737088"/>
            <a:ext cx="1005498" cy="1042548"/>
          </a:xfrm>
          <a:prstGeom prst="bentConnector3">
            <a:avLst>
              <a:gd name="adj1" fmla="val -2869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[E] 22">
            <a:extLst>
              <a:ext uri="{FF2B5EF4-FFF2-40B4-BE49-F238E27FC236}">
                <a16:creationId xmlns:a16="http://schemas.microsoft.com/office/drawing/2014/main" id="{337656FB-3C63-31B5-426A-744E792B6114}"/>
              </a:ext>
            </a:extLst>
          </p:cNvPr>
          <p:cNvCxnSpPr>
            <a:cxnSpLocks/>
            <a:endCxn id="13" idx="3"/>
          </p:cNvCxnSpPr>
          <p:nvPr/>
        </p:nvCxnSpPr>
        <p:spPr>
          <a:xfrm rot="16200000" flipV="1">
            <a:off x="9451651" y="5454782"/>
            <a:ext cx="165852" cy="815556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[E] 23">
            <a:extLst>
              <a:ext uri="{FF2B5EF4-FFF2-40B4-BE49-F238E27FC236}">
                <a16:creationId xmlns:a16="http://schemas.microsoft.com/office/drawing/2014/main" id="{2C1F1848-718A-A9DF-973E-C8466DBAE2CB}"/>
              </a:ext>
            </a:extLst>
          </p:cNvPr>
          <p:cNvCxnSpPr>
            <a:cxnSpLocks/>
            <a:endCxn id="13" idx="3"/>
          </p:cNvCxnSpPr>
          <p:nvPr/>
        </p:nvCxnSpPr>
        <p:spPr>
          <a:xfrm rot="16200000" flipV="1">
            <a:off x="9829732" y="5076700"/>
            <a:ext cx="165852" cy="1571720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8546FA6-DAF6-0D8F-5B3A-F8967C38B276}"/>
              </a:ext>
            </a:extLst>
          </p:cNvPr>
          <p:cNvSpPr txBox="1"/>
          <p:nvPr/>
        </p:nvSpPr>
        <p:spPr>
          <a:xfrm>
            <a:off x="6071067" y="4429324"/>
            <a:ext cx="264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rgbClr val="C00000"/>
                </a:solidFill>
              </a:rPr>
              <a:t>Residual connection</a:t>
            </a:r>
            <a:endParaRPr kumimoji="1" lang="ko-KR" altLang="en-US" sz="2000" dirty="0">
              <a:solidFill>
                <a:srgbClr val="C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6F1C2C5-D057-944E-7A0A-EB0C92C70F04}"/>
              </a:ext>
            </a:extLst>
          </p:cNvPr>
          <p:cNvSpPr/>
          <p:nvPr/>
        </p:nvSpPr>
        <p:spPr>
          <a:xfrm>
            <a:off x="8907903" y="3902202"/>
            <a:ext cx="2068902" cy="465921"/>
          </a:xfrm>
          <a:prstGeom prst="rect">
            <a:avLst/>
          </a:prstGeom>
          <a:solidFill>
            <a:srgbClr val="FBE6D7"/>
          </a:solidFill>
          <a:ln w="12700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800" dirty="0">
                <a:solidFill>
                  <a:schemeClr val="tx1"/>
                </a:solidFill>
              </a:rPr>
              <a:t>Layer Norm</a:t>
            </a:r>
            <a:endParaRPr kumimoji="1"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75E3DBD-832A-1EEC-6157-3F96882F2BA2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9942354" y="4368123"/>
            <a:ext cx="0" cy="2329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75023E-2AD5-3E40-21D5-1588D3250917}"/>
                  </a:ext>
                </a:extLst>
              </p:cNvPr>
              <p:cNvSpPr txBox="1"/>
              <p:nvPr/>
            </p:nvSpPr>
            <p:spPr>
              <a:xfrm>
                <a:off x="517772" y="1041077"/>
                <a:ext cx="4180403" cy="51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kumimoji="1" lang="en-US" altLang="ko-KR" sz="2800" b="1" u="sng" dirty="0">
                    <a:solidFill>
                      <a:schemeClr val="tx1"/>
                    </a:solidFill>
                  </a:rPr>
                  <a:t>Layer normalization:</a:t>
                </a: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Scale: </a:t>
                </a:r>
                <a14:m>
                  <m:oMath xmlns:m="http://schemas.openxmlformats.org/officeDocument/2006/math"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Shift: </a:t>
                </a:r>
                <a14:m>
                  <m:oMath xmlns:m="http://schemas.openxmlformats.org/officeDocument/2006/math"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kumimoji="1" lang="en-US" altLang="ko-KR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kumimoji="1" lang="en-US" altLang="ko-KR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ko-KR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ko-KR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kumimoji="1" lang="en-US" altLang="ko-KR" sz="2400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ko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ko-KR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pHide m:val="on"/>
                                <m:ctrlPr>
                                  <a:rPr kumimoji="1" lang="en-US" altLang="ko-KR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kumimoji="1" lang="en-US" altLang="ko-KR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kumimoji="1" lang="en-US" altLang="ko-KR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ko-KR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kumimoji="1" lang="en-US" altLang="ko-KR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ko-KR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kumimoji="1" lang="en-US" altLang="ko-KR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den>
                        </m:f>
                      </m:e>
                    </m:rad>
                  </m:oMath>
                </a14:m>
                <a:r>
                  <a:rPr kumimoji="1" lang="en-US" altLang="ko-KR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kumimoji="1" lang="en-US" altLang="ko-KR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en-US" altLang="ko-KR" sz="2400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kumimoji="1" lang="en-US" altLang="ko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kumimoji="1" lang="en-US" altLang="ko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kumimoji="1" lang="en-US" altLang="ko-KR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kumimoji="1" lang="ko-KR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75023E-2AD5-3E40-21D5-1588D3250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72" y="1041077"/>
                <a:ext cx="4180403" cy="5101205"/>
              </a:xfrm>
              <a:prstGeom prst="rect">
                <a:avLst/>
              </a:prstGeom>
              <a:blipFill>
                <a:blip r:embed="rId8"/>
                <a:stretch>
                  <a:fillRect l="-3021" t="-14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E460C2-8C06-CE46-5D2D-171B88FEFD01}"/>
                  </a:ext>
                </a:extLst>
              </p:cNvPr>
              <p:cNvSpPr txBox="1"/>
              <p:nvPr/>
            </p:nvSpPr>
            <p:spPr>
              <a:xfrm>
                <a:off x="3532640" y="1041077"/>
                <a:ext cx="3565576" cy="378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800"/>
                  </a:spcAft>
                </a:pPr>
                <a:endParaRPr kumimoji="1" lang="en-US" altLang="ko-KR" sz="2800" b="1" u="sng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(Shape: D) </a:t>
                </a: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(Shape: D) </a:t>
                </a: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(Shape: D) </a:t>
                </a: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(Scalar)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kumimoji="1" lang="en-US" altLang="ko-KR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kumimoji="1" lang="en-US" altLang="ko-KR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kumimoji="1" lang="en-US" altLang="ko-KR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kumimoji="1" lang="en-US" altLang="ko-KR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ko-KR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ko-KR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(Scalar)</a:t>
                </a:r>
                <a:r>
                  <a:rPr kumimoji="1" lang="en-US" altLang="ko-KR" sz="2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ko-KR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ko-KR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pHide m:val="on"/>
                                <m:ctrlPr>
                                  <a:rPr kumimoji="1" lang="en-US" altLang="ko-KR" sz="2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kumimoji="1" lang="en-US" altLang="ko-KR" sz="2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kumimoji="1" lang="en-US" altLang="ko-KR" sz="24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ko-KR" sz="24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kumimoji="1" lang="en-US" altLang="ko-KR" sz="24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ko-KR" sz="24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kumimoji="1" lang="en-US" altLang="ko-KR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den>
                        </m:f>
                      </m:e>
                    </m:rad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endParaRPr kumimoji="1" lang="ko-KR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E460C2-8C06-CE46-5D2D-171B88FEF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640" y="1041077"/>
                <a:ext cx="3565576" cy="3782510"/>
              </a:xfrm>
              <a:prstGeom prst="rect">
                <a:avLst/>
              </a:prstGeom>
              <a:blipFill>
                <a:blip r:embed="rId9"/>
                <a:stretch>
                  <a:fillRect l="-28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그룹 8">
            <a:extLst>
              <a:ext uri="{FF2B5EF4-FFF2-40B4-BE49-F238E27FC236}">
                <a16:creationId xmlns:a16="http://schemas.microsoft.com/office/drawing/2014/main" id="{D05D5239-450D-6ECD-9A42-87313DC47CED}"/>
              </a:ext>
            </a:extLst>
          </p:cNvPr>
          <p:cNvGrpSpPr/>
          <p:nvPr/>
        </p:nvGrpSpPr>
        <p:grpSpPr>
          <a:xfrm>
            <a:off x="8907902" y="3060917"/>
            <a:ext cx="2068903" cy="339321"/>
            <a:chOff x="8198547" y="5378798"/>
            <a:chExt cx="1639137" cy="312877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4730DE9-9CAE-C014-C602-DCDD7EFC7A9D}"/>
                </a:ext>
              </a:extLst>
            </p:cNvPr>
            <p:cNvSpPr/>
            <p:nvPr/>
          </p:nvSpPr>
          <p:spPr>
            <a:xfrm>
              <a:off x="8198547" y="5378798"/>
              <a:ext cx="440958" cy="312877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MLP</a:t>
              </a:r>
              <a:endParaRPr kumimoji="1" lang="ko-KR" altLang="en-US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83D0D7CE-79FE-13C1-3513-FE7AD1287C2E}"/>
                </a:ext>
              </a:extLst>
            </p:cNvPr>
            <p:cNvSpPr/>
            <p:nvPr/>
          </p:nvSpPr>
          <p:spPr>
            <a:xfrm>
              <a:off x="8797637" y="5378798"/>
              <a:ext cx="440958" cy="312877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MLP</a:t>
              </a:r>
              <a:endParaRPr kumimoji="1" lang="ko-KR" altLang="en-US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9A13607-280C-2D37-2272-028BBD1C69E9}"/>
                </a:ext>
              </a:extLst>
            </p:cNvPr>
            <p:cNvSpPr/>
            <p:nvPr/>
          </p:nvSpPr>
          <p:spPr>
            <a:xfrm>
              <a:off x="9396726" y="5378798"/>
              <a:ext cx="440958" cy="312877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MLP</a:t>
              </a:r>
              <a:endParaRPr kumimoji="1"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8" name="꺾인 연결선[E] 27">
            <a:extLst>
              <a:ext uri="{FF2B5EF4-FFF2-40B4-BE49-F238E27FC236}">
                <a16:creationId xmlns:a16="http://schemas.microsoft.com/office/drawing/2014/main" id="{78477DF8-E9B6-7893-7839-B1A2A6A11233}"/>
              </a:ext>
            </a:extLst>
          </p:cNvPr>
          <p:cNvCxnSpPr>
            <a:cxnSpLocks/>
            <a:endCxn id="27" idx="2"/>
          </p:cNvCxnSpPr>
          <p:nvPr/>
        </p:nvCxnSpPr>
        <p:spPr>
          <a:xfrm rot="5400000" flipH="1" flipV="1">
            <a:off x="10069454" y="3273139"/>
            <a:ext cx="501964" cy="75616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[E] 28">
            <a:extLst>
              <a:ext uri="{FF2B5EF4-FFF2-40B4-BE49-F238E27FC236}">
                <a16:creationId xmlns:a16="http://schemas.microsoft.com/office/drawing/2014/main" id="{FBCEDEAA-A98A-F4D6-C0CC-2B74557FD3A2}"/>
              </a:ext>
            </a:extLst>
          </p:cNvPr>
          <p:cNvCxnSpPr>
            <a:cxnSpLocks/>
            <a:endCxn id="10" idx="2"/>
          </p:cNvCxnSpPr>
          <p:nvPr/>
        </p:nvCxnSpPr>
        <p:spPr>
          <a:xfrm rot="16200000" flipV="1">
            <a:off x="9313290" y="3273138"/>
            <a:ext cx="501964" cy="75616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C9EC452-36AA-24E5-43F3-D526B1CD3701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9942354" y="3400238"/>
            <a:ext cx="0" cy="5019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0CFCC53-D783-5B7B-87B5-5B32A5E56B02}"/>
              </a:ext>
            </a:extLst>
          </p:cNvPr>
          <p:cNvCxnSpPr>
            <a:cxnSpLocks/>
            <a:stCxn id="25" idx="0"/>
            <a:endCxn id="32" idx="4"/>
          </p:cNvCxnSpPr>
          <p:nvPr/>
        </p:nvCxnSpPr>
        <p:spPr>
          <a:xfrm flipV="1">
            <a:off x="9942354" y="2714039"/>
            <a:ext cx="0" cy="3468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811EF79D-DF87-E7B4-4901-3A56284F6B9A}"/>
              </a:ext>
            </a:extLst>
          </p:cNvPr>
          <p:cNvSpPr/>
          <p:nvPr/>
        </p:nvSpPr>
        <p:spPr>
          <a:xfrm>
            <a:off x="9806353" y="2442037"/>
            <a:ext cx="272002" cy="2720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dirty="0">
                <a:solidFill>
                  <a:schemeClr val="tx1"/>
                </a:solidFill>
              </a:rPr>
              <a:t>+</a:t>
            </a:r>
            <a:endParaRPr kumimoji="1" lang="ko-KR" altLang="en-US" sz="2400" dirty="0">
              <a:solidFill>
                <a:schemeClr val="tx1"/>
              </a:solidFill>
            </a:endParaRPr>
          </a:p>
        </p:txBody>
      </p:sp>
      <p:cxnSp>
        <p:nvCxnSpPr>
          <p:cNvPr id="33" name="꺾인 연결선[E] 32">
            <a:extLst>
              <a:ext uri="{FF2B5EF4-FFF2-40B4-BE49-F238E27FC236}">
                <a16:creationId xmlns:a16="http://schemas.microsoft.com/office/drawing/2014/main" id="{90960732-4195-EB9E-2C8D-7E308F35DB7C}"/>
              </a:ext>
            </a:extLst>
          </p:cNvPr>
          <p:cNvCxnSpPr>
            <a:cxnSpLocks/>
            <a:stCxn id="27" idx="0"/>
            <a:endCxn id="32" idx="4"/>
          </p:cNvCxnSpPr>
          <p:nvPr/>
        </p:nvCxnSpPr>
        <p:spPr>
          <a:xfrm rot="16200000" flipV="1">
            <a:off x="10146998" y="2509396"/>
            <a:ext cx="346879" cy="75616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꺾인 연결선[E] 33">
            <a:extLst>
              <a:ext uri="{FF2B5EF4-FFF2-40B4-BE49-F238E27FC236}">
                <a16:creationId xmlns:a16="http://schemas.microsoft.com/office/drawing/2014/main" id="{608E7D78-ABB7-626B-C977-1B50A459ACD5}"/>
              </a:ext>
            </a:extLst>
          </p:cNvPr>
          <p:cNvCxnSpPr>
            <a:cxnSpLocks/>
            <a:stCxn id="10" idx="0"/>
            <a:endCxn id="32" idx="4"/>
          </p:cNvCxnSpPr>
          <p:nvPr/>
        </p:nvCxnSpPr>
        <p:spPr>
          <a:xfrm rot="5400000" flipH="1" flipV="1">
            <a:off x="9390832" y="2509396"/>
            <a:ext cx="346879" cy="75616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A2E22CD-594D-FA22-B47C-CA5376907017}"/>
              </a:ext>
            </a:extLst>
          </p:cNvPr>
          <p:cNvSpPr/>
          <p:nvPr/>
        </p:nvSpPr>
        <p:spPr>
          <a:xfrm>
            <a:off x="8800855" y="3640218"/>
            <a:ext cx="325943" cy="3006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36" name="꺾인 연결선[E] 35">
            <a:extLst>
              <a:ext uri="{FF2B5EF4-FFF2-40B4-BE49-F238E27FC236}">
                <a16:creationId xmlns:a16="http://schemas.microsoft.com/office/drawing/2014/main" id="{52E8D35F-0FDD-47B9-4010-F665CDB19CF7}"/>
              </a:ext>
            </a:extLst>
          </p:cNvPr>
          <p:cNvCxnSpPr>
            <a:cxnSpLocks/>
            <a:endCxn id="35" idx="3"/>
          </p:cNvCxnSpPr>
          <p:nvPr/>
        </p:nvCxnSpPr>
        <p:spPr>
          <a:xfrm rot="16200000" flipV="1">
            <a:off x="9478746" y="3438594"/>
            <a:ext cx="111662" cy="815556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ADA0986-04D5-2BBF-0439-37FD252C6ADD}"/>
              </a:ext>
            </a:extLst>
          </p:cNvPr>
          <p:cNvCxnSpPr>
            <a:cxnSpLocks/>
            <a:stCxn id="35" idx="3"/>
            <a:endCxn id="35" idx="1"/>
          </p:cNvCxnSpPr>
          <p:nvPr/>
        </p:nvCxnSpPr>
        <p:spPr>
          <a:xfrm flipH="1">
            <a:off x="8800855" y="3790540"/>
            <a:ext cx="32594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[E] 37">
            <a:extLst>
              <a:ext uri="{FF2B5EF4-FFF2-40B4-BE49-F238E27FC236}">
                <a16:creationId xmlns:a16="http://schemas.microsoft.com/office/drawing/2014/main" id="{3A40FD30-5C37-9B38-9449-F99C89ABFAE5}"/>
              </a:ext>
            </a:extLst>
          </p:cNvPr>
          <p:cNvCxnSpPr>
            <a:cxnSpLocks/>
            <a:stCxn id="35" idx="1"/>
            <a:endCxn id="32" idx="2"/>
          </p:cNvCxnSpPr>
          <p:nvPr/>
        </p:nvCxnSpPr>
        <p:spPr>
          <a:xfrm rot="10800000" flipH="1">
            <a:off x="8800854" y="2578038"/>
            <a:ext cx="1005498" cy="1212503"/>
          </a:xfrm>
          <a:prstGeom prst="bentConnector3">
            <a:avLst>
              <a:gd name="adj1" fmla="val -2869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466B2D2-DD9C-4E42-08C1-F8072D0FCA83}"/>
              </a:ext>
            </a:extLst>
          </p:cNvPr>
          <p:cNvSpPr txBox="1"/>
          <p:nvPr/>
        </p:nvSpPr>
        <p:spPr>
          <a:xfrm>
            <a:off x="6071067" y="2932332"/>
            <a:ext cx="2646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rgbClr val="C00000"/>
                </a:solidFill>
              </a:rPr>
              <a:t>MLP independently on each vector</a:t>
            </a:r>
            <a:endParaRPr kumimoji="1" lang="ko-KR" altLang="en-US" sz="2000" dirty="0">
              <a:solidFill>
                <a:srgbClr val="C0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E649B3D-5627-6CCB-2574-6E2B6521A7BC}"/>
              </a:ext>
            </a:extLst>
          </p:cNvPr>
          <p:cNvSpPr txBox="1"/>
          <p:nvPr/>
        </p:nvSpPr>
        <p:spPr>
          <a:xfrm>
            <a:off x="6071067" y="2275228"/>
            <a:ext cx="264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rgbClr val="C00000"/>
                </a:solidFill>
              </a:rPr>
              <a:t>Residual connection</a:t>
            </a:r>
            <a:endParaRPr kumimoji="1" lang="ko-KR" alt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85979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BD54B-B5FF-9C2B-AF07-2D78CAA8D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777229-C9DD-2362-94B9-CEB46009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Transformers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8ABC3D-DC85-357A-43F4-CFA8BD7A03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115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B09303-0839-2875-3864-98365C96238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grpSp>
        <p:nvGrpSpPr>
          <p:cNvPr id="257" name="그룹 256">
            <a:extLst>
              <a:ext uri="{FF2B5EF4-FFF2-40B4-BE49-F238E27FC236}">
                <a16:creationId xmlns:a16="http://schemas.microsoft.com/office/drawing/2014/main" id="{ADE59AC9-1104-840F-C13B-51F1D96FE1CB}"/>
              </a:ext>
            </a:extLst>
          </p:cNvPr>
          <p:cNvGrpSpPr/>
          <p:nvPr/>
        </p:nvGrpSpPr>
        <p:grpSpPr>
          <a:xfrm>
            <a:off x="8800854" y="1131771"/>
            <a:ext cx="2175952" cy="5153036"/>
            <a:chOff x="9125326" y="1566371"/>
            <a:chExt cx="1723949" cy="4082615"/>
          </a:xfrm>
        </p:grpSpPr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2E0E2DCF-9AC4-E839-92FA-0B7987EF059D}"/>
                </a:ext>
              </a:extLst>
            </p:cNvPr>
            <p:cNvGrpSpPr/>
            <p:nvPr/>
          </p:nvGrpSpPr>
          <p:grpSpPr>
            <a:xfrm>
              <a:off x="9210137" y="5380151"/>
              <a:ext cx="1639137" cy="268835"/>
              <a:chOff x="8198547" y="5378798"/>
              <a:chExt cx="1639137" cy="31287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직사각형 56">
                    <a:extLst>
                      <a:ext uri="{FF2B5EF4-FFF2-40B4-BE49-F238E27FC236}">
                        <a16:creationId xmlns:a16="http://schemas.microsoft.com/office/drawing/2014/main" id="{0D14185F-0628-6AA8-94CA-705130537846}"/>
                      </a:ext>
                    </a:extLst>
                  </p:cNvPr>
                  <p:cNvSpPr/>
                  <p:nvPr/>
                </p:nvSpPr>
                <p:spPr>
                  <a:xfrm>
                    <a:off x="8198547" y="5378798"/>
                    <a:ext cx="440958" cy="312877"/>
                  </a:xfrm>
                  <a:prstGeom prst="rect">
                    <a:avLst/>
                  </a:prstGeom>
                  <a:solidFill>
                    <a:srgbClr val="DBE4F4"/>
                  </a:solidFill>
                  <a:ln w="12700"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b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ko-KR" altLang="en-US" sz="1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직사각형 6">
                    <a:extLst>
                      <a:ext uri="{FF2B5EF4-FFF2-40B4-BE49-F238E27FC236}">
                        <a16:creationId xmlns:a16="http://schemas.microsoft.com/office/drawing/2014/main" id="{77F9F154-394F-8F71-F11B-59B3A7C9A38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98547" y="5378798"/>
                    <a:ext cx="440958" cy="3128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9444" t="-17391" b="-26087"/>
                    </a:stretch>
                  </a:blipFill>
                  <a:ln w="12700">
                    <a:solidFill>
                      <a:srgbClr val="4472C4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직사각형 57">
                    <a:extLst>
                      <a:ext uri="{FF2B5EF4-FFF2-40B4-BE49-F238E27FC236}">
                        <a16:creationId xmlns:a16="http://schemas.microsoft.com/office/drawing/2014/main" id="{4F54A5B1-FACF-4DF2-8EFD-1DA9F88F41F0}"/>
                      </a:ext>
                    </a:extLst>
                  </p:cNvPr>
                  <p:cNvSpPr/>
                  <p:nvPr/>
                </p:nvSpPr>
                <p:spPr>
                  <a:xfrm>
                    <a:off x="8797637" y="5378798"/>
                    <a:ext cx="440958" cy="312877"/>
                  </a:xfrm>
                  <a:prstGeom prst="rect">
                    <a:avLst/>
                  </a:prstGeom>
                  <a:solidFill>
                    <a:srgbClr val="DBE4F4"/>
                  </a:solidFill>
                  <a:ln w="12700"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b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ko-KR" altLang="en-US" sz="1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직사각형 7">
                    <a:extLst>
                      <a:ext uri="{FF2B5EF4-FFF2-40B4-BE49-F238E27FC236}">
                        <a16:creationId xmlns:a16="http://schemas.microsoft.com/office/drawing/2014/main" id="{D6BDF95E-9AD6-464C-A0B2-09B5DD19BE2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97637" y="5378798"/>
                    <a:ext cx="440958" cy="3128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9444" t="-17391" b="-26087"/>
                    </a:stretch>
                  </a:blipFill>
                  <a:ln w="12700">
                    <a:solidFill>
                      <a:srgbClr val="4472C4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직사각형 58">
                    <a:extLst>
                      <a:ext uri="{FF2B5EF4-FFF2-40B4-BE49-F238E27FC236}">
                        <a16:creationId xmlns:a16="http://schemas.microsoft.com/office/drawing/2014/main" id="{547C686E-FDCE-2809-0EA0-7BFCB61D9161}"/>
                      </a:ext>
                    </a:extLst>
                  </p:cNvPr>
                  <p:cNvSpPr/>
                  <p:nvPr/>
                </p:nvSpPr>
                <p:spPr>
                  <a:xfrm>
                    <a:off x="9396726" y="5378798"/>
                    <a:ext cx="440958" cy="312877"/>
                  </a:xfrm>
                  <a:prstGeom prst="rect">
                    <a:avLst/>
                  </a:prstGeom>
                  <a:solidFill>
                    <a:srgbClr val="DBE4F4"/>
                  </a:solidFill>
                  <a:ln w="12700"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b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1" lang="ko-KR" altLang="en-US" sz="1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직사각형 8">
                    <a:extLst>
                      <a:ext uri="{FF2B5EF4-FFF2-40B4-BE49-F238E27FC236}">
                        <a16:creationId xmlns:a16="http://schemas.microsoft.com/office/drawing/2014/main" id="{A0F8FDE8-0FFD-FD39-3461-970DAAFC53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96726" y="5378798"/>
                    <a:ext cx="440958" cy="3128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8919" t="-17391" b="-26087"/>
                    </a:stretch>
                  </a:blipFill>
                  <a:ln w="12700">
                    <a:solidFill>
                      <a:srgbClr val="4472C4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3225EDA3-5AC7-AB90-C407-0F328F5F7ED9}"/>
                </a:ext>
              </a:extLst>
            </p:cNvPr>
            <p:cNvGrpSpPr/>
            <p:nvPr/>
          </p:nvGrpSpPr>
          <p:grpSpPr>
            <a:xfrm>
              <a:off x="9210137" y="1566371"/>
              <a:ext cx="1639137" cy="268835"/>
              <a:chOff x="8198547" y="5378798"/>
              <a:chExt cx="1639137" cy="312877"/>
            </a:xfrm>
            <a:solidFill>
              <a:srgbClr val="FFF3CC"/>
            </a:solidFill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직사각형 86">
                    <a:extLst>
                      <a:ext uri="{FF2B5EF4-FFF2-40B4-BE49-F238E27FC236}">
                        <a16:creationId xmlns:a16="http://schemas.microsoft.com/office/drawing/2014/main" id="{2C01F677-DB6E-73BA-F969-77ACA8122E76}"/>
                      </a:ext>
                    </a:extLst>
                  </p:cNvPr>
                  <p:cNvSpPr/>
                  <p:nvPr/>
                </p:nvSpPr>
                <p:spPr>
                  <a:xfrm>
                    <a:off x="8198547" y="5378798"/>
                    <a:ext cx="440958" cy="312877"/>
                  </a:xfrm>
                  <a:prstGeom prst="rect">
                    <a:avLst/>
                  </a:prstGeom>
                  <a:grpFill/>
                  <a:ln w="127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b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ko-KR" altLang="en-US" sz="1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9" name="직사각형 38">
                    <a:extLst>
                      <a:ext uri="{FF2B5EF4-FFF2-40B4-BE49-F238E27FC236}">
                        <a16:creationId xmlns:a16="http://schemas.microsoft.com/office/drawing/2014/main" id="{1CA0561D-2E42-049F-1B24-B02209C8F7D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98547" y="5378798"/>
                    <a:ext cx="440958" cy="312877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16667" t="-17391" b="-21739"/>
                    </a:stretch>
                  </a:blipFill>
                  <a:ln w="12700">
                    <a:solidFill>
                      <a:srgbClr val="FFC000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직사각형 87">
                    <a:extLst>
                      <a:ext uri="{FF2B5EF4-FFF2-40B4-BE49-F238E27FC236}">
                        <a16:creationId xmlns:a16="http://schemas.microsoft.com/office/drawing/2014/main" id="{49B2FFA0-638E-CB29-E9AF-F5BFB7537387}"/>
                      </a:ext>
                    </a:extLst>
                  </p:cNvPr>
                  <p:cNvSpPr/>
                  <p:nvPr/>
                </p:nvSpPr>
                <p:spPr>
                  <a:xfrm>
                    <a:off x="8797637" y="5378798"/>
                    <a:ext cx="440958" cy="312877"/>
                  </a:xfrm>
                  <a:prstGeom prst="rect">
                    <a:avLst/>
                  </a:prstGeom>
                  <a:grpFill/>
                  <a:ln w="127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b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ko-KR" altLang="en-US" sz="1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직사각형 39">
                    <a:extLst>
                      <a:ext uri="{FF2B5EF4-FFF2-40B4-BE49-F238E27FC236}">
                        <a16:creationId xmlns:a16="http://schemas.microsoft.com/office/drawing/2014/main" id="{4DD7FF58-D379-B3F1-15EC-7981FA67102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97637" y="5378798"/>
                    <a:ext cx="440958" cy="312877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l="-19444" t="-17391" b="-21739"/>
                    </a:stretch>
                  </a:blipFill>
                  <a:ln w="12700">
                    <a:solidFill>
                      <a:srgbClr val="FFC000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직사각형 88">
                    <a:extLst>
                      <a:ext uri="{FF2B5EF4-FFF2-40B4-BE49-F238E27FC236}">
                        <a16:creationId xmlns:a16="http://schemas.microsoft.com/office/drawing/2014/main" id="{627F8764-EB2B-4037-4D2F-E5E06E62C85B}"/>
                      </a:ext>
                    </a:extLst>
                  </p:cNvPr>
                  <p:cNvSpPr/>
                  <p:nvPr/>
                </p:nvSpPr>
                <p:spPr>
                  <a:xfrm>
                    <a:off x="9396726" y="5378798"/>
                    <a:ext cx="440958" cy="312877"/>
                  </a:xfrm>
                  <a:prstGeom prst="rect">
                    <a:avLst/>
                  </a:prstGeom>
                  <a:grpFill/>
                  <a:ln w="127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b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1" lang="ko-KR" altLang="en-US" sz="1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" name="직사각형 40">
                    <a:extLst>
                      <a:ext uri="{FF2B5EF4-FFF2-40B4-BE49-F238E27FC236}">
                        <a16:creationId xmlns:a16="http://schemas.microsoft.com/office/drawing/2014/main" id="{0988B393-E885-3CC2-659A-82DFD84583A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96726" y="5378798"/>
                    <a:ext cx="440958" cy="312877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l="-16216" t="-17391" b="-21739"/>
                    </a:stretch>
                  </a:blipFill>
                  <a:ln w="12700">
                    <a:solidFill>
                      <a:srgbClr val="FFC000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68CEE1D3-0D14-04AB-5316-5D0035E48D8F}"/>
                </a:ext>
              </a:extLst>
            </p:cNvPr>
            <p:cNvSpPr/>
            <p:nvPr/>
          </p:nvSpPr>
          <p:spPr>
            <a:xfrm>
              <a:off x="9210137" y="4716912"/>
              <a:ext cx="1639138" cy="369138"/>
            </a:xfrm>
            <a:prstGeom prst="rect">
              <a:avLst/>
            </a:prstGeom>
            <a:solidFill>
              <a:srgbClr val="E3F1D9"/>
            </a:solidFill>
            <a:ln w="12700">
              <a:solidFill>
                <a:srgbClr val="71AD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800" dirty="0">
                  <a:solidFill>
                    <a:schemeClr val="tx1"/>
                  </a:solidFill>
                </a:rPr>
                <a:t>Self-Attention</a:t>
              </a:r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FC38D0C7-342C-6FFB-2D9C-F4C2D4F6725B}"/>
                </a:ext>
              </a:extLst>
            </p:cNvPr>
            <p:cNvSpPr/>
            <p:nvPr/>
          </p:nvSpPr>
          <p:spPr>
            <a:xfrm>
              <a:off x="9921956" y="4315018"/>
              <a:ext cx="215500" cy="215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400" dirty="0">
                  <a:solidFill>
                    <a:schemeClr val="tx1"/>
                  </a:solidFill>
                </a:rPr>
                <a:t>+</a:t>
              </a:r>
              <a:endParaRPr kumimoji="1" lang="ko-KR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5FB50DE5-DDE4-AB9E-8759-B6DA0956AA29}"/>
                </a:ext>
              </a:extLst>
            </p:cNvPr>
            <p:cNvSpPr/>
            <p:nvPr/>
          </p:nvSpPr>
          <p:spPr>
            <a:xfrm>
              <a:off x="9125327" y="5129655"/>
              <a:ext cx="258236" cy="2381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247" name="그룹 246">
              <a:extLst>
                <a:ext uri="{FF2B5EF4-FFF2-40B4-BE49-F238E27FC236}">
                  <a16:creationId xmlns:a16="http://schemas.microsoft.com/office/drawing/2014/main" id="{6306446E-245D-67C2-F1C1-28AA4F8102AD}"/>
                </a:ext>
              </a:extLst>
            </p:cNvPr>
            <p:cNvGrpSpPr/>
            <p:nvPr/>
          </p:nvGrpSpPr>
          <p:grpSpPr>
            <a:xfrm>
              <a:off x="9430616" y="5086049"/>
              <a:ext cx="1198179" cy="294101"/>
              <a:chOff x="9412134" y="5014476"/>
              <a:chExt cx="1198179" cy="562744"/>
            </a:xfrm>
          </p:grpSpPr>
          <p:cxnSp>
            <p:nvCxnSpPr>
              <p:cNvPr id="137" name="직선 화살표 연결선 136">
                <a:extLst>
                  <a:ext uri="{FF2B5EF4-FFF2-40B4-BE49-F238E27FC236}">
                    <a16:creationId xmlns:a16="http://schemas.microsoft.com/office/drawing/2014/main" id="{0CE9390C-F645-0722-D692-8614D8D55839}"/>
                  </a:ext>
                </a:extLst>
              </p:cNvPr>
              <p:cNvCxnSpPr>
                <a:cxnSpLocks/>
                <a:stCxn id="57" idx="0"/>
              </p:cNvCxnSpPr>
              <p:nvPr/>
            </p:nvCxnSpPr>
            <p:spPr>
              <a:xfrm flipV="1">
                <a:off x="9412134" y="5014476"/>
                <a:ext cx="0" cy="5627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화살표 연결선 139">
                <a:extLst>
                  <a:ext uri="{FF2B5EF4-FFF2-40B4-BE49-F238E27FC236}">
                    <a16:creationId xmlns:a16="http://schemas.microsoft.com/office/drawing/2014/main" id="{68BA499E-AC3E-279A-7A6D-2167927755FD}"/>
                  </a:ext>
                </a:extLst>
              </p:cNvPr>
              <p:cNvCxnSpPr>
                <a:cxnSpLocks/>
                <a:stCxn id="58" idx="0"/>
              </p:cNvCxnSpPr>
              <p:nvPr/>
            </p:nvCxnSpPr>
            <p:spPr>
              <a:xfrm flipV="1">
                <a:off x="10011224" y="5014476"/>
                <a:ext cx="0" cy="5627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직선 화살표 연결선 143">
                <a:extLst>
                  <a:ext uri="{FF2B5EF4-FFF2-40B4-BE49-F238E27FC236}">
                    <a16:creationId xmlns:a16="http://schemas.microsoft.com/office/drawing/2014/main" id="{8FF39CB5-C067-C5A6-A2E6-8AF268605ACC}"/>
                  </a:ext>
                </a:extLst>
              </p:cNvPr>
              <p:cNvCxnSpPr>
                <a:cxnSpLocks/>
                <a:stCxn id="59" idx="0"/>
              </p:cNvCxnSpPr>
              <p:nvPr/>
            </p:nvCxnSpPr>
            <p:spPr>
              <a:xfrm flipV="1">
                <a:off x="10610313" y="5014476"/>
                <a:ext cx="0" cy="5627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7" name="직선 화살표 연결선 146">
              <a:extLst>
                <a:ext uri="{FF2B5EF4-FFF2-40B4-BE49-F238E27FC236}">
                  <a16:creationId xmlns:a16="http://schemas.microsoft.com/office/drawing/2014/main" id="{C2DC3D95-1168-06F9-EAEC-4E883E7DD605}"/>
                </a:ext>
              </a:extLst>
            </p:cNvPr>
            <p:cNvCxnSpPr>
              <a:cxnSpLocks/>
              <a:stCxn id="131" idx="0"/>
              <a:endCxn id="132" idx="4"/>
            </p:cNvCxnSpPr>
            <p:nvPr/>
          </p:nvCxnSpPr>
          <p:spPr>
            <a:xfrm flipV="1">
              <a:off x="10029706" y="4530518"/>
              <a:ext cx="0" cy="1863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꺾인 연결선[E] 150">
              <a:extLst>
                <a:ext uri="{FF2B5EF4-FFF2-40B4-BE49-F238E27FC236}">
                  <a16:creationId xmlns:a16="http://schemas.microsoft.com/office/drawing/2014/main" id="{FC5BFA16-D7AA-0893-587E-05159DFAE18D}"/>
                </a:ext>
              </a:extLst>
            </p:cNvPr>
            <p:cNvCxnSpPr>
              <a:stCxn id="57" idx="0"/>
              <a:endCxn id="133" idx="3"/>
            </p:cNvCxnSpPr>
            <p:nvPr/>
          </p:nvCxnSpPr>
          <p:spPr>
            <a:xfrm rot="16200000" flipV="1">
              <a:off x="9341390" y="5290924"/>
              <a:ext cx="131400" cy="47053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화살표 연결선 151">
              <a:extLst>
                <a:ext uri="{FF2B5EF4-FFF2-40B4-BE49-F238E27FC236}">
                  <a16:creationId xmlns:a16="http://schemas.microsoft.com/office/drawing/2014/main" id="{35FB1371-D565-F563-9E60-7BCE09F3A1DD}"/>
                </a:ext>
              </a:extLst>
            </p:cNvPr>
            <p:cNvCxnSpPr>
              <a:cxnSpLocks/>
              <a:stCxn id="133" idx="3"/>
              <a:endCxn id="133" idx="1"/>
            </p:cNvCxnSpPr>
            <p:nvPr/>
          </p:nvCxnSpPr>
          <p:spPr>
            <a:xfrm flipH="1">
              <a:off x="9125327" y="5248751"/>
              <a:ext cx="25823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꺾인 연결선[E] 154">
              <a:extLst>
                <a:ext uri="{FF2B5EF4-FFF2-40B4-BE49-F238E27FC236}">
                  <a16:creationId xmlns:a16="http://schemas.microsoft.com/office/drawing/2014/main" id="{4294CC96-61F3-513B-D96D-6466B20D9C44}"/>
                </a:ext>
              </a:extLst>
            </p:cNvPr>
            <p:cNvCxnSpPr>
              <a:cxnSpLocks/>
              <a:stCxn id="133" idx="1"/>
              <a:endCxn id="132" idx="2"/>
            </p:cNvCxnSpPr>
            <p:nvPr/>
          </p:nvCxnSpPr>
          <p:spPr>
            <a:xfrm rot="10800000" flipH="1">
              <a:off x="9125326" y="4422769"/>
              <a:ext cx="796629" cy="825983"/>
            </a:xfrm>
            <a:prstGeom prst="bentConnector3">
              <a:avLst>
                <a:gd name="adj1" fmla="val -28696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꺾인 연결선[E] 157">
              <a:extLst>
                <a:ext uri="{FF2B5EF4-FFF2-40B4-BE49-F238E27FC236}">
                  <a16:creationId xmlns:a16="http://schemas.microsoft.com/office/drawing/2014/main" id="{61C20817-DED0-75EE-9C5C-5967D1B8C5AB}"/>
                </a:ext>
              </a:extLst>
            </p:cNvPr>
            <p:cNvCxnSpPr>
              <a:cxnSpLocks/>
              <a:stCxn id="58" idx="0"/>
              <a:endCxn id="133" idx="3"/>
            </p:cNvCxnSpPr>
            <p:nvPr/>
          </p:nvCxnSpPr>
          <p:spPr>
            <a:xfrm rot="16200000" flipV="1">
              <a:off x="9640935" y="4991379"/>
              <a:ext cx="131400" cy="646143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꺾인 연결선[E] 160">
              <a:extLst>
                <a:ext uri="{FF2B5EF4-FFF2-40B4-BE49-F238E27FC236}">
                  <a16:creationId xmlns:a16="http://schemas.microsoft.com/office/drawing/2014/main" id="{A087E193-13AE-539E-83D3-C188CF0A9FEC}"/>
                </a:ext>
              </a:extLst>
            </p:cNvPr>
            <p:cNvCxnSpPr>
              <a:cxnSpLocks/>
              <a:stCxn id="59" idx="0"/>
              <a:endCxn id="133" idx="3"/>
            </p:cNvCxnSpPr>
            <p:nvPr/>
          </p:nvCxnSpPr>
          <p:spPr>
            <a:xfrm rot="16200000" flipV="1">
              <a:off x="9940479" y="4691835"/>
              <a:ext cx="131400" cy="1245232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FCC16FC3-EBBF-4C4B-E694-649FA290310B}"/>
                </a:ext>
              </a:extLst>
            </p:cNvPr>
            <p:cNvSpPr/>
            <p:nvPr/>
          </p:nvSpPr>
          <p:spPr>
            <a:xfrm>
              <a:off x="9210138" y="3761311"/>
              <a:ext cx="1639136" cy="369137"/>
            </a:xfrm>
            <a:prstGeom prst="rect">
              <a:avLst/>
            </a:prstGeom>
            <a:solidFill>
              <a:srgbClr val="FBE6D7"/>
            </a:solidFill>
            <a:ln w="12700">
              <a:solidFill>
                <a:srgbClr val="ED7D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800" dirty="0">
                  <a:solidFill>
                    <a:schemeClr val="tx1"/>
                  </a:solidFill>
                </a:rPr>
                <a:t>Layer Norm</a:t>
              </a:r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166" name="직선 화살표 연결선 165">
              <a:extLst>
                <a:ext uri="{FF2B5EF4-FFF2-40B4-BE49-F238E27FC236}">
                  <a16:creationId xmlns:a16="http://schemas.microsoft.com/office/drawing/2014/main" id="{996C0423-0711-38C4-E317-A62318A860FA}"/>
                </a:ext>
              </a:extLst>
            </p:cNvPr>
            <p:cNvCxnSpPr>
              <a:cxnSpLocks/>
              <a:stCxn id="132" idx="0"/>
              <a:endCxn id="165" idx="2"/>
            </p:cNvCxnSpPr>
            <p:nvPr/>
          </p:nvCxnSpPr>
          <p:spPr>
            <a:xfrm flipV="1">
              <a:off x="10029706" y="4130448"/>
              <a:ext cx="0" cy="18457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0" name="그룹 169">
              <a:extLst>
                <a:ext uri="{FF2B5EF4-FFF2-40B4-BE49-F238E27FC236}">
                  <a16:creationId xmlns:a16="http://schemas.microsoft.com/office/drawing/2014/main" id="{5B02A138-D6F8-1AC6-75B2-BD0938B992E9}"/>
                </a:ext>
              </a:extLst>
            </p:cNvPr>
            <p:cNvGrpSpPr/>
            <p:nvPr/>
          </p:nvGrpSpPr>
          <p:grpSpPr>
            <a:xfrm>
              <a:off x="9210137" y="3094783"/>
              <a:ext cx="1639137" cy="268835"/>
              <a:chOff x="8198547" y="5378798"/>
              <a:chExt cx="1639137" cy="312877"/>
            </a:xfrm>
          </p:grpSpPr>
          <p:sp>
            <p:nvSpPr>
              <p:cNvPr id="171" name="직사각형 170">
                <a:extLst>
                  <a:ext uri="{FF2B5EF4-FFF2-40B4-BE49-F238E27FC236}">
                    <a16:creationId xmlns:a16="http://schemas.microsoft.com/office/drawing/2014/main" id="{FA45F487-46BE-B6B1-D84E-669688D70C11}"/>
                  </a:ext>
                </a:extLst>
              </p:cNvPr>
              <p:cNvSpPr/>
              <p:nvPr/>
            </p:nvSpPr>
            <p:spPr>
              <a:xfrm>
                <a:off x="8198547" y="5378798"/>
                <a:ext cx="440958" cy="312877"/>
              </a:xfrm>
              <a:prstGeom prst="rect">
                <a:avLst/>
              </a:prstGeom>
              <a:solidFill>
                <a:srgbClr val="EBDBF3"/>
              </a:solidFill>
              <a:ln w="12700">
                <a:solidFill>
                  <a:srgbClr val="BC44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ko-KR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MLP</a:t>
                </a:r>
                <a:endParaRPr kumimoji="1" lang="ko-KR" altLang="en-US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6D7DDAB8-9B23-A2E5-9E46-11009FA290E2}"/>
                  </a:ext>
                </a:extLst>
              </p:cNvPr>
              <p:cNvSpPr/>
              <p:nvPr/>
            </p:nvSpPr>
            <p:spPr>
              <a:xfrm>
                <a:off x="8797637" y="5378798"/>
                <a:ext cx="440958" cy="312877"/>
              </a:xfrm>
              <a:prstGeom prst="rect">
                <a:avLst/>
              </a:prstGeom>
              <a:solidFill>
                <a:srgbClr val="EBDBF3"/>
              </a:solidFill>
              <a:ln w="12700">
                <a:solidFill>
                  <a:srgbClr val="BC44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ko-KR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MLP</a:t>
                </a:r>
                <a:endParaRPr kumimoji="1" lang="ko-KR" altLang="en-US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5A9967C7-3C13-33BB-5D1B-085BB804D2D1}"/>
                  </a:ext>
                </a:extLst>
              </p:cNvPr>
              <p:cNvSpPr/>
              <p:nvPr/>
            </p:nvSpPr>
            <p:spPr>
              <a:xfrm>
                <a:off x="9396726" y="5378798"/>
                <a:ext cx="440958" cy="312877"/>
              </a:xfrm>
              <a:prstGeom prst="rect">
                <a:avLst/>
              </a:prstGeom>
              <a:solidFill>
                <a:srgbClr val="EBDBF3"/>
              </a:solidFill>
              <a:ln w="12700">
                <a:solidFill>
                  <a:srgbClr val="BC44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ko-KR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MLP</a:t>
                </a:r>
                <a:endParaRPr kumimoji="1" lang="ko-KR" alt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76" name="꺾인 연결선[E] 175">
              <a:extLst>
                <a:ext uri="{FF2B5EF4-FFF2-40B4-BE49-F238E27FC236}">
                  <a16:creationId xmlns:a16="http://schemas.microsoft.com/office/drawing/2014/main" id="{C3FAF3F2-0BED-7BDD-2489-304876573A2E}"/>
                </a:ext>
              </a:extLst>
            </p:cNvPr>
            <p:cNvCxnSpPr>
              <a:cxnSpLocks/>
              <a:stCxn id="165" idx="0"/>
              <a:endCxn id="173" idx="2"/>
            </p:cNvCxnSpPr>
            <p:nvPr/>
          </p:nvCxnSpPr>
          <p:spPr>
            <a:xfrm rot="5400000" flipH="1" flipV="1">
              <a:off x="10130404" y="3262921"/>
              <a:ext cx="397693" cy="599089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꺾인 연결선[E] 178">
              <a:extLst>
                <a:ext uri="{FF2B5EF4-FFF2-40B4-BE49-F238E27FC236}">
                  <a16:creationId xmlns:a16="http://schemas.microsoft.com/office/drawing/2014/main" id="{F75C6412-8F32-FE2B-0DA9-F38FFA5CC783}"/>
                </a:ext>
              </a:extLst>
            </p:cNvPr>
            <p:cNvCxnSpPr>
              <a:cxnSpLocks/>
              <a:stCxn id="165" idx="0"/>
              <a:endCxn id="171" idx="2"/>
            </p:cNvCxnSpPr>
            <p:nvPr/>
          </p:nvCxnSpPr>
          <p:spPr>
            <a:xfrm rot="16200000" flipV="1">
              <a:off x="9531315" y="3262920"/>
              <a:ext cx="397693" cy="599090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직선 화살표 연결선 182">
              <a:extLst>
                <a:ext uri="{FF2B5EF4-FFF2-40B4-BE49-F238E27FC236}">
                  <a16:creationId xmlns:a16="http://schemas.microsoft.com/office/drawing/2014/main" id="{5215E9AB-42B2-DB1D-65D5-AE65943E3192}"/>
                </a:ext>
              </a:extLst>
            </p:cNvPr>
            <p:cNvCxnSpPr>
              <a:cxnSpLocks/>
              <a:stCxn id="165" idx="0"/>
              <a:endCxn id="172" idx="2"/>
            </p:cNvCxnSpPr>
            <p:nvPr/>
          </p:nvCxnSpPr>
          <p:spPr>
            <a:xfrm flipV="1">
              <a:off x="10029706" y="3363618"/>
              <a:ext cx="0" cy="39769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직선 화살표 연결선 185">
              <a:extLst>
                <a:ext uri="{FF2B5EF4-FFF2-40B4-BE49-F238E27FC236}">
                  <a16:creationId xmlns:a16="http://schemas.microsoft.com/office/drawing/2014/main" id="{A58D2863-F419-EABF-3F80-A7A3EA813855}"/>
                </a:ext>
              </a:extLst>
            </p:cNvPr>
            <p:cNvCxnSpPr>
              <a:cxnSpLocks/>
              <a:stCxn id="172" idx="0"/>
              <a:endCxn id="192" idx="4"/>
            </p:cNvCxnSpPr>
            <p:nvPr/>
          </p:nvCxnSpPr>
          <p:spPr>
            <a:xfrm flipV="1">
              <a:off x="10029706" y="2819960"/>
              <a:ext cx="0" cy="27482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타원 191">
              <a:extLst>
                <a:ext uri="{FF2B5EF4-FFF2-40B4-BE49-F238E27FC236}">
                  <a16:creationId xmlns:a16="http://schemas.microsoft.com/office/drawing/2014/main" id="{F989A832-78D3-7A97-F444-44BD4C511BC7}"/>
                </a:ext>
              </a:extLst>
            </p:cNvPr>
            <p:cNvSpPr/>
            <p:nvPr/>
          </p:nvSpPr>
          <p:spPr>
            <a:xfrm>
              <a:off x="9921956" y="2604460"/>
              <a:ext cx="215500" cy="215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400" dirty="0">
                  <a:solidFill>
                    <a:schemeClr val="tx1"/>
                  </a:solidFill>
                </a:rPr>
                <a:t>+</a:t>
              </a:r>
              <a:endParaRPr kumimoji="1" lang="ko-KR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94" name="꺾인 연결선[E] 193">
              <a:extLst>
                <a:ext uri="{FF2B5EF4-FFF2-40B4-BE49-F238E27FC236}">
                  <a16:creationId xmlns:a16="http://schemas.microsoft.com/office/drawing/2014/main" id="{15CA489B-83F8-D38E-48EC-D3C90A70C445}"/>
                </a:ext>
              </a:extLst>
            </p:cNvPr>
            <p:cNvCxnSpPr>
              <a:cxnSpLocks/>
              <a:stCxn id="173" idx="0"/>
              <a:endCxn id="192" idx="4"/>
            </p:cNvCxnSpPr>
            <p:nvPr/>
          </p:nvCxnSpPr>
          <p:spPr>
            <a:xfrm rot="16200000" flipV="1">
              <a:off x="10191840" y="2657827"/>
              <a:ext cx="274823" cy="599089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꺾인 연결선[E] 194">
              <a:extLst>
                <a:ext uri="{FF2B5EF4-FFF2-40B4-BE49-F238E27FC236}">
                  <a16:creationId xmlns:a16="http://schemas.microsoft.com/office/drawing/2014/main" id="{15F2CA03-AAFB-B7FA-DD12-2596A35EBD72}"/>
                </a:ext>
              </a:extLst>
            </p:cNvPr>
            <p:cNvCxnSpPr>
              <a:cxnSpLocks/>
              <a:stCxn id="171" idx="0"/>
              <a:endCxn id="192" idx="4"/>
            </p:cNvCxnSpPr>
            <p:nvPr/>
          </p:nvCxnSpPr>
          <p:spPr>
            <a:xfrm rot="5400000" flipH="1" flipV="1">
              <a:off x="9592750" y="2657827"/>
              <a:ext cx="274823" cy="599090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47AE83BF-16DA-DDDE-EC99-0AD63E4068BD}"/>
                </a:ext>
              </a:extLst>
            </p:cNvPr>
            <p:cNvSpPr/>
            <p:nvPr/>
          </p:nvSpPr>
          <p:spPr>
            <a:xfrm>
              <a:off x="9125327" y="3553748"/>
              <a:ext cx="258236" cy="2381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14" name="꺾인 연결선[E] 213">
              <a:extLst>
                <a:ext uri="{FF2B5EF4-FFF2-40B4-BE49-F238E27FC236}">
                  <a16:creationId xmlns:a16="http://schemas.microsoft.com/office/drawing/2014/main" id="{3C5E8673-AEED-C3AC-EDFD-A9F8DBA6A720}"/>
                </a:ext>
              </a:extLst>
            </p:cNvPr>
            <p:cNvCxnSpPr>
              <a:cxnSpLocks/>
              <a:stCxn id="165" idx="0"/>
              <a:endCxn id="213" idx="3"/>
            </p:cNvCxnSpPr>
            <p:nvPr/>
          </p:nvCxnSpPr>
          <p:spPr>
            <a:xfrm rot="16200000" flipV="1">
              <a:off x="9662402" y="3394006"/>
              <a:ext cx="88467" cy="646143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직선 화살표 연결선 216">
              <a:extLst>
                <a:ext uri="{FF2B5EF4-FFF2-40B4-BE49-F238E27FC236}">
                  <a16:creationId xmlns:a16="http://schemas.microsoft.com/office/drawing/2014/main" id="{02DC40ED-E426-04DF-812F-9A3F2D38C118}"/>
                </a:ext>
              </a:extLst>
            </p:cNvPr>
            <p:cNvCxnSpPr>
              <a:cxnSpLocks/>
              <a:stCxn id="213" idx="3"/>
              <a:endCxn id="213" idx="1"/>
            </p:cNvCxnSpPr>
            <p:nvPr/>
          </p:nvCxnSpPr>
          <p:spPr>
            <a:xfrm flipH="1">
              <a:off x="9125327" y="3672844"/>
              <a:ext cx="25823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꺾인 연결선[E] 221">
              <a:extLst>
                <a:ext uri="{FF2B5EF4-FFF2-40B4-BE49-F238E27FC236}">
                  <a16:creationId xmlns:a16="http://schemas.microsoft.com/office/drawing/2014/main" id="{83608249-5FE1-C424-AB82-29010EF6A0FF}"/>
                </a:ext>
              </a:extLst>
            </p:cNvPr>
            <p:cNvCxnSpPr>
              <a:cxnSpLocks/>
              <a:stCxn id="213" idx="1"/>
              <a:endCxn id="192" idx="2"/>
            </p:cNvCxnSpPr>
            <p:nvPr/>
          </p:nvCxnSpPr>
          <p:spPr>
            <a:xfrm rot="10800000" flipH="1">
              <a:off x="9125326" y="2712210"/>
              <a:ext cx="796629" cy="960634"/>
            </a:xfrm>
            <a:prstGeom prst="bentConnector3">
              <a:avLst>
                <a:gd name="adj1" fmla="val -28696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직선 화살표 연결선 227">
              <a:extLst>
                <a:ext uri="{FF2B5EF4-FFF2-40B4-BE49-F238E27FC236}">
                  <a16:creationId xmlns:a16="http://schemas.microsoft.com/office/drawing/2014/main" id="{BAF6BADE-390D-127E-342B-2C34CACDC70A}"/>
                </a:ext>
              </a:extLst>
            </p:cNvPr>
            <p:cNvCxnSpPr>
              <a:cxnSpLocks/>
              <a:stCxn id="192" idx="0"/>
              <a:endCxn id="236" idx="2"/>
            </p:cNvCxnSpPr>
            <p:nvPr/>
          </p:nvCxnSpPr>
          <p:spPr>
            <a:xfrm flipV="1">
              <a:off x="10029706" y="2427618"/>
              <a:ext cx="0" cy="17684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6" name="직사각형 235">
              <a:extLst>
                <a:ext uri="{FF2B5EF4-FFF2-40B4-BE49-F238E27FC236}">
                  <a16:creationId xmlns:a16="http://schemas.microsoft.com/office/drawing/2014/main" id="{0022F56D-F962-8941-4731-A7CCB9F49363}"/>
                </a:ext>
              </a:extLst>
            </p:cNvPr>
            <p:cNvSpPr/>
            <p:nvPr/>
          </p:nvSpPr>
          <p:spPr>
            <a:xfrm>
              <a:off x="9210138" y="2058481"/>
              <a:ext cx="1639136" cy="369137"/>
            </a:xfrm>
            <a:prstGeom prst="rect">
              <a:avLst/>
            </a:prstGeom>
            <a:solidFill>
              <a:srgbClr val="FBE6D7"/>
            </a:solidFill>
            <a:ln w="12700">
              <a:solidFill>
                <a:srgbClr val="ED7D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800" dirty="0">
                  <a:solidFill>
                    <a:schemeClr val="tx1"/>
                  </a:solidFill>
                </a:rPr>
                <a:t>Layer Norm</a:t>
              </a:r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grpSp>
          <p:nvGrpSpPr>
            <p:cNvPr id="248" name="그룹 247">
              <a:extLst>
                <a:ext uri="{FF2B5EF4-FFF2-40B4-BE49-F238E27FC236}">
                  <a16:creationId xmlns:a16="http://schemas.microsoft.com/office/drawing/2014/main" id="{B255CEEF-AEC5-1E6C-97F6-37ED4BF6A53C}"/>
                </a:ext>
              </a:extLst>
            </p:cNvPr>
            <p:cNvGrpSpPr/>
            <p:nvPr/>
          </p:nvGrpSpPr>
          <p:grpSpPr>
            <a:xfrm>
              <a:off x="9430616" y="1835206"/>
              <a:ext cx="1198179" cy="223275"/>
              <a:chOff x="9412134" y="5165316"/>
              <a:chExt cx="1198179" cy="562744"/>
            </a:xfrm>
          </p:grpSpPr>
          <p:cxnSp>
            <p:nvCxnSpPr>
              <p:cNvPr id="249" name="직선 화살표 연결선 248">
                <a:extLst>
                  <a:ext uri="{FF2B5EF4-FFF2-40B4-BE49-F238E27FC236}">
                    <a16:creationId xmlns:a16="http://schemas.microsoft.com/office/drawing/2014/main" id="{665C807F-F332-F9E2-8A70-8419C16566D1}"/>
                  </a:ext>
                </a:extLst>
              </p:cNvPr>
              <p:cNvCxnSpPr>
                <a:cxnSpLocks/>
                <a:endCxn id="87" idx="2"/>
              </p:cNvCxnSpPr>
              <p:nvPr/>
            </p:nvCxnSpPr>
            <p:spPr>
              <a:xfrm flipV="1">
                <a:off x="9412134" y="5165316"/>
                <a:ext cx="0" cy="5627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직선 화살표 연결선 249">
                <a:extLst>
                  <a:ext uri="{FF2B5EF4-FFF2-40B4-BE49-F238E27FC236}">
                    <a16:creationId xmlns:a16="http://schemas.microsoft.com/office/drawing/2014/main" id="{0217B124-2077-048D-F868-F0586513D573}"/>
                  </a:ext>
                </a:extLst>
              </p:cNvPr>
              <p:cNvCxnSpPr>
                <a:cxnSpLocks/>
                <a:endCxn id="88" idx="2"/>
              </p:cNvCxnSpPr>
              <p:nvPr/>
            </p:nvCxnSpPr>
            <p:spPr>
              <a:xfrm flipV="1">
                <a:off x="10011224" y="5165316"/>
                <a:ext cx="0" cy="5627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직선 화살표 연결선 250">
                <a:extLst>
                  <a:ext uri="{FF2B5EF4-FFF2-40B4-BE49-F238E27FC236}">
                    <a16:creationId xmlns:a16="http://schemas.microsoft.com/office/drawing/2014/main" id="{BC7C4DE0-7A87-048B-7D32-18A235DF54C3}"/>
                  </a:ext>
                </a:extLst>
              </p:cNvPr>
              <p:cNvCxnSpPr>
                <a:cxnSpLocks/>
                <a:endCxn id="89" idx="2"/>
              </p:cNvCxnSpPr>
              <p:nvPr/>
            </p:nvCxnSpPr>
            <p:spPr>
              <a:xfrm flipV="1">
                <a:off x="10610313" y="5165316"/>
                <a:ext cx="0" cy="5627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58" name="TextBox 257">
            <a:extLst>
              <a:ext uri="{FF2B5EF4-FFF2-40B4-BE49-F238E27FC236}">
                <a16:creationId xmlns:a16="http://schemas.microsoft.com/office/drawing/2014/main" id="{03194B5A-B630-3056-630B-C9FB944B6102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AC860463-52A5-176E-CDFF-F6001BACEF6C}"/>
                  </a:ext>
                </a:extLst>
              </p:cNvPr>
              <p:cNvSpPr txBox="1"/>
              <p:nvPr/>
            </p:nvSpPr>
            <p:spPr>
              <a:xfrm>
                <a:off x="517772" y="1041077"/>
                <a:ext cx="4180403" cy="51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kumimoji="1" lang="en-US" altLang="ko-KR" sz="2800" b="1" u="sng" dirty="0">
                    <a:solidFill>
                      <a:schemeClr val="tx1"/>
                    </a:solidFill>
                  </a:rPr>
                  <a:t>Layer normalization:</a:t>
                </a: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Scale: </a:t>
                </a:r>
                <a14:m>
                  <m:oMath xmlns:m="http://schemas.openxmlformats.org/officeDocument/2006/math"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Shift: </a:t>
                </a:r>
                <a14:m>
                  <m:oMath xmlns:m="http://schemas.openxmlformats.org/officeDocument/2006/math"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kumimoji="1" lang="en-US" altLang="ko-KR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kumimoji="1" lang="en-US" altLang="ko-KR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ko-KR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ko-KR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kumimoji="1" lang="en-US" altLang="ko-KR" sz="2400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ko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ko-KR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pHide m:val="on"/>
                                <m:ctrlPr>
                                  <a:rPr kumimoji="1" lang="en-US" altLang="ko-KR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kumimoji="1" lang="en-US" altLang="ko-KR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kumimoji="1" lang="en-US" altLang="ko-KR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ko-KR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kumimoji="1" lang="en-US" altLang="ko-KR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ko-KR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kumimoji="1" lang="en-US" altLang="ko-KR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den>
                        </m:f>
                      </m:e>
                    </m:rad>
                  </m:oMath>
                </a14:m>
                <a:r>
                  <a:rPr kumimoji="1" lang="en-US" altLang="ko-KR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kumimoji="1" lang="en-US" altLang="ko-KR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kumimoji="1" lang="en-US" altLang="ko-KR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en-US" altLang="ko-KR" sz="2400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kumimoji="1" lang="en-US" altLang="ko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kumimoji="1" lang="en-US" altLang="ko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kumimoji="1" lang="en-US" altLang="ko-KR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kumimoji="1" lang="ko-KR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AC860463-52A5-176E-CDFF-F6001BACE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72" y="1041077"/>
                <a:ext cx="4180403" cy="5101205"/>
              </a:xfrm>
              <a:prstGeom prst="rect">
                <a:avLst/>
              </a:prstGeom>
              <a:blipFill>
                <a:blip r:embed="rId34"/>
                <a:stretch>
                  <a:fillRect l="-3021" t="-14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6370BE4F-8940-2AAC-B0F2-90EE82BCF84E}"/>
                  </a:ext>
                </a:extLst>
              </p:cNvPr>
              <p:cNvSpPr txBox="1"/>
              <p:nvPr/>
            </p:nvSpPr>
            <p:spPr>
              <a:xfrm>
                <a:off x="3532640" y="1041077"/>
                <a:ext cx="3565576" cy="378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800"/>
                  </a:spcAft>
                </a:pPr>
                <a:endParaRPr kumimoji="1" lang="en-US" altLang="ko-KR" sz="2800" b="1" u="sng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(Shape: D) </a:t>
                </a: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(Shape: D) </a:t>
                </a: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(Shape: D) </a:t>
                </a: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(Scalar)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kumimoji="1" lang="en-US" altLang="ko-KR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kumimoji="1" lang="en-US" altLang="ko-KR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kumimoji="1" lang="en-US" altLang="ko-KR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kumimoji="1" lang="en-US" altLang="ko-KR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ko-KR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ko-KR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(Scalar)</a:t>
                </a:r>
                <a:r>
                  <a:rPr kumimoji="1" lang="en-US" altLang="ko-KR" sz="2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ko-KR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ko-KR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pHide m:val="on"/>
                                <m:ctrlPr>
                                  <a:rPr kumimoji="1" lang="en-US" altLang="ko-KR" sz="2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kumimoji="1" lang="en-US" altLang="ko-KR" sz="2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kumimoji="1" lang="en-US" altLang="ko-KR" sz="24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ko-KR" sz="24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kumimoji="1" lang="en-US" altLang="ko-KR" sz="24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ko-KR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ko-KR" sz="24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kumimoji="1" lang="en-US" altLang="ko-KR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den>
                        </m:f>
                      </m:e>
                    </m:rad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endParaRPr kumimoji="1" lang="ko-KR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6370BE4F-8940-2AAC-B0F2-90EE82BCF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640" y="1041077"/>
                <a:ext cx="3565576" cy="3782510"/>
              </a:xfrm>
              <a:prstGeom prst="rect">
                <a:avLst/>
              </a:prstGeom>
              <a:blipFill>
                <a:blip r:embed="rId35"/>
                <a:stretch>
                  <a:fillRect l="-28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TextBox 258">
            <a:extLst>
              <a:ext uri="{FF2B5EF4-FFF2-40B4-BE49-F238E27FC236}">
                <a16:creationId xmlns:a16="http://schemas.microsoft.com/office/drawing/2014/main" id="{1D96C626-6775-A42A-3174-31574E730909}"/>
              </a:ext>
            </a:extLst>
          </p:cNvPr>
          <p:cNvSpPr txBox="1"/>
          <p:nvPr/>
        </p:nvSpPr>
        <p:spPr>
          <a:xfrm>
            <a:off x="6071067" y="4987370"/>
            <a:ext cx="2646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rgbClr val="C00000"/>
                </a:solidFill>
              </a:rPr>
              <a:t>All vectors interact with each other</a:t>
            </a:r>
            <a:endParaRPr kumimoji="1" lang="ko-KR" altLang="en-US" sz="2000" dirty="0">
              <a:solidFill>
                <a:srgbClr val="C00000"/>
              </a:solidFill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9F58B799-BB53-3867-FBCA-83E45359F3E1}"/>
              </a:ext>
            </a:extLst>
          </p:cNvPr>
          <p:cNvSpPr txBox="1"/>
          <p:nvPr/>
        </p:nvSpPr>
        <p:spPr>
          <a:xfrm>
            <a:off x="6071067" y="4429324"/>
            <a:ext cx="264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rgbClr val="C00000"/>
                </a:solidFill>
              </a:rPr>
              <a:t>Residual connection</a:t>
            </a:r>
            <a:endParaRPr kumimoji="1" lang="ko-KR" altLang="en-US" sz="2000" dirty="0">
              <a:solidFill>
                <a:srgbClr val="C00000"/>
              </a:solidFill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D04B636C-C6AF-0B51-A83A-977D362F577B}"/>
              </a:ext>
            </a:extLst>
          </p:cNvPr>
          <p:cNvSpPr txBox="1"/>
          <p:nvPr/>
        </p:nvSpPr>
        <p:spPr>
          <a:xfrm>
            <a:off x="6071067" y="2932332"/>
            <a:ext cx="2646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rgbClr val="C00000"/>
                </a:solidFill>
              </a:rPr>
              <a:t>MLP independently on each vector</a:t>
            </a:r>
            <a:endParaRPr kumimoji="1" lang="ko-KR" altLang="en-US" sz="2000" dirty="0">
              <a:solidFill>
                <a:srgbClr val="C00000"/>
              </a:solidFill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B8059C39-69EC-76DA-BC9E-53DB6267775E}"/>
              </a:ext>
            </a:extLst>
          </p:cNvPr>
          <p:cNvSpPr txBox="1"/>
          <p:nvPr/>
        </p:nvSpPr>
        <p:spPr>
          <a:xfrm>
            <a:off x="6071067" y="2275228"/>
            <a:ext cx="264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rgbClr val="C00000"/>
                </a:solidFill>
              </a:rPr>
              <a:t>Residual connection</a:t>
            </a:r>
            <a:endParaRPr kumimoji="1" lang="ko-KR" alt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32048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63DB2-2C12-2A10-6AD2-4F21BBE75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4">
            <a:extLst>
              <a:ext uri="{FF2B5EF4-FFF2-40B4-BE49-F238E27FC236}">
                <a16:creationId xmlns:a16="http://schemas.microsoft.com/office/drawing/2014/main" id="{486E50D0-FCA1-AB0F-4BD7-5CE6B584061D}"/>
              </a:ext>
            </a:extLst>
          </p:cNvPr>
          <p:cNvSpPr/>
          <p:nvPr/>
        </p:nvSpPr>
        <p:spPr>
          <a:xfrm>
            <a:off x="8364406" y="1625502"/>
            <a:ext cx="2754019" cy="4247154"/>
          </a:xfrm>
          <a:custGeom>
            <a:avLst/>
            <a:gdLst/>
            <a:ahLst/>
            <a:cxnLst/>
            <a:rect l="l" t="t" r="r" b="b"/>
            <a:pathLst>
              <a:path w="4227830" h="4118610">
                <a:moveTo>
                  <a:pt x="4227443" y="0"/>
                </a:moveTo>
                <a:lnTo>
                  <a:pt x="0" y="0"/>
                </a:lnTo>
                <a:lnTo>
                  <a:pt x="0" y="4118612"/>
                </a:lnTo>
                <a:lnTo>
                  <a:pt x="4227443" y="4118612"/>
                </a:lnTo>
                <a:lnTo>
                  <a:pt x="422744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7A39833-4964-683B-7114-E897DBE24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Transformers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BDC774-6BD4-9355-002F-491753F0CE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116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7F012D-6287-3DA1-E382-0509E2306EE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grpSp>
        <p:nvGrpSpPr>
          <p:cNvPr id="257" name="그룹 256">
            <a:extLst>
              <a:ext uri="{FF2B5EF4-FFF2-40B4-BE49-F238E27FC236}">
                <a16:creationId xmlns:a16="http://schemas.microsoft.com/office/drawing/2014/main" id="{F4C0E19E-E8A2-3C92-6270-8637F4002ED9}"/>
              </a:ext>
            </a:extLst>
          </p:cNvPr>
          <p:cNvGrpSpPr/>
          <p:nvPr/>
        </p:nvGrpSpPr>
        <p:grpSpPr>
          <a:xfrm>
            <a:off x="8800854" y="1131771"/>
            <a:ext cx="2175952" cy="5153036"/>
            <a:chOff x="9125326" y="1566371"/>
            <a:chExt cx="1723949" cy="4082615"/>
          </a:xfrm>
        </p:grpSpPr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8DFE13B1-C8CD-36FF-DBD7-84799260C855}"/>
                </a:ext>
              </a:extLst>
            </p:cNvPr>
            <p:cNvGrpSpPr/>
            <p:nvPr/>
          </p:nvGrpSpPr>
          <p:grpSpPr>
            <a:xfrm>
              <a:off x="9210137" y="5380151"/>
              <a:ext cx="1639137" cy="268835"/>
              <a:chOff x="8198547" y="5378798"/>
              <a:chExt cx="1639137" cy="31287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직사각형 56">
                    <a:extLst>
                      <a:ext uri="{FF2B5EF4-FFF2-40B4-BE49-F238E27FC236}">
                        <a16:creationId xmlns:a16="http://schemas.microsoft.com/office/drawing/2014/main" id="{A8F1F1B0-B9FA-0FF1-EFE0-033C4E6C18D3}"/>
                      </a:ext>
                    </a:extLst>
                  </p:cNvPr>
                  <p:cNvSpPr/>
                  <p:nvPr/>
                </p:nvSpPr>
                <p:spPr>
                  <a:xfrm>
                    <a:off x="8198547" y="5378798"/>
                    <a:ext cx="440958" cy="312877"/>
                  </a:xfrm>
                  <a:prstGeom prst="rect">
                    <a:avLst/>
                  </a:prstGeom>
                  <a:solidFill>
                    <a:srgbClr val="DBE4F4"/>
                  </a:solidFill>
                  <a:ln w="12700"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b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ko-KR" altLang="en-US" sz="1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직사각형 6">
                    <a:extLst>
                      <a:ext uri="{FF2B5EF4-FFF2-40B4-BE49-F238E27FC236}">
                        <a16:creationId xmlns:a16="http://schemas.microsoft.com/office/drawing/2014/main" id="{77F9F154-394F-8F71-F11B-59B3A7C9A38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98547" y="5378798"/>
                    <a:ext cx="440958" cy="3128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9444" t="-17391" b="-26087"/>
                    </a:stretch>
                  </a:blipFill>
                  <a:ln w="12700">
                    <a:solidFill>
                      <a:srgbClr val="4472C4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직사각형 57">
                    <a:extLst>
                      <a:ext uri="{FF2B5EF4-FFF2-40B4-BE49-F238E27FC236}">
                        <a16:creationId xmlns:a16="http://schemas.microsoft.com/office/drawing/2014/main" id="{8429E84E-B55D-5BD1-3688-4384E552854C}"/>
                      </a:ext>
                    </a:extLst>
                  </p:cNvPr>
                  <p:cNvSpPr/>
                  <p:nvPr/>
                </p:nvSpPr>
                <p:spPr>
                  <a:xfrm>
                    <a:off x="8797637" y="5378798"/>
                    <a:ext cx="440958" cy="312877"/>
                  </a:xfrm>
                  <a:prstGeom prst="rect">
                    <a:avLst/>
                  </a:prstGeom>
                  <a:solidFill>
                    <a:srgbClr val="DBE4F4"/>
                  </a:solidFill>
                  <a:ln w="12700"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b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ko-KR" altLang="en-US" sz="1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직사각형 7">
                    <a:extLst>
                      <a:ext uri="{FF2B5EF4-FFF2-40B4-BE49-F238E27FC236}">
                        <a16:creationId xmlns:a16="http://schemas.microsoft.com/office/drawing/2014/main" id="{D6BDF95E-9AD6-464C-A0B2-09B5DD19BE2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97637" y="5378798"/>
                    <a:ext cx="440958" cy="3128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9444" t="-17391" b="-26087"/>
                    </a:stretch>
                  </a:blipFill>
                  <a:ln w="12700">
                    <a:solidFill>
                      <a:srgbClr val="4472C4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직사각형 58">
                    <a:extLst>
                      <a:ext uri="{FF2B5EF4-FFF2-40B4-BE49-F238E27FC236}">
                        <a16:creationId xmlns:a16="http://schemas.microsoft.com/office/drawing/2014/main" id="{175A9086-B34A-1B75-944E-F7740ADB7ED8}"/>
                      </a:ext>
                    </a:extLst>
                  </p:cNvPr>
                  <p:cNvSpPr/>
                  <p:nvPr/>
                </p:nvSpPr>
                <p:spPr>
                  <a:xfrm>
                    <a:off x="9396726" y="5378798"/>
                    <a:ext cx="440958" cy="312877"/>
                  </a:xfrm>
                  <a:prstGeom prst="rect">
                    <a:avLst/>
                  </a:prstGeom>
                  <a:solidFill>
                    <a:srgbClr val="DBE4F4"/>
                  </a:solidFill>
                  <a:ln w="12700"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b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1" lang="ko-KR" altLang="en-US" sz="1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직사각형 8">
                    <a:extLst>
                      <a:ext uri="{FF2B5EF4-FFF2-40B4-BE49-F238E27FC236}">
                        <a16:creationId xmlns:a16="http://schemas.microsoft.com/office/drawing/2014/main" id="{A0F8FDE8-0FFD-FD39-3461-970DAAFC53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96726" y="5378798"/>
                    <a:ext cx="440958" cy="3128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8919" t="-17391" b="-26087"/>
                    </a:stretch>
                  </a:blipFill>
                  <a:ln w="12700">
                    <a:solidFill>
                      <a:srgbClr val="4472C4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178503F3-59B3-5E8D-3686-CC0096252C8E}"/>
                </a:ext>
              </a:extLst>
            </p:cNvPr>
            <p:cNvGrpSpPr/>
            <p:nvPr/>
          </p:nvGrpSpPr>
          <p:grpSpPr>
            <a:xfrm>
              <a:off x="9210137" y="1566371"/>
              <a:ext cx="1639137" cy="268835"/>
              <a:chOff x="8198547" y="5378798"/>
              <a:chExt cx="1639137" cy="312877"/>
            </a:xfrm>
            <a:solidFill>
              <a:srgbClr val="FFF3CC"/>
            </a:solidFill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직사각형 86">
                    <a:extLst>
                      <a:ext uri="{FF2B5EF4-FFF2-40B4-BE49-F238E27FC236}">
                        <a16:creationId xmlns:a16="http://schemas.microsoft.com/office/drawing/2014/main" id="{675CDFC2-FE5D-C24F-855E-86CA5D51045F}"/>
                      </a:ext>
                    </a:extLst>
                  </p:cNvPr>
                  <p:cNvSpPr/>
                  <p:nvPr/>
                </p:nvSpPr>
                <p:spPr>
                  <a:xfrm>
                    <a:off x="8198547" y="5378798"/>
                    <a:ext cx="440958" cy="312877"/>
                  </a:xfrm>
                  <a:prstGeom prst="rect">
                    <a:avLst/>
                  </a:prstGeom>
                  <a:grpFill/>
                  <a:ln w="127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b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ko-KR" altLang="en-US" sz="1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9" name="직사각형 38">
                    <a:extLst>
                      <a:ext uri="{FF2B5EF4-FFF2-40B4-BE49-F238E27FC236}">
                        <a16:creationId xmlns:a16="http://schemas.microsoft.com/office/drawing/2014/main" id="{1CA0561D-2E42-049F-1B24-B02209C8F7D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98547" y="5378798"/>
                    <a:ext cx="440958" cy="312877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16667" t="-17391" b="-21739"/>
                    </a:stretch>
                  </a:blipFill>
                  <a:ln w="12700">
                    <a:solidFill>
                      <a:srgbClr val="FFC000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직사각형 87">
                    <a:extLst>
                      <a:ext uri="{FF2B5EF4-FFF2-40B4-BE49-F238E27FC236}">
                        <a16:creationId xmlns:a16="http://schemas.microsoft.com/office/drawing/2014/main" id="{E233ACA0-F90D-C4B3-9CA8-BC447F622D9D}"/>
                      </a:ext>
                    </a:extLst>
                  </p:cNvPr>
                  <p:cNvSpPr/>
                  <p:nvPr/>
                </p:nvSpPr>
                <p:spPr>
                  <a:xfrm>
                    <a:off x="8797637" y="5378798"/>
                    <a:ext cx="440958" cy="312877"/>
                  </a:xfrm>
                  <a:prstGeom prst="rect">
                    <a:avLst/>
                  </a:prstGeom>
                  <a:grpFill/>
                  <a:ln w="127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b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ko-KR" altLang="en-US" sz="1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직사각형 39">
                    <a:extLst>
                      <a:ext uri="{FF2B5EF4-FFF2-40B4-BE49-F238E27FC236}">
                        <a16:creationId xmlns:a16="http://schemas.microsoft.com/office/drawing/2014/main" id="{4DD7FF58-D379-B3F1-15EC-7981FA67102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97637" y="5378798"/>
                    <a:ext cx="440958" cy="312877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l="-19444" t="-17391" b="-21739"/>
                    </a:stretch>
                  </a:blipFill>
                  <a:ln w="12700">
                    <a:solidFill>
                      <a:srgbClr val="FFC000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직사각형 88">
                    <a:extLst>
                      <a:ext uri="{FF2B5EF4-FFF2-40B4-BE49-F238E27FC236}">
                        <a16:creationId xmlns:a16="http://schemas.microsoft.com/office/drawing/2014/main" id="{A7AB413F-2D65-BC92-61DD-040122B6D975}"/>
                      </a:ext>
                    </a:extLst>
                  </p:cNvPr>
                  <p:cNvSpPr/>
                  <p:nvPr/>
                </p:nvSpPr>
                <p:spPr>
                  <a:xfrm>
                    <a:off x="9396726" y="5378798"/>
                    <a:ext cx="440958" cy="312877"/>
                  </a:xfrm>
                  <a:prstGeom prst="rect">
                    <a:avLst/>
                  </a:prstGeom>
                  <a:grpFill/>
                  <a:ln w="127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b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1" lang="ko-KR" altLang="en-US" sz="1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" name="직사각형 40">
                    <a:extLst>
                      <a:ext uri="{FF2B5EF4-FFF2-40B4-BE49-F238E27FC236}">
                        <a16:creationId xmlns:a16="http://schemas.microsoft.com/office/drawing/2014/main" id="{0988B393-E885-3CC2-659A-82DFD84583A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96726" y="5378798"/>
                    <a:ext cx="440958" cy="312877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l="-16216" t="-17391" b="-21739"/>
                    </a:stretch>
                  </a:blipFill>
                  <a:ln w="12700">
                    <a:solidFill>
                      <a:srgbClr val="FFC000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56FC4D8E-1D17-483F-DA37-AF59DDBC3FDF}"/>
                </a:ext>
              </a:extLst>
            </p:cNvPr>
            <p:cNvSpPr/>
            <p:nvPr/>
          </p:nvSpPr>
          <p:spPr>
            <a:xfrm>
              <a:off x="9210137" y="4716912"/>
              <a:ext cx="1639138" cy="369138"/>
            </a:xfrm>
            <a:prstGeom prst="rect">
              <a:avLst/>
            </a:prstGeom>
            <a:solidFill>
              <a:srgbClr val="E3F1D9"/>
            </a:solidFill>
            <a:ln w="12700">
              <a:solidFill>
                <a:srgbClr val="71AD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800" dirty="0">
                  <a:solidFill>
                    <a:schemeClr val="tx1"/>
                  </a:solidFill>
                </a:rPr>
                <a:t>Self-Attention</a:t>
              </a:r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BC945D68-FF4E-7EAE-8302-2A4D64CDD0CF}"/>
                </a:ext>
              </a:extLst>
            </p:cNvPr>
            <p:cNvSpPr/>
            <p:nvPr/>
          </p:nvSpPr>
          <p:spPr>
            <a:xfrm>
              <a:off x="9921956" y="4315018"/>
              <a:ext cx="215500" cy="215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400" dirty="0">
                  <a:solidFill>
                    <a:schemeClr val="tx1"/>
                  </a:solidFill>
                </a:rPr>
                <a:t>+</a:t>
              </a:r>
              <a:endParaRPr kumimoji="1" lang="ko-KR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557E7DAF-D7A8-9A7C-8E75-B18D82F3BBC2}"/>
                </a:ext>
              </a:extLst>
            </p:cNvPr>
            <p:cNvSpPr/>
            <p:nvPr/>
          </p:nvSpPr>
          <p:spPr>
            <a:xfrm>
              <a:off x="9125327" y="5129655"/>
              <a:ext cx="258236" cy="2381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247" name="그룹 246">
              <a:extLst>
                <a:ext uri="{FF2B5EF4-FFF2-40B4-BE49-F238E27FC236}">
                  <a16:creationId xmlns:a16="http://schemas.microsoft.com/office/drawing/2014/main" id="{CB65CBBD-6D48-BD08-F966-B52823F14F90}"/>
                </a:ext>
              </a:extLst>
            </p:cNvPr>
            <p:cNvGrpSpPr/>
            <p:nvPr/>
          </p:nvGrpSpPr>
          <p:grpSpPr>
            <a:xfrm>
              <a:off x="9430616" y="5086049"/>
              <a:ext cx="1198179" cy="294101"/>
              <a:chOff x="9412134" y="5014476"/>
              <a:chExt cx="1198179" cy="562744"/>
            </a:xfrm>
          </p:grpSpPr>
          <p:cxnSp>
            <p:nvCxnSpPr>
              <p:cNvPr id="137" name="직선 화살표 연결선 136">
                <a:extLst>
                  <a:ext uri="{FF2B5EF4-FFF2-40B4-BE49-F238E27FC236}">
                    <a16:creationId xmlns:a16="http://schemas.microsoft.com/office/drawing/2014/main" id="{FBC3CB44-B4D0-C363-FF5B-3CCEB3E5A43C}"/>
                  </a:ext>
                </a:extLst>
              </p:cNvPr>
              <p:cNvCxnSpPr>
                <a:cxnSpLocks/>
                <a:stCxn id="57" idx="0"/>
              </p:cNvCxnSpPr>
              <p:nvPr/>
            </p:nvCxnSpPr>
            <p:spPr>
              <a:xfrm flipV="1">
                <a:off x="9412134" y="5014476"/>
                <a:ext cx="0" cy="5627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화살표 연결선 139">
                <a:extLst>
                  <a:ext uri="{FF2B5EF4-FFF2-40B4-BE49-F238E27FC236}">
                    <a16:creationId xmlns:a16="http://schemas.microsoft.com/office/drawing/2014/main" id="{7A9F3E81-00D2-745F-A9D1-077741B4DB01}"/>
                  </a:ext>
                </a:extLst>
              </p:cNvPr>
              <p:cNvCxnSpPr>
                <a:cxnSpLocks/>
                <a:stCxn id="58" idx="0"/>
              </p:cNvCxnSpPr>
              <p:nvPr/>
            </p:nvCxnSpPr>
            <p:spPr>
              <a:xfrm flipV="1">
                <a:off x="10011224" y="5014476"/>
                <a:ext cx="0" cy="5627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직선 화살표 연결선 143">
                <a:extLst>
                  <a:ext uri="{FF2B5EF4-FFF2-40B4-BE49-F238E27FC236}">
                    <a16:creationId xmlns:a16="http://schemas.microsoft.com/office/drawing/2014/main" id="{9C9558D8-BCE3-7728-BCD6-DAED5096E149}"/>
                  </a:ext>
                </a:extLst>
              </p:cNvPr>
              <p:cNvCxnSpPr>
                <a:cxnSpLocks/>
                <a:stCxn id="59" idx="0"/>
              </p:cNvCxnSpPr>
              <p:nvPr/>
            </p:nvCxnSpPr>
            <p:spPr>
              <a:xfrm flipV="1">
                <a:off x="10610313" y="5014476"/>
                <a:ext cx="0" cy="5627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7" name="직선 화살표 연결선 146">
              <a:extLst>
                <a:ext uri="{FF2B5EF4-FFF2-40B4-BE49-F238E27FC236}">
                  <a16:creationId xmlns:a16="http://schemas.microsoft.com/office/drawing/2014/main" id="{76691E66-D915-F65B-316A-E2CEBF15AA37}"/>
                </a:ext>
              </a:extLst>
            </p:cNvPr>
            <p:cNvCxnSpPr>
              <a:cxnSpLocks/>
              <a:stCxn id="131" idx="0"/>
              <a:endCxn id="132" idx="4"/>
            </p:cNvCxnSpPr>
            <p:nvPr/>
          </p:nvCxnSpPr>
          <p:spPr>
            <a:xfrm flipV="1">
              <a:off x="10029706" y="4530518"/>
              <a:ext cx="0" cy="1863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꺾인 연결선[E] 150">
              <a:extLst>
                <a:ext uri="{FF2B5EF4-FFF2-40B4-BE49-F238E27FC236}">
                  <a16:creationId xmlns:a16="http://schemas.microsoft.com/office/drawing/2014/main" id="{DCB42C4C-981C-AD82-13AF-E55AC1C3572B}"/>
                </a:ext>
              </a:extLst>
            </p:cNvPr>
            <p:cNvCxnSpPr>
              <a:stCxn id="57" idx="0"/>
              <a:endCxn id="133" idx="3"/>
            </p:cNvCxnSpPr>
            <p:nvPr/>
          </p:nvCxnSpPr>
          <p:spPr>
            <a:xfrm rot="16200000" flipV="1">
              <a:off x="9341390" y="5290924"/>
              <a:ext cx="131400" cy="47053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화살표 연결선 151">
              <a:extLst>
                <a:ext uri="{FF2B5EF4-FFF2-40B4-BE49-F238E27FC236}">
                  <a16:creationId xmlns:a16="http://schemas.microsoft.com/office/drawing/2014/main" id="{F3B17B04-264D-6647-A518-B95B284AF16A}"/>
                </a:ext>
              </a:extLst>
            </p:cNvPr>
            <p:cNvCxnSpPr>
              <a:cxnSpLocks/>
              <a:stCxn id="133" idx="3"/>
              <a:endCxn id="133" idx="1"/>
            </p:cNvCxnSpPr>
            <p:nvPr/>
          </p:nvCxnSpPr>
          <p:spPr>
            <a:xfrm flipH="1">
              <a:off x="9125327" y="5248751"/>
              <a:ext cx="25823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꺾인 연결선[E] 154">
              <a:extLst>
                <a:ext uri="{FF2B5EF4-FFF2-40B4-BE49-F238E27FC236}">
                  <a16:creationId xmlns:a16="http://schemas.microsoft.com/office/drawing/2014/main" id="{74AF590D-27A8-A786-D9BD-91927A74DB29}"/>
                </a:ext>
              </a:extLst>
            </p:cNvPr>
            <p:cNvCxnSpPr>
              <a:cxnSpLocks/>
              <a:stCxn id="133" idx="1"/>
              <a:endCxn id="132" idx="2"/>
            </p:cNvCxnSpPr>
            <p:nvPr/>
          </p:nvCxnSpPr>
          <p:spPr>
            <a:xfrm rot="10800000" flipH="1">
              <a:off x="9125326" y="4422769"/>
              <a:ext cx="796629" cy="825983"/>
            </a:xfrm>
            <a:prstGeom prst="bentConnector3">
              <a:avLst>
                <a:gd name="adj1" fmla="val -28696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꺾인 연결선[E] 157">
              <a:extLst>
                <a:ext uri="{FF2B5EF4-FFF2-40B4-BE49-F238E27FC236}">
                  <a16:creationId xmlns:a16="http://schemas.microsoft.com/office/drawing/2014/main" id="{D39EE03F-6BDD-04E4-B9B4-B82C70B03547}"/>
                </a:ext>
              </a:extLst>
            </p:cNvPr>
            <p:cNvCxnSpPr>
              <a:cxnSpLocks/>
              <a:stCxn id="58" idx="0"/>
              <a:endCxn id="133" idx="3"/>
            </p:cNvCxnSpPr>
            <p:nvPr/>
          </p:nvCxnSpPr>
          <p:spPr>
            <a:xfrm rot="16200000" flipV="1">
              <a:off x="9640935" y="4991379"/>
              <a:ext cx="131400" cy="646143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꺾인 연결선[E] 160">
              <a:extLst>
                <a:ext uri="{FF2B5EF4-FFF2-40B4-BE49-F238E27FC236}">
                  <a16:creationId xmlns:a16="http://schemas.microsoft.com/office/drawing/2014/main" id="{7CFAEC72-F921-3E35-055B-0C5B58B62FBF}"/>
                </a:ext>
              </a:extLst>
            </p:cNvPr>
            <p:cNvCxnSpPr>
              <a:cxnSpLocks/>
              <a:stCxn id="59" idx="0"/>
              <a:endCxn id="133" idx="3"/>
            </p:cNvCxnSpPr>
            <p:nvPr/>
          </p:nvCxnSpPr>
          <p:spPr>
            <a:xfrm rot="16200000" flipV="1">
              <a:off x="9940479" y="4691835"/>
              <a:ext cx="131400" cy="1245232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5D3DA0A6-18DD-2CBC-35A2-CEB76480B65A}"/>
                </a:ext>
              </a:extLst>
            </p:cNvPr>
            <p:cNvSpPr/>
            <p:nvPr/>
          </p:nvSpPr>
          <p:spPr>
            <a:xfrm>
              <a:off x="9210138" y="3761311"/>
              <a:ext cx="1639136" cy="369137"/>
            </a:xfrm>
            <a:prstGeom prst="rect">
              <a:avLst/>
            </a:prstGeom>
            <a:solidFill>
              <a:srgbClr val="FBE6D7"/>
            </a:solidFill>
            <a:ln w="12700">
              <a:solidFill>
                <a:srgbClr val="ED7D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800" dirty="0">
                  <a:solidFill>
                    <a:schemeClr val="tx1"/>
                  </a:solidFill>
                </a:rPr>
                <a:t>Layer Norm</a:t>
              </a:r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166" name="직선 화살표 연결선 165">
              <a:extLst>
                <a:ext uri="{FF2B5EF4-FFF2-40B4-BE49-F238E27FC236}">
                  <a16:creationId xmlns:a16="http://schemas.microsoft.com/office/drawing/2014/main" id="{795EC233-35CC-7EFD-F0B6-5B747E4165BB}"/>
                </a:ext>
              </a:extLst>
            </p:cNvPr>
            <p:cNvCxnSpPr>
              <a:cxnSpLocks/>
              <a:stCxn id="132" idx="0"/>
              <a:endCxn id="165" idx="2"/>
            </p:cNvCxnSpPr>
            <p:nvPr/>
          </p:nvCxnSpPr>
          <p:spPr>
            <a:xfrm flipV="1">
              <a:off x="10029706" y="4130448"/>
              <a:ext cx="0" cy="18457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0" name="그룹 169">
              <a:extLst>
                <a:ext uri="{FF2B5EF4-FFF2-40B4-BE49-F238E27FC236}">
                  <a16:creationId xmlns:a16="http://schemas.microsoft.com/office/drawing/2014/main" id="{C34D5E0D-6619-9602-A425-886FE04EBDA4}"/>
                </a:ext>
              </a:extLst>
            </p:cNvPr>
            <p:cNvGrpSpPr/>
            <p:nvPr/>
          </p:nvGrpSpPr>
          <p:grpSpPr>
            <a:xfrm>
              <a:off x="9210137" y="3094783"/>
              <a:ext cx="1639137" cy="268835"/>
              <a:chOff x="8198547" y="5378798"/>
              <a:chExt cx="1639137" cy="312877"/>
            </a:xfrm>
          </p:grpSpPr>
          <p:sp>
            <p:nvSpPr>
              <p:cNvPr id="171" name="직사각형 170">
                <a:extLst>
                  <a:ext uri="{FF2B5EF4-FFF2-40B4-BE49-F238E27FC236}">
                    <a16:creationId xmlns:a16="http://schemas.microsoft.com/office/drawing/2014/main" id="{FDD2CA6B-1B5B-A6D1-AC79-53350A4EB9C8}"/>
                  </a:ext>
                </a:extLst>
              </p:cNvPr>
              <p:cNvSpPr/>
              <p:nvPr/>
            </p:nvSpPr>
            <p:spPr>
              <a:xfrm>
                <a:off x="8198547" y="5378798"/>
                <a:ext cx="440958" cy="312877"/>
              </a:xfrm>
              <a:prstGeom prst="rect">
                <a:avLst/>
              </a:prstGeom>
              <a:solidFill>
                <a:srgbClr val="EBDBF3"/>
              </a:solidFill>
              <a:ln w="12700">
                <a:solidFill>
                  <a:srgbClr val="BC44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ko-KR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MLP</a:t>
                </a:r>
                <a:endParaRPr kumimoji="1" lang="ko-KR" altLang="en-US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F5824C99-4C67-75BF-15EC-A15A9E815E80}"/>
                  </a:ext>
                </a:extLst>
              </p:cNvPr>
              <p:cNvSpPr/>
              <p:nvPr/>
            </p:nvSpPr>
            <p:spPr>
              <a:xfrm>
                <a:off x="8797637" y="5378798"/>
                <a:ext cx="440958" cy="312877"/>
              </a:xfrm>
              <a:prstGeom prst="rect">
                <a:avLst/>
              </a:prstGeom>
              <a:solidFill>
                <a:srgbClr val="EBDBF3"/>
              </a:solidFill>
              <a:ln w="12700">
                <a:solidFill>
                  <a:srgbClr val="BC44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ko-KR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MLP</a:t>
                </a:r>
                <a:endParaRPr kumimoji="1" lang="ko-KR" altLang="en-US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FC6DF372-3BA6-6966-8AD4-029CD4760DFD}"/>
                  </a:ext>
                </a:extLst>
              </p:cNvPr>
              <p:cNvSpPr/>
              <p:nvPr/>
            </p:nvSpPr>
            <p:spPr>
              <a:xfrm>
                <a:off x="9396726" y="5378798"/>
                <a:ext cx="440958" cy="312877"/>
              </a:xfrm>
              <a:prstGeom prst="rect">
                <a:avLst/>
              </a:prstGeom>
              <a:solidFill>
                <a:srgbClr val="EBDBF3"/>
              </a:solidFill>
              <a:ln w="12700">
                <a:solidFill>
                  <a:srgbClr val="BC44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ko-KR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MLP</a:t>
                </a:r>
                <a:endParaRPr kumimoji="1" lang="ko-KR" alt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76" name="꺾인 연결선[E] 175">
              <a:extLst>
                <a:ext uri="{FF2B5EF4-FFF2-40B4-BE49-F238E27FC236}">
                  <a16:creationId xmlns:a16="http://schemas.microsoft.com/office/drawing/2014/main" id="{CC6E5D39-A950-46EA-3F67-D04CF5316F05}"/>
                </a:ext>
              </a:extLst>
            </p:cNvPr>
            <p:cNvCxnSpPr>
              <a:cxnSpLocks/>
              <a:stCxn id="165" idx="0"/>
              <a:endCxn id="173" idx="2"/>
            </p:cNvCxnSpPr>
            <p:nvPr/>
          </p:nvCxnSpPr>
          <p:spPr>
            <a:xfrm rot="5400000" flipH="1" flipV="1">
              <a:off x="10130404" y="3262921"/>
              <a:ext cx="397693" cy="599089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꺾인 연결선[E] 178">
              <a:extLst>
                <a:ext uri="{FF2B5EF4-FFF2-40B4-BE49-F238E27FC236}">
                  <a16:creationId xmlns:a16="http://schemas.microsoft.com/office/drawing/2014/main" id="{F811A84E-0DF2-F067-2D95-FCC0A6CF6425}"/>
                </a:ext>
              </a:extLst>
            </p:cNvPr>
            <p:cNvCxnSpPr>
              <a:cxnSpLocks/>
              <a:stCxn id="165" idx="0"/>
              <a:endCxn id="171" idx="2"/>
            </p:cNvCxnSpPr>
            <p:nvPr/>
          </p:nvCxnSpPr>
          <p:spPr>
            <a:xfrm rot="16200000" flipV="1">
              <a:off x="9531315" y="3262920"/>
              <a:ext cx="397693" cy="599090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직선 화살표 연결선 182">
              <a:extLst>
                <a:ext uri="{FF2B5EF4-FFF2-40B4-BE49-F238E27FC236}">
                  <a16:creationId xmlns:a16="http://schemas.microsoft.com/office/drawing/2014/main" id="{00568E2C-F526-2608-F8A5-BA734CEBA80F}"/>
                </a:ext>
              </a:extLst>
            </p:cNvPr>
            <p:cNvCxnSpPr>
              <a:cxnSpLocks/>
              <a:stCxn id="165" idx="0"/>
              <a:endCxn id="172" idx="2"/>
            </p:cNvCxnSpPr>
            <p:nvPr/>
          </p:nvCxnSpPr>
          <p:spPr>
            <a:xfrm flipV="1">
              <a:off x="10029706" y="3363618"/>
              <a:ext cx="0" cy="39769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직선 화살표 연결선 185">
              <a:extLst>
                <a:ext uri="{FF2B5EF4-FFF2-40B4-BE49-F238E27FC236}">
                  <a16:creationId xmlns:a16="http://schemas.microsoft.com/office/drawing/2014/main" id="{D81D2F78-B4F8-0313-BDB7-7B1C2325D7BC}"/>
                </a:ext>
              </a:extLst>
            </p:cNvPr>
            <p:cNvCxnSpPr>
              <a:cxnSpLocks/>
              <a:stCxn id="172" idx="0"/>
              <a:endCxn id="192" idx="4"/>
            </p:cNvCxnSpPr>
            <p:nvPr/>
          </p:nvCxnSpPr>
          <p:spPr>
            <a:xfrm flipV="1">
              <a:off x="10029706" y="2819960"/>
              <a:ext cx="0" cy="27482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타원 191">
              <a:extLst>
                <a:ext uri="{FF2B5EF4-FFF2-40B4-BE49-F238E27FC236}">
                  <a16:creationId xmlns:a16="http://schemas.microsoft.com/office/drawing/2014/main" id="{98948D12-904A-B5A4-7ECB-9A60F9D6B786}"/>
                </a:ext>
              </a:extLst>
            </p:cNvPr>
            <p:cNvSpPr/>
            <p:nvPr/>
          </p:nvSpPr>
          <p:spPr>
            <a:xfrm>
              <a:off x="9921956" y="2604460"/>
              <a:ext cx="215500" cy="215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400" dirty="0">
                  <a:solidFill>
                    <a:schemeClr val="tx1"/>
                  </a:solidFill>
                </a:rPr>
                <a:t>+</a:t>
              </a:r>
              <a:endParaRPr kumimoji="1" lang="ko-KR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94" name="꺾인 연결선[E] 193">
              <a:extLst>
                <a:ext uri="{FF2B5EF4-FFF2-40B4-BE49-F238E27FC236}">
                  <a16:creationId xmlns:a16="http://schemas.microsoft.com/office/drawing/2014/main" id="{A09E8F3E-9A85-4EF9-58B6-CB66D3D80E1E}"/>
                </a:ext>
              </a:extLst>
            </p:cNvPr>
            <p:cNvCxnSpPr>
              <a:cxnSpLocks/>
              <a:stCxn id="173" idx="0"/>
              <a:endCxn id="192" idx="4"/>
            </p:cNvCxnSpPr>
            <p:nvPr/>
          </p:nvCxnSpPr>
          <p:spPr>
            <a:xfrm rot="16200000" flipV="1">
              <a:off x="10191840" y="2657827"/>
              <a:ext cx="274823" cy="599089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꺾인 연결선[E] 194">
              <a:extLst>
                <a:ext uri="{FF2B5EF4-FFF2-40B4-BE49-F238E27FC236}">
                  <a16:creationId xmlns:a16="http://schemas.microsoft.com/office/drawing/2014/main" id="{5EAF81D6-EC33-7ED6-EC4A-32AD4AD506EB}"/>
                </a:ext>
              </a:extLst>
            </p:cNvPr>
            <p:cNvCxnSpPr>
              <a:cxnSpLocks/>
              <a:stCxn id="171" idx="0"/>
              <a:endCxn id="192" idx="4"/>
            </p:cNvCxnSpPr>
            <p:nvPr/>
          </p:nvCxnSpPr>
          <p:spPr>
            <a:xfrm rot="5400000" flipH="1" flipV="1">
              <a:off x="9592750" y="2657827"/>
              <a:ext cx="274823" cy="599090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8E35FC22-2380-FEA6-A79F-76566DFCD72E}"/>
                </a:ext>
              </a:extLst>
            </p:cNvPr>
            <p:cNvSpPr/>
            <p:nvPr/>
          </p:nvSpPr>
          <p:spPr>
            <a:xfrm>
              <a:off x="9125327" y="3553748"/>
              <a:ext cx="258236" cy="2381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14" name="꺾인 연결선[E] 213">
              <a:extLst>
                <a:ext uri="{FF2B5EF4-FFF2-40B4-BE49-F238E27FC236}">
                  <a16:creationId xmlns:a16="http://schemas.microsoft.com/office/drawing/2014/main" id="{AC40944F-C001-C26A-0688-B029AF88F451}"/>
                </a:ext>
              </a:extLst>
            </p:cNvPr>
            <p:cNvCxnSpPr>
              <a:cxnSpLocks/>
              <a:stCxn id="165" idx="0"/>
              <a:endCxn id="213" idx="3"/>
            </p:cNvCxnSpPr>
            <p:nvPr/>
          </p:nvCxnSpPr>
          <p:spPr>
            <a:xfrm rot="16200000" flipV="1">
              <a:off x="9662402" y="3394006"/>
              <a:ext cx="88467" cy="646143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직선 화살표 연결선 216">
              <a:extLst>
                <a:ext uri="{FF2B5EF4-FFF2-40B4-BE49-F238E27FC236}">
                  <a16:creationId xmlns:a16="http://schemas.microsoft.com/office/drawing/2014/main" id="{02BDDC80-E8BB-3151-EE29-65204C323BB5}"/>
                </a:ext>
              </a:extLst>
            </p:cNvPr>
            <p:cNvCxnSpPr>
              <a:cxnSpLocks/>
              <a:stCxn id="213" idx="3"/>
              <a:endCxn id="213" idx="1"/>
            </p:cNvCxnSpPr>
            <p:nvPr/>
          </p:nvCxnSpPr>
          <p:spPr>
            <a:xfrm flipH="1">
              <a:off x="9125327" y="3672844"/>
              <a:ext cx="25823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꺾인 연결선[E] 221">
              <a:extLst>
                <a:ext uri="{FF2B5EF4-FFF2-40B4-BE49-F238E27FC236}">
                  <a16:creationId xmlns:a16="http://schemas.microsoft.com/office/drawing/2014/main" id="{CF13774F-0CD1-DAA1-9413-55D643045717}"/>
                </a:ext>
              </a:extLst>
            </p:cNvPr>
            <p:cNvCxnSpPr>
              <a:cxnSpLocks/>
              <a:stCxn id="213" idx="1"/>
              <a:endCxn id="192" idx="2"/>
            </p:cNvCxnSpPr>
            <p:nvPr/>
          </p:nvCxnSpPr>
          <p:spPr>
            <a:xfrm rot="10800000" flipH="1">
              <a:off x="9125326" y="2712210"/>
              <a:ext cx="796629" cy="960634"/>
            </a:xfrm>
            <a:prstGeom prst="bentConnector3">
              <a:avLst>
                <a:gd name="adj1" fmla="val -28696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직선 화살표 연결선 227">
              <a:extLst>
                <a:ext uri="{FF2B5EF4-FFF2-40B4-BE49-F238E27FC236}">
                  <a16:creationId xmlns:a16="http://schemas.microsoft.com/office/drawing/2014/main" id="{195D32F1-709F-79FB-2779-BDEF204CFDB6}"/>
                </a:ext>
              </a:extLst>
            </p:cNvPr>
            <p:cNvCxnSpPr>
              <a:cxnSpLocks/>
              <a:stCxn id="192" idx="0"/>
              <a:endCxn id="236" idx="2"/>
            </p:cNvCxnSpPr>
            <p:nvPr/>
          </p:nvCxnSpPr>
          <p:spPr>
            <a:xfrm flipV="1">
              <a:off x="10029706" y="2427618"/>
              <a:ext cx="0" cy="17684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6" name="직사각형 235">
              <a:extLst>
                <a:ext uri="{FF2B5EF4-FFF2-40B4-BE49-F238E27FC236}">
                  <a16:creationId xmlns:a16="http://schemas.microsoft.com/office/drawing/2014/main" id="{EF49DDE2-8EAA-F1AA-7DE6-8458ED5F7447}"/>
                </a:ext>
              </a:extLst>
            </p:cNvPr>
            <p:cNvSpPr/>
            <p:nvPr/>
          </p:nvSpPr>
          <p:spPr>
            <a:xfrm>
              <a:off x="9210138" y="2058481"/>
              <a:ext cx="1639136" cy="369137"/>
            </a:xfrm>
            <a:prstGeom prst="rect">
              <a:avLst/>
            </a:prstGeom>
            <a:solidFill>
              <a:srgbClr val="FBE6D7"/>
            </a:solidFill>
            <a:ln w="12700">
              <a:solidFill>
                <a:srgbClr val="ED7D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800" dirty="0">
                  <a:solidFill>
                    <a:schemeClr val="tx1"/>
                  </a:solidFill>
                </a:rPr>
                <a:t>Layer Norm</a:t>
              </a:r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grpSp>
          <p:nvGrpSpPr>
            <p:cNvPr id="248" name="그룹 247">
              <a:extLst>
                <a:ext uri="{FF2B5EF4-FFF2-40B4-BE49-F238E27FC236}">
                  <a16:creationId xmlns:a16="http://schemas.microsoft.com/office/drawing/2014/main" id="{1A672177-DCA0-1284-67A6-86B9DE97BF3F}"/>
                </a:ext>
              </a:extLst>
            </p:cNvPr>
            <p:cNvGrpSpPr/>
            <p:nvPr/>
          </p:nvGrpSpPr>
          <p:grpSpPr>
            <a:xfrm>
              <a:off x="9430616" y="1835206"/>
              <a:ext cx="1198179" cy="223275"/>
              <a:chOff x="9412134" y="5165316"/>
              <a:chExt cx="1198179" cy="562744"/>
            </a:xfrm>
          </p:grpSpPr>
          <p:cxnSp>
            <p:nvCxnSpPr>
              <p:cNvPr id="249" name="직선 화살표 연결선 248">
                <a:extLst>
                  <a:ext uri="{FF2B5EF4-FFF2-40B4-BE49-F238E27FC236}">
                    <a16:creationId xmlns:a16="http://schemas.microsoft.com/office/drawing/2014/main" id="{C7029802-9FF0-9C36-CF94-9CB7E90AFE57}"/>
                  </a:ext>
                </a:extLst>
              </p:cNvPr>
              <p:cNvCxnSpPr>
                <a:cxnSpLocks/>
                <a:endCxn id="87" idx="2"/>
              </p:cNvCxnSpPr>
              <p:nvPr/>
            </p:nvCxnSpPr>
            <p:spPr>
              <a:xfrm flipV="1">
                <a:off x="9412134" y="5165316"/>
                <a:ext cx="0" cy="5627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직선 화살표 연결선 249">
                <a:extLst>
                  <a:ext uri="{FF2B5EF4-FFF2-40B4-BE49-F238E27FC236}">
                    <a16:creationId xmlns:a16="http://schemas.microsoft.com/office/drawing/2014/main" id="{E929207A-5D4C-36C0-054A-62D4A8871DF8}"/>
                  </a:ext>
                </a:extLst>
              </p:cNvPr>
              <p:cNvCxnSpPr>
                <a:cxnSpLocks/>
                <a:endCxn id="88" idx="2"/>
              </p:cNvCxnSpPr>
              <p:nvPr/>
            </p:nvCxnSpPr>
            <p:spPr>
              <a:xfrm flipV="1">
                <a:off x="10011224" y="5165316"/>
                <a:ext cx="0" cy="5627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직선 화살표 연결선 250">
                <a:extLst>
                  <a:ext uri="{FF2B5EF4-FFF2-40B4-BE49-F238E27FC236}">
                    <a16:creationId xmlns:a16="http://schemas.microsoft.com/office/drawing/2014/main" id="{9FF3A4CB-8053-3CC7-DC91-77186C5C8321}"/>
                  </a:ext>
                </a:extLst>
              </p:cNvPr>
              <p:cNvCxnSpPr>
                <a:cxnSpLocks/>
                <a:endCxn id="89" idx="2"/>
              </p:cNvCxnSpPr>
              <p:nvPr/>
            </p:nvCxnSpPr>
            <p:spPr>
              <a:xfrm flipV="1">
                <a:off x="10610313" y="5165316"/>
                <a:ext cx="0" cy="5627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58" name="TextBox 257">
            <a:extLst>
              <a:ext uri="{FF2B5EF4-FFF2-40B4-BE49-F238E27FC236}">
                <a16:creationId xmlns:a16="http://schemas.microsoft.com/office/drawing/2014/main" id="{FA4FBFF2-97B3-4260-A897-EAAACFFC7EF8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8C38A1-E780-9DA0-A956-635EBB8DA992}"/>
                  </a:ext>
                </a:extLst>
              </p:cNvPr>
              <p:cNvSpPr txBox="1"/>
              <p:nvPr/>
            </p:nvSpPr>
            <p:spPr>
              <a:xfrm>
                <a:off x="871466" y="1349541"/>
                <a:ext cx="5157814" cy="4319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kumimoji="1" lang="en-US" altLang="ko-KR" sz="2800" b="1" u="sng" dirty="0">
                    <a:solidFill>
                      <a:schemeClr val="tx1"/>
                    </a:solidFill>
                  </a:rPr>
                  <a:t>Transformer Block:</a:t>
                </a:r>
              </a:p>
              <a:p>
                <a:r>
                  <a:rPr kumimoji="1" lang="en-US" altLang="ko-KR" sz="2400" b="1" dirty="0">
                    <a:solidFill>
                      <a:schemeClr val="tx1"/>
                    </a:solidFill>
                  </a:rPr>
                  <a:t>Input</a:t>
                </a:r>
                <a:r>
                  <a:rPr kumimoji="1" lang="en-US" altLang="ko-KR" sz="2400" dirty="0">
                    <a:solidFill>
                      <a:schemeClr val="tx1"/>
                    </a:solidFill>
                  </a:rPr>
                  <a:t>: a set of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kumimoji="1" lang="en-US" altLang="ko-KR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b="1" dirty="0">
                    <a:solidFill>
                      <a:schemeClr val="tx1"/>
                    </a:solidFill>
                  </a:rPr>
                  <a:t>Output</a:t>
                </a:r>
                <a:r>
                  <a:rPr kumimoji="1" lang="en-US" altLang="ko-KR" sz="2400" dirty="0">
                    <a:solidFill>
                      <a:schemeClr val="tx1"/>
                    </a:solidFill>
                  </a:rPr>
                  <a:t>: a set of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1" lang="en-US" altLang="ko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Attention is the only interaction between vectors!</a:t>
                </a:r>
              </a:p>
              <a:p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Layer norm and MLP work independently per vector.</a:t>
                </a:r>
              </a:p>
              <a:p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Highly scalable, highly parallelizable.</a:t>
                </a:r>
                <a:endParaRPr kumimoji="1" lang="ko-KR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8C38A1-E780-9DA0-A956-635EBB8DA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466" y="1349541"/>
                <a:ext cx="5157814" cy="4319131"/>
              </a:xfrm>
              <a:prstGeom prst="rect">
                <a:avLst/>
              </a:prstGeom>
              <a:blipFill>
                <a:blip r:embed="rId34"/>
                <a:stretch>
                  <a:fillRect l="-2457" t="-1466" r="-1966" b="-20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361834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CB4AA-8CE6-AF52-9431-6DDC030CC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77AB8313-8F5F-AF95-E696-D08F011D54EE}"/>
              </a:ext>
            </a:extLst>
          </p:cNvPr>
          <p:cNvSpPr/>
          <p:nvPr/>
        </p:nvSpPr>
        <p:spPr>
          <a:xfrm>
            <a:off x="8364406" y="1625502"/>
            <a:ext cx="2754019" cy="4247154"/>
          </a:xfrm>
          <a:custGeom>
            <a:avLst/>
            <a:gdLst/>
            <a:ahLst/>
            <a:cxnLst/>
            <a:rect l="l" t="t" r="r" b="b"/>
            <a:pathLst>
              <a:path w="4227830" h="4118610">
                <a:moveTo>
                  <a:pt x="4227443" y="0"/>
                </a:moveTo>
                <a:lnTo>
                  <a:pt x="0" y="0"/>
                </a:lnTo>
                <a:lnTo>
                  <a:pt x="0" y="4118612"/>
                </a:lnTo>
                <a:lnTo>
                  <a:pt x="4227443" y="4118612"/>
                </a:lnTo>
                <a:lnTo>
                  <a:pt x="422744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1F8B9FA-FE6F-B1CC-76A8-74279C61F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Transformers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9119C0-F085-1529-8C86-675D4F96A9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117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4FFA70-020F-7493-BC3A-51802FA9FFF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grpSp>
        <p:nvGrpSpPr>
          <p:cNvPr id="257" name="그룹 256">
            <a:extLst>
              <a:ext uri="{FF2B5EF4-FFF2-40B4-BE49-F238E27FC236}">
                <a16:creationId xmlns:a16="http://schemas.microsoft.com/office/drawing/2014/main" id="{E430FB3A-CB43-8B9A-4FE2-14D9D403F485}"/>
              </a:ext>
            </a:extLst>
          </p:cNvPr>
          <p:cNvGrpSpPr/>
          <p:nvPr/>
        </p:nvGrpSpPr>
        <p:grpSpPr>
          <a:xfrm>
            <a:off x="8800854" y="1131771"/>
            <a:ext cx="2175952" cy="5153036"/>
            <a:chOff x="9125326" y="1566371"/>
            <a:chExt cx="1723949" cy="4082615"/>
          </a:xfrm>
        </p:grpSpPr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2D568796-D8E3-1BDB-0DFF-320D7ACDC9CE}"/>
                </a:ext>
              </a:extLst>
            </p:cNvPr>
            <p:cNvGrpSpPr/>
            <p:nvPr/>
          </p:nvGrpSpPr>
          <p:grpSpPr>
            <a:xfrm>
              <a:off x="9210137" y="5380151"/>
              <a:ext cx="1639137" cy="268835"/>
              <a:chOff x="8198547" y="5378798"/>
              <a:chExt cx="1639137" cy="31287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직사각형 56">
                    <a:extLst>
                      <a:ext uri="{FF2B5EF4-FFF2-40B4-BE49-F238E27FC236}">
                        <a16:creationId xmlns:a16="http://schemas.microsoft.com/office/drawing/2014/main" id="{895098B5-16B7-C7B6-5E5B-F5EE053BB9BA}"/>
                      </a:ext>
                    </a:extLst>
                  </p:cNvPr>
                  <p:cNvSpPr/>
                  <p:nvPr/>
                </p:nvSpPr>
                <p:spPr>
                  <a:xfrm>
                    <a:off x="8198547" y="5378798"/>
                    <a:ext cx="440958" cy="312877"/>
                  </a:xfrm>
                  <a:prstGeom prst="rect">
                    <a:avLst/>
                  </a:prstGeom>
                  <a:solidFill>
                    <a:srgbClr val="DBE4F4"/>
                  </a:solidFill>
                  <a:ln w="12700"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b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ko-KR" altLang="en-US" sz="1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직사각형 6">
                    <a:extLst>
                      <a:ext uri="{FF2B5EF4-FFF2-40B4-BE49-F238E27FC236}">
                        <a16:creationId xmlns:a16="http://schemas.microsoft.com/office/drawing/2014/main" id="{77F9F154-394F-8F71-F11B-59B3A7C9A38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98547" y="5378798"/>
                    <a:ext cx="440958" cy="3128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9444" t="-17391" b="-26087"/>
                    </a:stretch>
                  </a:blipFill>
                  <a:ln w="12700">
                    <a:solidFill>
                      <a:srgbClr val="4472C4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직사각형 57">
                    <a:extLst>
                      <a:ext uri="{FF2B5EF4-FFF2-40B4-BE49-F238E27FC236}">
                        <a16:creationId xmlns:a16="http://schemas.microsoft.com/office/drawing/2014/main" id="{052296D8-981A-CAEB-4E18-115524CB6E22}"/>
                      </a:ext>
                    </a:extLst>
                  </p:cNvPr>
                  <p:cNvSpPr/>
                  <p:nvPr/>
                </p:nvSpPr>
                <p:spPr>
                  <a:xfrm>
                    <a:off x="8797637" y="5378798"/>
                    <a:ext cx="440958" cy="312877"/>
                  </a:xfrm>
                  <a:prstGeom prst="rect">
                    <a:avLst/>
                  </a:prstGeom>
                  <a:solidFill>
                    <a:srgbClr val="DBE4F4"/>
                  </a:solidFill>
                  <a:ln w="12700"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b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ko-KR" altLang="en-US" sz="1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직사각형 7">
                    <a:extLst>
                      <a:ext uri="{FF2B5EF4-FFF2-40B4-BE49-F238E27FC236}">
                        <a16:creationId xmlns:a16="http://schemas.microsoft.com/office/drawing/2014/main" id="{D6BDF95E-9AD6-464C-A0B2-09B5DD19BE2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97637" y="5378798"/>
                    <a:ext cx="440958" cy="3128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9444" t="-17391" b="-26087"/>
                    </a:stretch>
                  </a:blipFill>
                  <a:ln w="12700">
                    <a:solidFill>
                      <a:srgbClr val="4472C4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직사각형 58">
                    <a:extLst>
                      <a:ext uri="{FF2B5EF4-FFF2-40B4-BE49-F238E27FC236}">
                        <a16:creationId xmlns:a16="http://schemas.microsoft.com/office/drawing/2014/main" id="{2D6D668D-950E-7FF2-1D0A-B1C6249064C0}"/>
                      </a:ext>
                    </a:extLst>
                  </p:cNvPr>
                  <p:cNvSpPr/>
                  <p:nvPr/>
                </p:nvSpPr>
                <p:spPr>
                  <a:xfrm>
                    <a:off x="9396726" y="5378798"/>
                    <a:ext cx="440958" cy="312877"/>
                  </a:xfrm>
                  <a:prstGeom prst="rect">
                    <a:avLst/>
                  </a:prstGeom>
                  <a:solidFill>
                    <a:srgbClr val="DBE4F4"/>
                  </a:solidFill>
                  <a:ln w="12700"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b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1" lang="ko-KR" altLang="en-US" sz="1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직사각형 8">
                    <a:extLst>
                      <a:ext uri="{FF2B5EF4-FFF2-40B4-BE49-F238E27FC236}">
                        <a16:creationId xmlns:a16="http://schemas.microsoft.com/office/drawing/2014/main" id="{A0F8FDE8-0FFD-FD39-3461-970DAAFC53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96726" y="5378798"/>
                    <a:ext cx="440958" cy="3128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8919" t="-17391" b="-26087"/>
                    </a:stretch>
                  </a:blipFill>
                  <a:ln w="12700">
                    <a:solidFill>
                      <a:srgbClr val="4472C4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529D3CEB-F3E6-9A43-AD8F-E834D989C8CB}"/>
                </a:ext>
              </a:extLst>
            </p:cNvPr>
            <p:cNvGrpSpPr/>
            <p:nvPr/>
          </p:nvGrpSpPr>
          <p:grpSpPr>
            <a:xfrm>
              <a:off x="9210137" y="1566371"/>
              <a:ext cx="1639137" cy="268835"/>
              <a:chOff x="8198547" y="5378798"/>
              <a:chExt cx="1639137" cy="312877"/>
            </a:xfrm>
            <a:solidFill>
              <a:srgbClr val="FFF3CC"/>
            </a:solidFill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직사각형 86">
                    <a:extLst>
                      <a:ext uri="{FF2B5EF4-FFF2-40B4-BE49-F238E27FC236}">
                        <a16:creationId xmlns:a16="http://schemas.microsoft.com/office/drawing/2014/main" id="{89C22934-7D7F-10A0-7F3E-1C779C4DD9FE}"/>
                      </a:ext>
                    </a:extLst>
                  </p:cNvPr>
                  <p:cNvSpPr/>
                  <p:nvPr/>
                </p:nvSpPr>
                <p:spPr>
                  <a:xfrm>
                    <a:off x="8198547" y="5378798"/>
                    <a:ext cx="440958" cy="312877"/>
                  </a:xfrm>
                  <a:prstGeom prst="rect">
                    <a:avLst/>
                  </a:prstGeom>
                  <a:grpFill/>
                  <a:ln w="127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b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ko-KR" altLang="en-US" sz="1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9" name="직사각형 38">
                    <a:extLst>
                      <a:ext uri="{FF2B5EF4-FFF2-40B4-BE49-F238E27FC236}">
                        <a16:creationId xmlns:a16="http://schemas.microsoft.com/office/drawing/2014/main" id="{1CA0561D-2E42-049F-1B24-B02209C8F7D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98547" y="5378798"/>
                    <a:ext cx="440958" cy="312877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16667" t="-17391" b="-21739"/>
                    </a:stretch>
                  </a:blipFill>
                  <a:ln w="12700">
                    <a:solidFill>
                      <a:srgbClr val="FFC000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직사각형 87">
                    <a:extLst>
                      <a:ext uri="{FF2B5EF4-FFF2-40B4-BE49-F238E27FC236}">
                        <a16:creationId xmlns:a16="http://schemas.microsoft.com/office/drawing/2014/main" id="{31FC0940-3E53-EAB5-0753-A1972342683A}"/>
                      </a:ext>
                    </a:extLst>
                  </p:cNvPr>
                  <p:cNvSpPr/>
                  <p:nvPr/>
                </p:nvSpPr>
                <p:spPr>
                  <a:xfrm>
                    <a:off x="8797637" y="5378798"/>
                    <a:ext cx="440958" cy="312877"/>
                  </a:xfrm>
                  <a:prstGeom prst="rect">
                    <a:avLst/>
                  </a:prstGeom>
                  <a:grpFill/>
                  <a:ln w="127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b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ko-KR" altLang="en-US" sz="1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직사각형 39">
                    <a:extLst>
                      <a:ext uri="{FF2B5EF4-FFF2-40B4-BE49-F238E27FC236}">
                        <a16:creationId xmlns:a16="http://schemas.microsoft.com/office/drawing/2014/main" id="{4DD7FF58-D379-B3F1-15EC-7981FA67102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97637" y="5378798"/>
                    <a:ext cx="440958" cy="312877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l="-19444" t="-17391" b="-21739"/>
                    </a:stretch>
                  </a:blipFill>
                  <a:ln w="12700">
                    <a:solidFill>
                      <a:srgbClr val="FFC000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직사각형 88">
                    <a:extLst>
                      <a:ext uri="{FF2B5EF4-FFF2-40B4-BE49-F238E27FC236}">
                        <a16:creationId xmlns:a16="http://schemas.microsoft.com/office/drawing/2014/main" id="{68FF4914-08B5-E3F6-C464-711966EB4D68}"/>
                      </a:ext>
                    </a:extLst>
                  </p:cNvPr>
                  <p:cNvSpPr/>
                  <p:nvPr/>
                </p:nvSpPr>
                <p:spPr>
                  <a:xfrm>
                    <a:off x="9396726" y="5378798"/>
                    <a:ext cx="440958" cy="312877"/>
                  </a:xfrm>
                  <a:prstGeom prst="rect">
                    <a:avLst/>
                  </a:prstGeom>
                  <a:grpFill/>
                  <a:ln w="127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b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ko-KR" sz="18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kumimoji="1" lang="en-US" altLang="ko-KR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1" lang="ko-KR" altLang="en-US" sz="1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" name="직사각형 40">
                    <a:extLst>
                      <a:ext uri="{FF2B5EF4-FFF2-40B4-BE49-F238E27FC236}">
                        <a16:creationId xmlns:a16="http://schemas.microsoft.com/office/drawing/2014/main" id="{0988B393-E885-3CC2-659A-82DFD84583A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96726" y="5378798"/>
                    <a:ext cx="440958" cy="312877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l="-16216" t="-17391" b="-21739"/>
                    </a:stretch>
                  </a:blipFill>
                  <a:ln w="12700">
                    <a:solidFill>
                      <a:srgbClr val="FFC000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CFCE82F6-2B61-5163-E986-27A52B8600FF}"/>
                </a:ext>
              </a:extLst>
            </p:cNvPr>
            <p:cNvSpPr/>
            <p:nvPr/>
          </p:nvSpPr>
          <p:spPr>
            <a:xfrm>
              <a:off x="9210137" y="4716912"/>
              <a:ext cx="1639138" cy="369138"/>
            </a:xfrm>
            <a:prstGeom prst="rect">
              <a:avLst/>
            </a:prstGeom>
            <a:solidFill>
              <a:srgbClr val="E3F1D9"/>
            </a:solidFill>
            <a:ln w="12700">
              <a:solidFill>
                <a:srgbClr val="71AD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800" dirty="0">
                  <a:solidFill>
                    <a:schemeClr val="tx1"/>
                  </a:solidFill>
                </a:rPr>
                <a:t>Self-Attention</a:t>
              </a:r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316DACD8-9E82-F9C8-B376-A1021FF70836}"/>
                </a:ext>
              </a:extLst>
            </p:cNvPr>
            <p:cNvSpPr/>
            <p:nvPr/>
          </p:nvSpPr>
          <p:spPr>
            <a:xfrm>
              <a:off x="9921956" y="4315018"/>
              <a:ext cx="215500" cy="215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400" dirty="0">
                  <a:solidFill>
                    <a:schemeClr val="tx1"/>
                  </a:solidFill>
                </a:rPr>
                <a:t>+</a:t>
              </a:r>
              <a:endParaRPr kumimoji="1" lang="ko-KR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4656F8FE-98A6-419E-34F6-259A4605C76F}"/>
                </a:ext>
              </a:extLst>
            </p:cNvPr>
            <p:cNvSpPr/>
            <p:nvPr/>
          </p:nvSpPr>
          <p:spPr>
            <a:xfrm>
              <a:off x="9125327" y="5129655"/>
              <a:ext cx="258236" cy="2381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247" name="그룹 246">
              <a:extLst>
                <a:ext uri="{FF2B5EF4-FFF2-40B4-BE49-F238E27FC236}">
                  <a16:creationId xmlns:a16="http://schemas.microsoft.com/office/drawing/2014/main" id="{4F8FB3A0-E26B-726D-FA57-8E7CAB698C12}"/>
                </a:ext>
              </a:extLst>
            </p:cNvPr>
            <p:cNvGrpSpPr/>
            <p:nvPr/>
          </p:nvGrpSpPr>
          <p:grpSpPr>
            <a:xfrm>
              <a:off x="9430616" y="5086049"/>
              <a:ext cx="1198179" cy="294101"/>
              <a:chOff x="9412134" y="5014476"/>
              <a:chExt cx="1198179" cy="562744"/>
            </a:xfrm>
          </p:grpSpPr>
          <p:cxnSp>
            <p:nvCxnSpPr>
              <p:cNvPr id="137" name="직선 화살표 연결선 136">
                <a:extLst>
                  <a:ext uri="{FF2B5EF4-FFF2-40B4-BE49-F238E27FC236}">
                    <a16:creationId xmlns:a16="http://schemas.microsoft.com/office/drawing/2014/main" id="{0A5046B3-F735-58BB-E182-798A5E31EABD}"/>
                  </a:ext>
                </a:extLst>
              </p:cNvPr>
              <p:cNvCxnSpPr>
                <a:cxnSpLocks/>
                <a:stCxn id="57" idx="0"/>
              </p:cNvCxnSpPr>
              <p:nvPr/>
            </p:nvCxnSpPr>
            <p:spPr>
              <a:xfrm flipV="1">
                <a:off x="9412134" y="5014476"/>
                <a:ext cx="0" cy="5627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화살표 연결선 139">
                <a:extLst>
                  <a:ext uri="{FF2B5EF4-FFF2-40B4-BE49-F238E27FC236}">
                    <a16:creationId xmlns:a16="http://schemas.microsoft.com/office/drawing/2014/main" id="{4519E9E0-76F9-0CD8-EF85-D38F441530E8}"/>
                  </a:ext>
                </a:extLst>
              </p:cNvPr>
              <p:cNvCxnSpPr>
                <a:cxnSpLocks/>
                <a:stCxn id="58" idx="0"/>
              </p:cNvCxnSpPr>
              <p:nvPr/>
            </p:nvCxnSpPr>
            <p:spPr>
              <a:xfrm flipV="1">
                <a:off x="10011224" y="5014476"/>
                <a:ext cx="0" cy="5627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직선 화살표 연결선 143">
                <a:extLst>
                  <a:ext uri="{FF2B5EF4-FFF2-40B4-BE49-F238E27FC236}">
                    <a16:creationId xmlns:a16="http://schemas.microsoft.com/office/drawing/2014/main" id="{9C86E970-A1BF-402D-68A6-6D7BCB947FD2}"/>
                  </a:ext>
                </a:extLst>
              </p:cNvPr>
              <p:cNvCxnSpPr>
                <a:cxnSpLocks/>
                <a:stCxn id="59" idx="0"/>
              </p:cNvCxnSpPr>
              <p:nvPr/>
            </p:nvCxnSpPr>
            <p:spPr>
              <a:xfrm flipV="1">
                <a:off x="10610313" y="5014476"/>
                <a:ext cx="0" cy="5627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7" name="직선 화살표 연결선 146">
              <a:extLst>
                <a:ext uri="{FF2B5EF4-FFF2-40B4-BE49-F238E27FC236}">
                  <a16:creationId xmlns:a16="http://schemas.microsoft.com/office/drawing/2014/main" id="{FAD05A74-3916-C93B-0D58-541A313E0348}"/>
                </a:ext>
              </a:extLst>
            </p:cNvPr>
            <p:cNvCxnSpPr>
              <a:cxnSpLocks/>
              <a:stCxn id="131" idx="0"/>
              <a:endCxn id="132" idx="4"/>
            </p:cNvCxnSpPr>
            <p:nvPr/>
          </p:nvCxnSpPr>
          <p:spPr>
            <a:xfrm flipV="1">
              <a:off x="10029706" y="4530518"/>
              <a:ext cx="0" cy="1863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꺾인 연결선[E] 150">
              <a:extLst>
                <a:ext uri="{FF2B5EF4-FFF2-40B4-BE49-F238E27FC236}">
                  <a16:creationId xmlns:a16="http://schemas.microsoft.com/office/drawing/2014/main" id="{4DCD1DD0-BA8F-BC98-AB80-BFB817AC125C}"/>
                </a:ext>
              </a:extLst>
            </p:cNvPr>
            <p:cNvCxnSpPr>
              <a:stCxn id="57" idx="0"/>
              <a:endCxn id="133" idx="3"/>
            </p:cNvCxnSpPr>
            <p:nvPr/>
          </p:nvCxnSpPr>
          <p:spPr>
            <a:xfrm rot="16200000" flipV="1">
              <a:off x="9341390" y="5290924"/>
              <a:ext cx="131400" cy="47053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화살표 연결선 151">
              <a:extLst>
                <a:ext uri="{FF2B5EF4-FFF2-40B4-BE49-F238E27FC236}">
                  <a16:creationId xmlns:a16="http://schemas.microsoft.com/office/drawing/2014/main" id="{7A43921A-B809-EA22-FC7D-604368DB65FE}"/>
                </a:ext>
              </a:extLst>
            </p:cNvPr>
            <p:cNvCxnSpPr>
              <a:cxnSpLocks/>
              <a:stCxn id="133" idx="3"/>
              <a:endCxn id="133" idx="1"/>
            </p:cNvCxnSpPr>
            <p:nvPr/>
          </p:nvCxnSpPr>
          <p:spPr>
            <a:xfrm flipH="1">
              <a:off x="9125327" y="5248751"/>
              <a:ext cx="25823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꺾인 연결선[E] 154">
              <a:extLst>
                <a:ext uri="{FF2B5EF4-FFF2-40B4-BE49-F238E27FC236}">
                  <a16:creationId xmlns:a16="http://schemas.microsoft.com/office/drawing/2014/main" id="{E8CDCEAE-C8A0-78BF-2E95-C8B9AB5A166A}"/>
                </a:ext>
              </a:extLst>
            </p:cNvPr>
            <p:cNvCxnSpPr>
              <a:cxnSpLocks/>
              <a:stCxn id="133" idx="1"/>
              <a:endCxn id="132" idx="2"/>
            </p:cNvCxnSpPr>
            <p:nvPr/>
          </p:nvCxnSpPr>
          <p:spPr>
            <a:xfrm rot="10800000" flipH="1">
              <a:off x="9125326" y="4422769"/>
              <a:ext cx="796629" cy="825983"/>
            </a:xfrm>
            <a:prstGeom prst="bentConnector3">
              <a:avLst>
                <a:gd name="adj1" fmla="val -28696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꺾인 연결선[E] 157">
              <a:extLst>
                <a:ext uri="{FF2B5EF4-FFF2-40B4-BE49-F238E27FC236}">
                  <a16:creationId xmlns:a16="http://schemas.microsoft.com/office/drawing/2014/main" id="{86DED933-718C-A92A-0036-AB5FF7C4A931}"/>
                </a:ext>
              </a:extLst>
            </p:cNvPr>
            <p:cNvCxnSpPr>
              <a:cxnSpLocks/>
              <a:stCxn id="58" idx="0"/>
              <a:endCxn id="133" idx="3"/>
            </p:cNvCxnSpPr>
            <p:nvPr/>
          </p:nvCxnSpPr>
          <p:spPr>
            <a:xfrm rot="16200000" flipV="1">
              <a:off x="9640935" y="4991379"/>
              <a:ext cx="131400" cy="646143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꺾인 연결선[E] 160">
              <a:extLst>
                <a:ext uri="{FF2B5EF4-FFF2-40B4-BE49-F238E27FC236}">
                  <a16:creationId xmlns:a16="http://schemas.microsoft.com/office/drawing/2014/main" id="{675C50A1-4D93-00F5-E829-37054E0920F7}"/>
                </a:ext>
              </a:extLst>
            </p:cNvPr>
            <p:cNvCxnSpPr>
              <a:cxnSpLocks/>
              <a:stCxn id="59" idx="0"/>
              <a:endCxn id="133" idx="3"/>
            </p:cNvCxnSpPr>
            <p:nvPr/>
          </p:nvCxnSpPr>
          <p:spPr>
            <a:xfrm rot="16200000" flipV="1">
              <a:off x="9940479" y="4691835"/>
              <a:ext cx="131400" cy="1245232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E7928113-F4EB-930E-5947-37366ADE1AD8}"/>
                </a:ext>
              </a:extLst>
            </p:cNvPr>
            <p:cNvSpPr/>
            <p:nvPr/>
          </p:nvSpPr>
          <p:spPr>
            <a:xfrm>
              <a:off x="9210138" y="3761311"/>
              <a:ext cx="1639136" cy="369137"/>
            </a:xfrm>
            <a:prstGeom prst="rect">
              <a:avLst/>
            </a:prstGeom>
            <a:solidFill>
              <a:srgbClr val="FBE6D7"/>
            </a:solidFill>
            <a:ln w="12700">
              <a:solidFill>
                <a:srgbClr val="ED7D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800" dirty="0">
                  <a:solidFill>
                    <a:schemeClr val="tx1"/>
                  </a:solidFill>
                </a:rPr>
                <a:t>Layer Norm</a:t>
              </a:r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166" name="직선 화살표 연결선 165">
              <a:extLst>
                <a:ext uri="{FF2B5EF4-FFF2-40B4-BE49-F238E27FC236}">
                  <a16:creationId xmlns:a16="http://schemas.microsoft.com/office/drawing/2014/main" id="{9FE1828A-1009-4862-C30A-0D102DC1DFFE}"/>
                </a:ext>
              </a:extLst>
            </p:cNvPr>
            <p:cNvCxnSpPr>
              <a:cxnSpLocks/>
              <a:stCxn id="132" idx="0"/>
              <a:endCxn id="165" idx="2"/>
            </p:cNvCxnSpPr>
            <p:nvPr/>
          </p:nvCxnSpPr>
          <p:spPr>
            <a:xfrm flipV="1">
              <a:off x="10029706" y="4130448"/>
              <a:ext cx="0" cy="18457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0" name="그룹 169">
              <a:extLst>
                <a:ext uri="{FF2B5EF4-FFF2-40B4-BE49-F238E27FC236}">
                  <a16:creationId xmlns:a16="http://schemas.microsoft.com/office/drawing/2014/main" id="{CFC8A258-D872-182B-B679-0714613F04AC}"/>
                </a:ext>
              </a:extLst>
            </p:cNvPr>
            <p:cNvGrpSpPr/>
            <p:nvPr/>
          </p:nvGrpSpPr>
          <p:grpSpPr>
            <a:xfrm>
              <a:off x="9210137" y="3094783"/>
              <a:ext cx="1639137" cy="268835"/>
              <a:chOff x="8198547" y="5378798"/>
              <a:chExt cx="1639137" cy="312877"/>
            </a:xfrm>
          </p:grpSpPr>
          <p:sp>
            <p:nvSpPr>
              <p:cNvPr id="171" name="직사각형 170">
                <a:extLst>
                  <a:ext uri="{FF2B5EF4-FFF2-40B4-BE49-F238E27FC236}">
                    <a16:creationId xmlns:a16="http://schemas.microsoft.com/office/drawing/2014/main" id="{F7496462-E96D-14E7-9AC3-718ED5C51586}"/>
                  </a:ext>
                </a:extLst>
              </p:cNvPr>
              <p:cNvSpPr/>
              <p:nvPr/>
            </p:nvSpPr>
            <p:spPr>
              <a:xfrm>
                <a:off x="8198547" y="5378798"/>
                <a:ext cx="440958" cy="312877"/>
              </a:xfrm>
              <a:prstGeom prst="rect">
                <a:avLst/>
              </a:prstGeom>
              <a:solidFill>
                <a:srgbClr val="EBDBF3"/>
              </a:solidFill>
              <a:ln w="12700">
                <a:solidFill>
                  <a:srgbClr val="BC44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ko-KR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MLP</a:t>
                </a:r>
                <a:endParaRPr kumimoji="1" lang="ko-KR" altLang="en-US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4AC0C39A-57EC-5CC2-063B-3A500D08AC76}"/>
                  </a:ext>
                </a:extLst>
              </p:cNvPr>
              <p:cNvSpPr/>
              <p:nvPr/>
            </p:nvSpPr>
            <p:spPr>
              <a:xfrm>
                <a:off x="8797637" y="5378798"/>
                <a:ext cx="440958" cy="312877"/>
              </a:xfrm>
              <a:prstGeom prst="rect">
                <a:avLst/>
              </a:prstGeom>
              <a:solidFill>
                <a:srgbClr val="EBDBF3"/>
              </a:solidFill>
              <a:ln w="12700">
                <a:solidFill>
                  <a:srgbClr val="BC44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ko-KR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MLP</a:t>
                </a:r>
                <a:endParaRPr kumimoji="1" lang="ko-KR" altLang="en-US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6A412C06-0225-AB2D-E2B0-8581D699B9E8}"/>
                  </a:ext>
                </a:extLst>
              </p:cNvPr>
              <p:cNvSpPr/>
              <p:nvPr/>
            </p:nvSpPr>
            <p:spPr>
              <a:xfrm>
                <a:off x="9396726" y="5378798"/>
                <a:ext cx="440958" cy="312877"/>
              </a:xfrm>
              <a:prstGeom prst="rect">
                <a:avLst/>
              </a:prstGeom>
              <a:solidFill>
                <a:srgbClr val="EBDBF3"/>
              </a:solidFill>
              <a:ln w="12700">
                <a:solidFill>
                  <a:srgbClr val="BC44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ko-KR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MLP</a:t>
                </a:r>
                <a:endParaRPr kumimoji="1" lang="ko-KR" alt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76" name="꺾인 연결선[E] 175">
              <a:extLst>
                <a:ext uri="{FF2B5EF4-FFF2-40B4-BE49-F238E27FC236}">
                  <a16:creationId xmlns:a16="http://schemas.microsoft.com/office/drawing/2014/main" id="{9111511A-DEC4-0F16-9357-7D513F7E7B0C}"/>
                </a:ext>
              </a:extLst>
            </p:cNvPr>
            <p:cNvCxnSpPr>
              <a:cxnSpLocks/>
              <a:stCxn id="165" idx="0"/>
              <a:endCxn id="173" idx="2"/>
            </p:cNvCxnSpPr>
            <p:nvPr/>
          </p:nvCxnSpPr>
          <p:spPr>
            <a:xfrm rot="5400000" flipH="1" flipV="1">
              <a:off x="10130404" y="3262921"/>
              <a:ext cx="397693" cy="599089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꺾인 연결선[E] 178">
              <a:extLst>
                <a:ext uri="{FF2B5EF4-FFF2-40B4-BE49-F238E27FC236}">
                  <a16:creationId xmlns:a16="http://schemas.microsoft.com/office/drawing/2014/main" id="{D48EF0BC-000C-0047-D4AD-4DC09F8441A7}"/>
                </a:ext>
              </a:extLst>
            </p:cNvPr>
            <p:cNvCxnSpPr>
              <a:cxnSpLocks/>
              <a:stCxn id="165" idx="0"/>
              <a:endCxn id="171" idx="2"/>
            </p:cNvCxnSpPr>
            <p:nvPr/>
          </p:nvCxnSpPr>
          <p:spPr>
            <a:xfrm rot="16200000" flipV="1">
              <a:off x="9531315" y="3262920"/>
              <a:ext cx="397693" cy="599090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직선 화살표 연결선 182">
              <a:extLst>
                <a:ext uri="{FF2B5EF4-FFF2-40B4-BE49-F238E27FC236}">
                  <a16:creationId xmlns:a16="http://schemas.microsoft.com/office/drawing/2014/main" id="{1E3199A9-A091-9771-204B-93F97BE8D942}"/>
                </a:ext>
              </a:extLst>
            </p:cNvPr>
            <p:cNvCxnSpPr>
              <a:cxnSpLocks/>
              <a:stCxn id="165" idx="0"/>
              <a:endCxn id="172" idx="2"/>
            </p:cNvCxnSpPr>
            <p:nvPr/>
          </p:nvCxnSpPr>
          <p:spPr>
            <a:xfrm flipV="1">
              <a:off x="10029706" y="3363618"/>
              <a:ext cx="0" cy="39769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직선 화살표 연결선 185">
              <a:extLst>
                <a:ext uri="{FF2B5EF4-FFF2-40B4-BE49-F238E27FC236}">
                  <a16:creationId xmlns:a16="http://schemas.microsoft.com/office/drawing/2014/main" id="{C3BC7F7D-87AD-5648-1C4A-FC10460BEA1B}"/>
                </a:ext>
              </a:extLst>
            </p:cNvPr>
            <p:cNvCxnSpPr>
              <a:cxnSpLocks/>
              <a:stCxn id="172" idx="0"/>
              <a:endCxn id="192" idx="4"/>
            </p:cNvCxnSpPr>
            <p:nvPr/>
          </p:nvCxnSpPr>
          <p:spPr>
            <a:xfrm flipV="1">
              <a:off x="10029706" y="2819960"/>
              <a:ext cx="0" cy="27482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타원 191">
              <a:extLst>
                <a:ext uri="{FF2B5EF4-FFF2-40B4-BE49-F238E27FC236}">
                  <a16:creationId xmlns:a16="http://schemas.microsoft.com/office/drawing/2014/main" id="{FE91DBD1-8409-D78E-AA57-AD9A5BEEDC6F}"/>
                </a:ext>
              </a:extLst>
            </p:cNvPr>
            <p:cNvSpPr/>
            <p:nvPr/>
          </p:nvSpPr>
          <p:spPr>
            <a:xfrm>
              <a:off x="9921956" y="2604460"/>
              <a:ext cx="215500" cy="215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400" dirty="0">
                  <a:solidFill>
                    <a:schemeClr val="tx1"/>
                  </a:solidFill>
                </a:rPr>
                <a:t>+</a:t>
              </a:r>
              <a:endParaRPr kumimoji="1" lang="ko-KR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94" name="꺾인 연결선[E] 193">
              <a:extLst>
                <a:ext uri="{FF2B5EF4-FFF2-40B4-BE49-F238E27FC236}">
                  <a16:creationId xmlns:a16="http://schemas.microsoft.com/office/drawing/2014/main" id="{39FC1B43-8481-26AC-B7E7-3EDF88269D3F}"/>
                </a:ext>
              </a:extLst>
            </p:cNvPr>
            <p:cNvCxnSpPr>
              <a:cxnSpLocks/>
              <a:stCxn id="173" idx="0"/>
              <a:endCxn id="192" idx="4"/>
            </p:cNvCxnSpPr>
            <p:nvPr/>
          </p:nvCxnSpPr>
          <p:spPr>
            <a:xfrm rot="16200000" flipV="1">
              <a:off x="10191840" y="2657827"/>
              <a:ext cx="274823" cy="599089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꺾인 연결선[E] 194">
              <a:extLst>
                <a:ext uri="{FF2B5EF4-FFF2-40B4-BE49-F238E27FC236}">
                  <a16:creationId xmlns:a16="http://schemas.microsoft.com/office/drawing/2014/main" id="{2B799DA2-E119-9868-5FD1-52F44DEC6FF7}"/>
                </a:ext>
              </a:extLst>
            </p:cNvPr>
            <p:cNvCxnSpPr>
              <a:cxnSpLocks/>
              <a:stCxn id="171" idx="0"/>
              <a:endCxn id="192" idx="4"/>
            </p:cNvCxnSpPr>
            <p:nvPr/>
          </p:nvCxnSpPr>
          <p:spPr>
            <a:xfrm rot="5400000" flipH="1" flipV="1">
              <a:off x="9592750" y="2657827"/>
              <a:ext cx="274823" cy="599090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17870409-5FB2-85D5-6AA1-8170156F29F3}"/>
                </a:ext>
              </a:extLst>
            </p:cNvPr>
            <p:cNvSpPr/>
            <p:nvPr/>
          </p:nvSpPr>
          <p:spPr>
            <a:xfrm>
              <a:off x="9125327" y="3553748"/>
              <a:ext cx="258236" cy="2381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14" name="꺾인 연결선[E] 213">
              <a:extLst>
                <a:ext uri="{FF2B5EF4-FFF2-40B4-BE49-F238E27FC236}">
                  <a16:creationId xmlns:a16="http://schemas.microsoft.com/office/drawing/2014/main" id="{C6D63440-4019-4402-A818-29A9ACCF8561}"/>
                </a:ext>
              </a:extLst>
            </p:cNvPr>
            <p:cNvCxnSpPr>
              <a:cxnSpLocks/>
              <a:stCxn id="165" idx="0"/>
              <a:endCxn id="213" idx="3"/>
            </p:cNvCxnSpPr>
            <p:nvPr/>
          </p:nvCxnSpPr>
          <p:spPr>
            <a:xfrm rot="16200000" flipV="1">
              <a:off x="9662402" y="3394006"/>
              <a:ext cx="88467" cy="646143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직선 화살표 연결선 216">
              <a:extLst>
                <a:ext uri="{FF2B5EF4-FFF2-40B4-BE49-F238E27FC236}">
                  <a16:creationId xmlns:a16="http://schemas.microsoft.com/office/drawing/2014/main" id="{CA7AB03B-9BA1-ED30-BDFB-CC69AE3CACBB}"/>
                </a:ext>
              </a:extLst>
            </p:cNvPr>
            <p:cNvCxnSpPr>
              <a:cxnSpLocks/>
              <a:stCxn id="213" idx="3"/>
              <a:endCxn id="213" idx="1"/>
            </p:cNvCxnSpPr>
            <p:nvPr/>
          </p:nvCxnSpPr>
          <p:spPr>
            <a:xfrm flipH="1">
              <a:off x="9125327" y="3672844"/>
              <a:ext cx="25823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꺾인 연결선[E] 221">
              <a:extLst>
                <a:ext uri="{FF2B5EF4-FFF2-40B4-BE49-F238E27FC236}">
                  <a16:creationId xmlns:a16="http://schemas.microsoft.com/office/drawing/2014/main" id="{E9C08766-22E5-575F-E5C9-76097A2A1BEF}"/>
                </a:ext>
              </a:extLst>
            </p:cNvPr>
            <p:cNvCxnSpPr>
              <a:cxnSpLocks/>
              <a:stCxn id="213" idx="1"/>
              <a:endCxn id="192" idx="2"/>
            </p:cNvCxnSpPr>
            <p:nvPr/>
          </p:nvCxnSpPr>
          <p:spPr>
            <a:xfrm rot="10800000" flipH="1">
              <a:off x="9125326" y="2712210"/>
              <a:ext cx="796629" cy="960634"/>
            </a:xfrm>
            <a:prstGeom prst="bentConnector3">
              <a:avLst>
                <a:gd name="adj1" fmla="val -28696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직선 화살표 연결선 227">
              <a:extLst>
                <a:ext uri="{FF2B5EF4-FFF2-40B4-BE49-F238E27FC236}">
                  <a16:creationId xmlns:a16="http://schemas.microsoft.com/office/drawing/2014/main" id="{ED1F658D-4182-9247-D989-5FDEE022EA86}"/>
                </a:ext>
              </a:extLst>
            </p:cNvPr>
            <p:cNvCxnSpPr>
              <a:cxnSpLocks/>
              <a:stCxn id="192" idx="0"/>
              <a:endCxn id="236" idx="2"/>
            </p:cNvCxnSpPr>
            <p:nvPr/>
          </p:nvCxnSpPr>
          <p:spPr>
            <a:xfrm flipV="1">
              <a:off x="10029706" y="2427618"/>
              <a:ext cx="0" cy="17684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6" name="직사각형 235">
              <a:extLst>
                <a:ext uri="{FF2B5EF4-FFF2-40B4-BE49-F238E27FC236}">
                  <a16:creationId xmlns:a16="http://schemas.microsoft.com/office/drawing/2014/main" id="{957E73B3-04A1-FDEA-48AF-1C9DB96F3641}"/>
                </a:ext>
              </a:extLst>
            </p:cNvPr>
            <p:cNvSpPr/>
            <p:nvPr/>
          </p:nvSpPr>
          <p:spPr>
            <a:xfrm>
              <a:off x="9210138" y="2058481"/>
              <a:ext cx="1639136" cy="369137"/>
            </a:xfrm>
            <a:prstGeom prst="rect">
              <a:avLst/>
            </a:prstGeom>
            <a:solidFill>
              <a:srgbClr val="FBE6D7"/>
            </a:solidFill>
            <a:ln w="12700">
              <a:solidFill>
                <a:srgbClr val="ED7D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800" dirty="0">
                  <a:solidFill>
                    <a:schemeClr val="tx1"/>
                  </a:solidFill>
                </a:rPr>
                <a:t>Layer Norm</a:t>
              </a:r>
              <a:endParaRPr kumimoji="1" lang="ko-KR" altLang="en-US" sz="1800" dirty="0">
                <a:solidFill>
                  <a:schemeClr val="tx1"/>
                </a:solidFill>
              </a:endParaRPr>
            </a:p>
          </p:txBody>
        </p:sp>
        <p:grpSp>
          <p:nvGrpSpPr>
            <p:cNvPr id="248" name="그룹 247">
              <a:extLst>
                <a:ext uri="{FF2B5EF4-FFF2-40B4-BE49-F238E27FC236}">
                  <a16:creationId xmlns:a16="http://schemas.microsoft.com/office/drawing/2014/main" id="{1CBA5002-BB22-3ED8-0156-DBD07F9AD51F}"/>
                </a:ext>
              </a:extLst>
            </p:cNvPr>
            <p:cNvGrpSpPr/>
            <p:nvPr/>
          </p:nvGrpSpPr>
          <p:grpSpPr>
            <a:xfrm>
              <a:off x="9430616" y="1835206"/>
              <a:ext cx="1198179" cy="223275"/>
              <a:chOff x="9412134" y="5165316"/>
              <a:chExt cx="1198179" cy="562744"/>
            </a:xfrm>
          </p:grpSpPr>
          <p:cxnSp>
            <p:nvCxnSpPr>
              <p:cNvPr id="249" name="직선 화살표 연결선 248">
                <a:extLst>
                  <a:ext uri="{FF2B5EF4-FFF2-40B4-BE49-F238E27FC236}">
                    <a16:creationId xmlns:a16="http://schemas.microsoft.com/office/drawing/2014/main" id="{C7C04AAC-D3DC-BF0A-2BD0-BBAC18FF6E44}"/>
                  </a:ext>
                </a:extLst>
              </p:cNvPr>
              <p:cNvCxnSpPr>
                <a:cxnSpLocks/>
                <a:endCxn id="87" idx="2"/>
              </p:cNvCxnSpPr>
              <p:nvPr/>
            </p:nvCxnSpPr>
            <p:spPr>
              <a:xfrm flipV="1">
                <a:off x="9412134" y="5165316"/>
                <a:ext cx="0" cy="5627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직선 화살표 연결선 249">
                <a:extLst>
                  <a:ext uri="{FF2B5EF4-FFF2-40B4-BE49-F238E27FC236}">
                    <a16:creationId xmlns:a16="http://schemas.microsoft.com/office/drawing/2014/main" id="{EEE87211-6A05-1C48-736A-EEF1AB630981}"/>
                  </a:ext>
                </a:extLst>
              </p:cNvPr>
              <p:cNvCxnSpPr>
                <a:cxnSpLocks/>
                <a:endCxn id="88" idx="2"/>
              </p:cNvCxnSpPr>
              <p:nvPr/>
            </p:nvCxnSpPr>
            <p:spPr>
              <a:xfrm flipV="1">
                <a:off x="10011224" y="5165316"/>
                <a:ext cx="0" cy="5627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직선 화살표 연결선 250">
                <a:extLst>
                  <a:ext uri="{FF2B5EF4-FFF2-40B4-BE49-F238E27FC236}">
                    <a16:creationId xmlns:a16="http://schemas.microsoft.com/office/drawing/2014/main" id="{000962BF-0F2B-F520-5315-B67523DBB6F1}"/>
                  </a:ext>
                </a:extLst>
              </p:cNvPr>
              <p:cNvCxnSpPr>
                <a:cxnSpLocks/>
                <a:endCxn id="89" idx="2"/>
              </p:cNvCxnSpPr>
              <p:nvPr/>
            </p:nvCxnSpPr>
            <p:spPr>
              <a:xfrm flipV="1">
                <a:off x="10610313" y="5165316"/>
                <a:ext cx="0" cy="5627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58" name="TextBox 257">
            <a:extLst>
              <a:ext uri="{FF2B5EF4-FFF2-40B4-BE49-F238E27FC236}">
                <a16:creationId xmlns:a16="http://schemas.microsoft.com/office/drawing/2014/main" id="{FBAD2249-7E01-9EBB-C9E4-BAE09A794B0F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A26765A0-F0A8-FCC4-CCF0-69AF150CF6A1}"/>
              </a:ext>
            </a:extLst>
          </p:cNvPr>
          <p:cNvSpPr txBox="1"/>
          <p:nvPr/>
        </p:nvSpPr>
        <p:spPr>
          <a:xfrm>
            <a:off x="765088" y="2009721"/>
            <a:ext cx="5541118" cy="2226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kumimoji="1" lang="en-US" altLang="ko-KR" sz="3600" b="1" u="sng" dirty="0">
                <a:solidFill>
                  <a:schemeClr val="tx1"/>
                </a:solidFill>
              </a:rPr>
              <a:t>Post-Norm Transformer:</a:t>
            </a:r>
          </a:p>
          <a:p>
            <a:endParaRPr kumimoji="1" lang="en-US" altLang="ko-KR" sz="2400" dirty="0">
              <a:solidFill>
                <a:schemeClr val="tx1"/>
              </a:solidFill>
            </a:endParaRPr>
          </a:p>
          <a:p>
            <a:r>
              <a:rPr kumimoji="1" lang="en-US" altLang="ko-KR" sz="3600" dirty="0">
                <a:solidFill>
                  <a:schemeClr val="tx1"/>
                </a:solidFill>
              </a:rPr>
              <a:t>Layer normalization is </a:t>
            </a:r>
            <a:r>
              <a:rPr kumimoji="1" lang="en-US" altLang="ko-KR" sz="3600" b="1" i="1" dirty="0">
                <a:solidFill>
                  <a:schemeClr val="tx1"/>
                </a:solidFill>
              </a:rPr>
              <a:t>after</a:t>
            </a:r>
            <a:r>
              <a:rPr kumimoji="1" lang="en-US" altLang="ko-KR" sz="3600" dirty="0">
                <a:solidFill>
                  <a:schemeClr val="tx1"/>
                </a:solidFill>
              </a:rPr>
              <a:t> residual connection</a:t>
            </a:r>
            <a:endParaRPr kumimoji="1" lang="ko-KR" alt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28776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B09A3-4B49-D83E-530C-15AA3986D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393921D5-801A-B7E9-ED17-286D44576499}"/>
              </a:ext>
            </a:extLst>
          </p:cNvPr>
          <p:cNvSpPr/>
          <p:nvPr/>
        </p:nvSpPr>
        <p:spPr>
          <a:xfrm>
            <a:off x="8364406" y="1625502"/>
            <a:ext cx="3003112" cy="4247154"/>
          </a:xfrm>
          <a:custGeom>
            <a:avLst/>
            <a:gdLst/>
            <a:ahLst/>
            <a:cxnLst/>
            <a:rect l="l" t="t" r="r" b="b"/>
            <a:pathLst>
              <a:path w="4227830" h="4118610">
                <a:moveTo>
                  <a:pt x="4227443" y="0"/>
                </a:moveTo>
                <a:lnTo>
                  <a:pt x="0" y="0"/>
                </a:lnTo>
                <a:lnTo>
                  <a:pt x="0" y="4118612"/>
                </a:lnTo>
                <a:lnTo>
                  <a:pt x="4227443" y="4118612"/>
                </a:lnTo>
                <a:lnTo>
                  <a:pt x="422744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AA52984-E68A-B426-BE80-6EE93BB9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Transformers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1A20BC-4B4E-4941-AA17-DC5A1363A8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118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2AECA1-4E61-48E0-D8C2-46B1390E0EC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D8377565-F807-67FB-8EC5-BF3C3C4FC7CB}"/>
              </a:ext>
            </a:extLst>
          </p:cNvPr>
          <p:cNvGrpSpPr/>
          <p:nvPr/>
        </p:nvGrpSpPr>
        <p:grpSpPr>
          <a:xfrm>
            <a:off x="8907902" y="5945486"/>
            <a:ext cx="2068903" cy="339321"/>
            <a:chOff x="8198547" y="5378798"/>
            <a:chExt cx="1639137" cy="312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F53CAE9C-6770-C8C9-402D-B9C60AFEBB0F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7F9F154-394F-8F71-F11B-59B3A7C9A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5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230F0212-E66A-4DFF-9CE6-0C194C75E640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6BDF95E-9AD6-464C-A0B2-09B5DD19BE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6"/>
                  <a:stretch>
                    <a:fillRect l="-19444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4A92DE88-7AB6-BDB1-7E73-8DF504277BD2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solidFill>
                  <a:srgbClr val="DBE4F4"/>
                </a:solidFill>
                <a:ln w="12700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A0F8FDE8-0FFD-FD39-3461-970DAAFC53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7"/>
                  <a:stretch>
                    <a:fillRect l="-18919" t="-17391" b="-26087"/>
                  </a:stretch>
                </a:blipFill>
                <a:ln w="12700">
                  <a:solidFill>
                    <a:srgbClr val="4472C4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524CE817-3A02-1CA9-BD1D-FA6BDB197303}"/>
              </a:ext>
            </a:extLst>
          </p:cNvPr>
          <p:cNvGrpSpPr/>
          <p:nvPr/>
        </p:nvGrpSpPr>
        <p:grpSpPr>
          <a:xfrm>
            <a:off x="8907902" y="1131771"/>
            <a:ext cx="2068903" cy="339321"/>
            <a:chOff x="8198547" y="5378798"/>
            <a:chExt cx="1639137" cy="312877"/>
          </a:xfrm>
          <a:solidFill>
            <a:srgbClr val="FFF3CC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35099CF6-1B05-A370-246C-894E2EB20682}"/>
                    </a:ext>
                  </a:extLst>
                </p:cNvPr>
                <p:cNvSpPr/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1CA0561D-2E42-049F-1B24-B02209C8F7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47" y="5378798"/>
                  <a:ext cx="440958" cy="312877"/>
                </a:xfrm>
                <a:prstGeom prst="rect">
                  <a:avLst/>
                </a:prstGeom>
                <a:blipFill>
                  <a:blip r:embed="rId31"/>
                  <a:stretch>
                    <a:fillRect l="-16667" t="-17391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478DDED8-7A7B-6E32-76B1-55FC81E738F9}"/>
                    </a:ext>
                  </a:extLst>
                </p:cNvPr>
                <p:cNvSpPr/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4DD7FF58-D379-B3F1-15EC-7981FA6710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7637" y="5378798"/>
                  <a:ext cx="440958" cy="312877"/>
                </a:xfrm>
                <a:prstGeom prst="rect">
                  <a:avLst/>
                </a:prstGeom>
                <a:blipFill>
                  <a:blip r:embed="rId32"/>
                  <a:stretch>
                    <a:fillRect l="-19444" t="-17391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68C4E015-C61E-B3E5-9ABC-63DE310B4906}"/>
                    </a:ext>
                  </a:extLst>
                </p:cNvPr>
                <p:cNvSpPr/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grpFill/>
                <a:ln w="127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ko-KR" sz="18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kumimoji="1"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0988B393-E885-3CC2-659A-82DFD84583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726" y="5378798"/>
                  <a:ext cx="440958" cy="312877"/>
                </a:xfrm>
                <a:prstGeom prst="rect">
                  <a:avLst/>
                </a:prstGeom>
                <a:blipFill>
                  <a:blip r:embed="rId33"/>
                  <a:stretch>
                    <a:fillRect l="-16216" t="-17391" b="-21739"/>
                  </a:stretch>
                </a:blipFill>
                <a:ln w="127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B0A08DB3-0B0D-AD8B-33DE-745973F425ED}"/>
              </a:ext>
            </a:extLst>
          </p:cNvPr>
          <p:cNvSpPr/>
          <p:nvPr/>
        </p:nvSpPr>
        <p:spPr>
          <a:xfrm>
            <a:off x="8907902" y="5108352"/>
            <a:ext cx="2068904" cy="465922"/>
          </a:xfrm>
          <a:prstGeom prst="rect">
            <a:avLst/>
          </a:prstGeom>
          <a:solidFill>
            <a:srgbClr val="E3F1D9"/>
          </a:solidFill>
          <a:ln w="12700">
            <a:solidFill>
              <a:srgbClr val="71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800" dirty="0">
                <a:solidFill>
                  <a:schemeClr val="tx1"/>
                </a:solidFill>
              </a:rPr>
              <a:t>Self-Attention</a:t>
            </a:r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89D2465B-BB02-1961-BB5D-A7B7C4B85D4F}"/>
              </a:ext>
            </a:extLst>
          </p:cNvPr>
          <p:cNvSpPr/>
          <p:nvPr/>
        </p:nvSpPr>
        <p:spPr>
          <a:xfrm>
            <a:off x="9806353" y="3902202"/>
            <a:ext cx="272002" cy="2720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dirty="0">
                <a:solidFill>
                  <a:schemeClr val="tx1"/>
                </a:solidFill>
              </a:rPr>
              <a:t>+</a:t>
            </a:r>
            <a:endParaRPr kumimoji="1"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1833CE31-4085-CE13-B94C-C8BF9B9EE16B}"/>
              </a:ext>
            </a:extLst>
          </p:cNvPr>
          <p:cNvSpPr/>
          <p:nvPr/>
        </p:nvSpPr>
        <p:spPr>
          <a:xfrm>
            <a:off x="8800855" y="5629313"/>
            <a:ext cx="325943" cy="3006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F29D4832-884E-E745-BB0E-72291D29B686}"/>
              </a:ext>
            </a:extLst>
          </p:cNvPr>
          <p:cNvGrpSpPr/>
          <p:nvPr/>
        </p:nvGrpSpPr>
        <p:grpSpPr>
          <a:xfrm>
            <a:off x="9186188" y="5574274"/>
            <a:ext cx="1512330" cy="371211"/>
            <a:chOff x="9412134" y="5014476"/>
            <a:chExt cx="1198179" cy="562744"/>
          </a:xfrm>
        </p:grpSpPr>
        <p:cxnSp>
          <p:nvCxnSpPr>
            <p:cNvPr id="137" name="직선 화살표 연결선 136">
              <a:extLst>
                <a:ext uri="{FF2B5EF4-FFF2-40B4-BE49-F238E27FC236}">
                  <a16:creationId xmlns:a16="http://schemas.microsoft.com/office/drawing/2014/main" id="{DEE2590E-8AE2-B215-98F9-0DEE3520941A}"/>
                </a:ext>
              </a:extLst>
            </p:cNvPr>
            <p:cNvCxnSpPr>
              <a:cxnSpLocks/>
              <a:stCxn id="57" idx="0"/>
            </p:cNvCxnSpPr>
            <p:nvPr/>
          </p:nvCxnSpPr>
          <p:spPr>
            <a:xfrm flipV="1">
              <a:off x="9412134" y="5014476"/>
              <a:ext cx="0" cy="5627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직선 화살표 연결선 139">
              <a:extLst>
                <a:ext uri="{FF2B5EF4-FFF2-40B4-BE49-F238E27FC236}">
                  <a16:creationId xmlns:a16="http://schemas.microsoft.com/office/drawing/2014/main" id="{88EA3640-D6C2-EEB2-CDA1-075386EFF4C8}"/>
                </a:ext>
              </a:extLst>
            </p:cNvPr>
            <p:cNvCxnSpPr>
              <a:cxnSpLocks/>
              <a:stCxn id="58" idx="0"/>
            </p:cNvCxnSpPr>
            <p:nvPr/>
          </p:nvCxnSpPr>
          <p:spPr>
            <a:xfrm flipV="1">
              <a:off x="10011224" y="5014476"/>
              <a:ext cx="0" cy="5627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직선 화살표 연결선 143">
              <a:extLst>
                <a:ext uri="{FF2B5EF4-FFF2-40B4-BE49-F238E27FC236}">
                  <a16:creationId xmlns:a16="http://schemas.microsoft.com/office/drawing/2014/main" id="{CA95149A-525C-F96C-3524-E42BBE74ADB0}"/>
                </a:ext>
              </a:extLst>
            </p:cNvPr>
            <p:cNvCxnSpPr>
              <a:cxnSpLocks/>
              <a:stCxn id="59" idx="0"/>
            </p:cNvCxnSpPr>
            <p:nvPr/>
          </p:nvCxnSpPr>
          <p:spPr>
            <a:xfrm flipV="1">
              <a:off x="10610313" y="5014476"/>
              <a:ext cx="0" cy="5627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F456A9FE-3FF7-E782-36B6-4AC2F126ADED}"/>
              </a:ext>
            </a:extLst>
          </p:cNvPr>
          <p:cNvCxnSpPr>
            <a:cxnSpLocks/>
            <a:stCxn id="131" idx="0"/>
            <a:endCxn id="11" idx="2"/>
          </p:cNvCxnSpPr>
          <p:nvPr/>
        </p:nvCxnSpPr>
        <p:spPr>
          <a:xfrm flipV="1">
            <a:off x="9942354" y="4870504"/>
            <a:ext cx="0" cy="2378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꺾인 연결선[E] 150">
            <a:extLst>
              <a:ext uri="{FF2B5EF4-FFF2-40B4-BE49-F238E27FC236}">
                <a16:creationId xmlns:a16="http://schemas.microsoft.com/office/drawing/2014/main" id="{3BD35494-81E0-3202-B3AA-F18B3C957C1A}"/>
              </a:ext>
            </a:extLst>
          </p:cNvPr>
          <p:cNvCxnSpPr>
            <a:stCxn id="57" idx="0"/>
            <a:endCxn id="133" idx="3"/>
          </p:cNvCxnSpPr>
          <p:nvPr/>
        </p:nvCxnSpPr>
        <p:spPr>
          <a:xfrm rot="16200000" flipV="1">
            <a:off x="9073568" y="5832865"/>
            <a:ext cx="165852" cy="59390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9745F757-778F-D903-8A0F-FD3AF06716A1}"/>
              </a:ext>
            </a:extLst>
          </p:cNvPr>
          <p:cNvCxnSpPr>
            <a:cxnSpLocks/>
            <a:stCxn id="133" idx="3"/>
            <a:endCxn id="133" idx="1"/>
          </p:cNvCxnSpPr>
          <p:nvPr/>
        </p:nvCxnSpPr>
        <p:spPr>
          <a:xfrm flipH="1">
            <a:off x="8800855" y="5779634"/>
            <a:ext cx="32594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꺾인 연결선[E] 154">
            <a:extLst>
              <a:ext uri="{FF2B5EF4-FFF2-40B4-BE49-F238E27FC236}">
                <a16:creationId xmlns:a16="http://schemas.microsoft.com/office/drawing/2014/main" id="{36EF77CF-1674-459A-114B-40DA6E1736D0}"/>
              </a:ext>
            </a:extLst>
          </p:cNvPr>
          <p:cNvCxnSpPr>
            <a:cxnSpLocks/>
            <a:stCxn id="133" idx="1"/>
            <a:endCxn id="132" idx="2"/>
          </p:cNvCxnSpPr>
          <p:nvPr/>
        </p:nvCxnSpPr>
        <p:spPr>
          <a:xfrm rot="10800000" flipH="1">
            <a:off x="8800855" y="4038204"/>
            <a:ext cx="1005498" cy="1741431"/>
          </a:xfrm>
          <a:prstGeom prst="bentConnector3">
            <a:avLst>
              <a:gd name="adj1" fmla="val -2273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꺾인 연결선[E] 157">
            <a:extLst>
              <a:ext uri="{FF2B5EF4-FFF2-40B4-BE49-F238E27FC236}">
                <a16:creationId xmlns:a16="http://schemas.microsoft.com/office/drawing/2014/main" id="{E537B37C-D070-916D-E871-2543C1A57ABA}"/>
              </a:ext>
            </a:extLst>
          </p:cNvPr>
          <p:cNvCxnSpPr>
            <a:cxnSpLocks/>
            <a:stCxn id="58" idx="0"/>
            <a:endCxn id="133" idx="3"/>
          </p:cNvCxnSpPr>
          <p:nvPr/>
        </p:nvCxnSpPr>
        <p:spPr>
          <a:xfrm rot="16200000" flipV="1">
            <a:off x="9451651" y="5454782"/>
            <a:ext cx="165852" cy="815556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꺾인 연결선[E] 160">
            <a:extLst>
              <a:ext uri="{FF2B5EF4-FFF2-40B4-BE49-F238E27FC236}">
                <a16:creationId xmlns:a16="http://schemas.microsoft.com/office/drawing/2014/main" id="{063C1859-8BDA-2235-7AC9-0A2B21FE0971}"/>
              </a:ext>
            </a:extLst>
          </p:cNvPr>
          <p:cNvCxnSpPr>
            <a:cxnSpLocks/>
            <a:stCxn id="59" idx="0"/>
            <a:endCxn id="133" idx="3"/>
          </p:cNvCxnSpPr>
          <p:nvPr/>
        </p:nvCxnSpPr>
        <p:spPr>
          <a:xfrm rot="16200000" flipV="1">
            <a:off x="9829732" y="5076700"/>
            <a:ext cx="165852" cy="1571720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93F0EBA8-2A9F-96E2-8670-20A3E8453938}"/>
              </a:ext>
            </a:extLst>
          </p:cNvPr>
          <p:cNvGrpSpPr/>
          <p:nvPr/>
        </p:nvGrpSpPr>
        <p:grpSpPr>
          <a:xfrm>
            <a:off x="8907902" y="2459142"/>
            <a:ext cx="2068903" cy="339321"/>
            <a:chOff x="8198547" y="5378798"/>
            <a:chExt cx="1639137" cy="312877"/>
          </a:xfrm>
        </p:grpSpPr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FDBFCE8F-0E71-164D-1AD8-4816F69C5844}"/>
                </a:ext>
              </a:extLst>
            </p:cNvPr>
            <p:cNvSpPr/>
            <p:nvPr/>
          </p:nvSpPr>
          <p:spPr>
            <a:xfrm>
              <a:off x="8198547" y="5378798"/>
              <a:ext cx="440958" cy="312877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MLP</a:t>
              </a:r>
              <a:endParaRPr kumimoji="1" lang="ko-KR" altLang="en-US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C7A32509-AD8E-87C2-E738-33F02ECC5A25}"/>
                </a:ext>
              </a:extLst>
            </p:cNvPr>
            <p:cNvSpPr/>
            <p:nvPr/>
          </p:nvSpPr>
          <p:spPr>
            <a:xfrm>
              <a:off x="8797637" y="5378798"/>
              <a:ext cx="440958" cy="312877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MLP</a:t>
              </a:r>
              <a:endParaRPr kumimoji="1" lang="ko-KR" altLang="en-US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7CC083C8-8239-B6F0-E71B-1913330DFA4C}"/>
                </a:ext>
              </a:extLst>
            </p:cNvPr>
            <p:cNvSpPr/>
            <p:nvPr/>
          </p:nvSpPr>
          <p:spPr>
            <a:xfrm>
              <a:off x="9396726" y="5378798"/>
              <a:ext cx="440958" cy="312877"/>
            </a:xfrm>
            <a:prstGeom prst="rect">
              <a:avLst/>
            </a:prstGeom>
            <a:solidFill>
              <a:srgbClr val="EBDBF3"/>
            </a:solidFill>
            <a:ln w="12700">
              <a:solidFill>
                <a:srgbClr val="BC44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MLP</a:t>
              </a:r>
              <a:endParaRPr kumimoji="1"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76" name="꺾인 연결선[E] 175">
            <a:extLst>
              <a:ext uri="{FF2B5EF4-FFF2-40B4-BE49-F238E27FC236}">
                <a16:creationId xmlns:a16="http://schemas.microsoft.com/office/drawing/2014/main" id="{E1C8C10E-1EAD-C78F-0C0D-CA7FFA25AE41}"/>
              </a:ext>
            </a:extLst>
          </p:cNvPr>
          <p:cNvCxnSpPr>
            <a:cxnSpLocks/>
            <a:stCxn id="36" idx="0"/>
            <a:endCxn id="173" idx="2"/>
          </p:cNvCxnSpPr>
          <p:nvPr/>
        </p:nvCxnSpPr>
        <p:spPr>
          <a:xfrm rot="5400000" flipH="1" flipV="1">
            <a:off x="10108104" y="2632714"/>
            <a:ext cx="424665" cy="75616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꺾인 연결선[E] 178">
            <a:extLst>
              <a:ext uri="{FF2B5EF4-FFF2-40B4-BE49-F238E27FC236}">
                <a16:creationId xmlns:a16="http://schemas.microsoft.com/office/drawing/2014/main" id="{7A34B80E-CBE2-03C1-0462-202029F6FDB1}"/>
              </a:ext>
            </a:extLst>
          </p:cNvPr>
          <p:cNvCxnSpPr>
            <a:cxnSpLocks/>
            <a:stCxn id="36" idx="0"/>
            <a:endCxn id="171" idx="2"/>
          </p:cNvCxnSpPr>
          <p:nvPr/>
        </p:nvCxnSpPr>
        <p:spPr>
          <a:xfrm rot="16200000" flipV="1">
            <a:off x="9351940" y="2632713"/>
            <a:ext cx="424665" cy="75616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화살표 연결선 182">
            <a:extLst>
              <a:ext uri="{FF2B5EF4-FFF2-40B4-BE49-F238E27FC236}">
                <a16:creationId xmlns:a16="http://schemas.microsoft.com/office/drawing/2014/main" id="{692B715A-6EA9-D4F1-EED8-3FDAB26C7B61}"/>
              </a:ext>
            </a:extLst>
          </p:cNvPr>
          <p:cNvCxnSpPr>
            <a:cxnSpLocks/>
            <a:stCxn id="36" idx="0"/>
            <a:endCxn id="172" idx="2"/>
          </p:cNvCxnSpPr>
          <p:nvPr/>
        </p:nvCxnSpPr>
        <p:spPr>
          <a:xfrm flipV="1">
            <a:off x="9942354" y="2798463"/>
            <a:ext cx="1" cy="4246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CAA1F359-CDC6-5366-74A6-B45621958927}"/>
              </a:ext>
            </a:extLst>
          </p:cNvPr>
          <p:cNvCxnSpPr>
            <a:cxnSpLocks/>
            <a:stCxn id="172" idx="0"/>
            <a:endCxn id="192" idx="4"/>
          </p:cNvCxnSpPr>
          <p:nvPr/>
        </p:nvCxnSpPr>
        <p:spPr>
          <a:xfrm flipH="1" flipV="1">
            <a:off x="9942354" y="2146408"/>
            <a:ext cx="1" cy="3127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타원 191">
            <a:extLst>
              <a:ext uri="{FF2B5EF4-FFF2-40B4-BE49-F238E27FC236}">
                <a16:creationId xmlns:a16="http://schemas.microsoft.com/office/drawing/2014/main" id="{DF8116BE-D895-5FD5-720C-F71AEAE4F7D6}"/>
              </a:ext>
            </a:extLst>
          </p:cNvPr>
          <p:cNvSpPr/>
          <p:nvPr/>
        </p:nvSpPr>
        <p:spPr>
          <a:xfrm>
            <a:off x="9806353" y="1874406"/>
            <a:ext cx="272002" cy="2720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dirty="0">
                <a:solidFill>
                  <a:schemeClr val="tx1"/>
                </a:solidFill>
              </a:rPr>
              <a:t>+</a:t>
            </a:r>
            <a:endParaRPr kumimoji="1" lang="ko-KR" altLang="en-US" sz="2400" dirty="0">
              <a:solidFill>
                <a:schemeClr val="tx1"/>
              </a:solidFill>
            </a:endParaRPr>
          </a:p>
        </p:txBody>
      </p:sp>
      <p:cxnSp>
        <p:nvCxnSpPr>
          <p:cNvPr id="194" name="꺾인 연결선[E] 193">
            <a:extLst>
              <a:ext uri="{FF2B5EF4-FFF2-40B4-BE49-F238E27FC236}">
                <a16:creationId xmlns:a16="http://schemas.microsoft.com/office/drawing/2014/main" id="{1F3DBAC0-7CCD-33EC-BA01-821EC4701D05}"/>
              </a:ext>
            </a:extLst>
          </p:cNvPr>
          <p:cNvCxnSpPr>
            <a:cxnSpLocks/>
            <a:stCxn id="173" idx="0"/>
            <a:endCxn id="192" idx="4"/>
          </p:cNvCxnSpPr>
          <p:nvPr/>
        </p:nvCxnSpPr>
        <p:spPr>
          <a:xfrm rot="16200000" flipV="1">
            <a:off x="10164070" y="1924692"/>
            <a:ext cx="312734" cy="75616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꺾인 연결선[E] 194">
            <a:extLst>
              <a:ext uri="{FF2B5EF4-FFF2-40B4-BE49-F238E27FC236}">
                <a16:creationId xmlns:a16="http://schemas.microsoft.com/office/drawing/2014/main" id="{39B9DBBD-317B-C391-5B9E-36CC6A37C44E}"/>
              </a:ext>
            </a:extLst>
          </p:cNvPr>
          <p:cNvCxnSpPr>
            <a:cxnSpLocks/>
            <a:stCxn id="171" idx="0"/>
            <a:endCxn id="192" idx="4"/>
          </p:cNvCxnSpPr>
          <p:nvPr/>
        </p:nvCxnSpPr>
        <p:spPr>
          <a:xfrm rot="5400000" flipH="1" flipV="1">
            <a:off x="9407904" y="1924693"/>
            <a:ext cx="312734" cy="75616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꺾인 연결선[E] 213">
            <a:extLst>
              <a:ext uri="{FF2B5EF4-FFF2-40B4-BE49-F238E27FC236}">
                <a16:creationId xmlns:a16="http://schemas.microsoft.com/office/drawing/2014/main" id="{C37A5B45-4C0C-F594-EC9C-023D9F962C8E}"/>
              </a:ext>
            </a:extLst>
          </p:cNvPr>
          <p:cNvCxnSpPr>
            <a:cxnSpLocks/>
            <a:stCxn id="132" idx="6"/>
            <a:endCxn id="213" idx="2"/>
          </p:cNvCxnSpPr>
          <p:nvPr/>
        </p:nvCxnSpPr>
        <p:spPr>
          <a:xfrm flipV="1">
            <a:off x="10078355" y="3819560"/>
            <a:ext cx="1098042" cy="218643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꺾인 연결선[E] 221">
            <a:extLst>
              <a:ext uri="{FF2B5EF4-FFF2-40B4-BE49-F238E27FC236}">
                <a16:creationId xmlns:a16="http://schemas.microsoft.com/office/drawing/2014/main" id="{31357EF6-8A5C-2930-BAF5-F71CFFB32145}"/>
              </a:ext>
            </a:extLst>
          </p:cNvPr>
          <p:cNvCxnSpPr>
            <a:cxnSpLocks/>
            <a:stCxn id="213" idx="0"/>
            <a:endCxn id="192" idx="6"/>
          </p:cNvCxnSpPr>
          <p:nvPr/>
        </p:nvCxnSpPr>
        <p:spPr>
          <a:xfrm rot="16200000" flipV="1">
            <a:off x="9873121" y="2215642"/>
            <a:ext cx="1508511" cy="1098042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직선 화살표 연결선 227">
            <a:extLst>
              <a:ext uri="{FF2B5EF4-FFF2-40B4-BE49-F238E27FC236}">
                <a16:creationId xmlns:a16="http://schemas.microsoft.com/office/drawing/2014/main" id="{C47CC20C-E6AB-5C43-8669-80D600227DBE}"/>
              </a:ext>
            </a:extLst>
          </p:cNvPr>
          <p:cNvCxnSpPr>
            <a:cxnSpLocks/>
            <a:stCxn id="192" idx="0"/>
            <a:endCxn id="88" idx="2"/>
          </p:cNvCxnSpPr>
          <p:nvPr/>
        </p:nvCxnSpPr>
        <p:spPr>
          <a:xfrm flipV="1">
            <a:off x="9942354" y="1471092"/>
            <a:ext cx="1" cy="403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09C3AE90-F05D-58EE-BB9E-6302E6E4F98E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Baevski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et. al., Adaptive Input Representations for Neural Language Modeling,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39C4704E-3550-65BC-6F97-E312F3287E87}"/>
              </a:ext>
            </a:extLst>
          </p:cNvPr>
          <p:cNvSpPr txBox="1"/>
          <p:nvPr/>
        </p:nvSpPr>
        <p:spPr>
          <a:xfrm>
            <a:off x="765087" y="1574959"/>
            <a:ext cx="5749311" cy="3888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kumimoji="1" lang="en-US" altLang="ko-KR" sz="3600" b="1" u="sng" dirty="0">
                <a:solidFill>
                  <a:schemeClr val="tx1"/>
                </a:solidFill>
              </a:rPr>
              <a:t>Pre-Norm Transformer:</a:t>
            </a:r>
          </a:p>
          <a:p>
            <a:endParaRPr kumimoji="1" lang="en-US" altLang="ko-KR" sz="2400" dirty="0">
              <a:solidFill>
                <a:schemeClr val="tx1"/>
              </a:solidFill>
            </a:endParaRPr>
          </a:p>
          <a:p>
            <a:r>
              <a:rPr kumimoji="1" lang="en-US" altLang="ko-KR" sz="3600" dirty="0">
                <a:solidFill>
                  <a:schemeClr val="tx1"/>
                </a:solidFill>
              </a:rPr>
              <a:t>Layer normalization is </a:t>
            </a:r>
            <a:r>
              <a:rPr kumimoji="1" lang="en-US" altLang="ko-KR" sz="3600" b="1" i="1" dirty="0">
                <a:solidFill>
                  <a:schemeClr val="tx1"/>
                </a:solidFill>
              </a:rPr>
              <a:t>inside</a:t>
            </a:r>
            <a:r>
              <a:rPr kumimoji="1" lang="en-US" altLang="ko-KR" sz="3600" dirty="0">
                <a:solidFill>
                  <a:schemeClr val="tx1"/>
                </a:solidFill>
              </a:rPr>
              <a:t> residual connection</a:t>
            </a:r>
          </a:p>
          <a:p>
            <a:endParaRPr kumimoji="1" lang="en-US" altLang="ko-KR" sz="3600" dirty="0">
              <a:solidFill>
                <a:schemeClr val="tx1"/>
              </a:solidFill>
            </a:endParaRPr>
          </a:p>
          <a:p>
            <a:r>
              <a:rPr kumimoji="1" lang="en-US" altLang="ko-KR" sz="3600" dirty="0">
                <a:solidFill>
                  <a:schemeClr val="tx1"/>
                </a:solidFill>
              </a:rPr>
              <a:t>Gives more stable training,</a:t>
            </a:r>
          </a:p>
          <a:p>
            <a:r>
              <a:rPr kumimoji="1" lang="en-US" altLang="ko-KR" sz="3600" dirty="0">
                <a:solidFill>
                  <a:schemeClr val="tx1"/>
                </a:solidFill>
              </a:rPr>
              <a:t>commonly used in practice!</a:t>
            </a:r>
            <a:endParaRPr kumimoji="1" lang="ko-KR" altLang="en-US" sz="360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694621C-2595-1A58-BB4F-5EDA8B97B309}"/>
              </a:ext>
            </a:extLst>
          </p:cNvPr>
          <p:cNvSpPr/>
          <p:nvPr/>
        </p:nvSpPr>
        <p:spPr>
          <a:xfrm>
            <a:off x="8907903" y="4404583"/>
            <a:ext cx="2068902" cy="465921"/>
          </a:xfrm>
          <a:prstGeom prst="rect">
            <a:avLst/>
          </a:prstGeom>
          <a:solidFill>
            <a:srgbClr val="FBE6D7"/>
          </a:solidFill>
          <a:ln w="12700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800" dirty="0">
                <a:solidFill>
                  <a:schemeClr val="tx1"/>
                </a:solidFill>
              </a:rPr>
              <a:t>Layer Norm</a:t>
            </a:r>
            <a:endParaRPr kumimoji="1"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E6F0AF7F-5365-AA0F-66EC-67B7CEFD817D}"/>
              </a:ext>
            </a:extLst>
          </p:cNvPr>
          <p:cNvSpPr/>
          <p:nvPr/>
        </p:nvSpPr>
        <p:spPr>
          <a:xfrm>
            <a:off x="11013425" y="3518918"/>
            <a:ext cx="325943" cy="3006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17" name="직선 화살표 연결선 216">
            <a:extLst>
              <a:ext uri="{FF2B5EF4-FFF2-40B4-BE49-F238E27FC236}">
                <a16:creationId xmlns:a16="http://schemas.microsoft.com/office/drawing/2014/main" id="{BE919665-B819-C6EA-BBFC-26F347D97F60}"/>
              </a:ext>
            </a:extLst>
          </p:cNvPr>
          <p:cNvCxnSpPr>
            <a:cxnSpLocks/>
            <a:stCxn id="213" idx="2"/>
            <a:endCxn id="213" idx="0"/>
          </p:cNvCxnSpPr>
          <p:nvPr/>
        </p:nvCxnSpPr>
        <p:spPr>
          <a:xfrm flipV="1">
            <a:off x="11176397" y="3518918"/>
            <a:ext cx="0" cy="30064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548BC93-A080-7FBF-0FF9-C0E22B4BF109}"/>
              </a:ext>
            </a:extLst>
          </p:cNvPr>
          <p:cNvCxnSpPr>
            <a:cxnSpLocks/>
            <a:endCxn id="132" idx="4"/>
          </p:cNvCxnSpPr>
          <p:nvPr/>
        </p:nvCxnSpPr>
        <p:spPr>
          <a:xfrm flipV="1">
            <a:off x="9942354" y="4174204"/>
            <a:ext cx="0" cy="2146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5B374B6-28E9-BD76-E780-901DB0E2CCCB}"/>
              </a:ext>
            </a:extLst>
          </p:cNvPr>
          <p:cNvSpPr/>
          <p:nvPr/>
        </p:nvSpPr>
        <p:spPr>
          <a:xfrm>
            <a:off x="8907903" y="3223128"/>
            <a:ext cx="2068902" cy="465921"/>
          </a:xfrm>
          <a:prstGeom prst="rect">
            <a:avLst/>
          </a:prstGeom>
          <a:solidFill>
            <a:srgbClr val="FBE6D7"/>
          </a:solidFill>
          <a:ln w="12700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800" dirty="0">
                <a:solidFill>
                  <a:schemeClr val="tx1"/>
                </a:solidFill>
              </a:rPr>
              <a:t>Layer Norm</a:t>
            </a:r>
            <a:endParaRPr kumimoji="1"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FED9EB1C-5A32-7813-A283-6317DD981B13}"/>
              </a:ext>
            </a:extLst>
          </p:cNvPr>
          <p:cNvCxnSpPr>
            <a:cxnSpLocks/>
            <a:stCxn id="132" idx="0"/>
            <a:endCxn id="36" idx="2"/>
          </p:cNvCxnSpPr>
          <p:nvPr/>
        </p:nvCxnSpPr>
        <p:spPr>
          <a:xfrm flipV="1">
            <a:off x="9942354" y="3689049"/>
            <a:ext cx="0" cy="2131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[E] 48">
            <a:extLst>
              <a:ext uri="{FF2B5EF4-FFF2-40B4-BE49-F238E27FC236}">
                <a16:creationId xmlns:a16="http://schemas.microsoft.com/office/drawing/2014/main" id="{E5908D25-F83F-D7D2-E8C0-A8426E440F72}"/>
              </a:ext>
            </a:extLst>
          </p:cNvPr>
          <p:cNvCxnSpPr>
            <a:cxnSpLocks/>
            <a:stCxn id="192" idx="0"/>
            <a:endCxn id="89" idx="2"/>
          </p:cNvCxnSpPr>
          <p:nvPr/>
        </p:nvCxnSpPr>
        <p:spPr>
          <a:xfrm rot="5400000" flipH="1" flipV="1">
            <a:off x="10118779" y="1294667"/>
            <a:ext cx="403314" cy="756165"/>
          </a:xfrm>
          <a:prstGeom prst="bentConnector3">
            <a:avLst>
              <a:gd name="adj1" fmla="val 285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꺾인 연결선[E] 62">
            <a:extLst>
              <a:ext uri="{FF2B5EF4-FFF2-40B4-BE49-F238E27FC236}">
                <a16:creationId xmlns:a16="http://schemas.microsoft.com/office/drawing/2014/main" id="{03C07ED1-A97E-5F16-1AEE-93BFE5D53B1C}"/>
              </a:ext>
            </a:extLst>
          </p:cNvPr>
          <p:cNvCxnSpPr>
            <a:cxnSpLocks/>
            <a:stCxn id="192" idx="0"/>
            <a:endCxn id="87" idx="2"/>
          </p:cNvCxnSpPr>
          <p:nvPr/>
        </p:nvCxnSpPr>
        <p:spPr>
          <a:xfrm rot="16200000" flipV="1">
            <a:off x="9362615" y="1294666"/>
            <a:ext cx="403314" cy="756165"/>
          </a:xfrm>
          <a:prstGeom prst="bentConnector3">
            <a:avLst>
              <a:gd name="adj1" fmla="val 2850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70788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69F13-BB20-12E1-D5EA-D30676003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3DC61-8170-F0E6-0A52-99B79824D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Transformers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B2A713-4F39-FC6C-2491-CB32EB4883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119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F0FB88-B1B9-AE68-8B6C-E5F38B03448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E935163D-52E5-9528-4111-98E42BDE047A}"/>
              </a:ext>
            </a:extLst>
          </p:cNvPr>
          <p:cNvSpPr txBox="1"/>
          <p:nvPr/>
        </p:nvSpPr>
        <p:spPr>
          <a:xfrm>
            <a:off x="57150" y="6065032"/>
            <a:ext cx="10056429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Vaswani et. al., Attention Is All You Need, </a:t>
            </a:r>
            <a:r>
              <a:rPr lang="en" altLang="ko-KR" sz="11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" altLang="ko-KR" sz="11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2017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19D0B7-C891-3776-567A-75284A72E38B}"/>
              </a:ext>
            </a:extLst>
          </p:cNvPr>
          <p:cNvSpPr txBox="1"/>
          <p:nvPr/>
        </p:nvSpPr>
        <p:spPr>
          <a:xfrm>
            <a:off x="5820701" y="2630837"/>
            <a:ext cx="38463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kumimoji="1" lang="en-US" altLang="ko-KR" sz="2400" dirty="0">
                <a:solidFill>
                  <a:schemeClr val="tx1"/>
                </a:solidFill>
              </a:rPr>
              <a:t>A </a:t>
            </a:r>
            <a:r>
              <a:rPr kumimoji="1" lang="en-US" altLang="ko-KR" sz="2400" b="1" i="1" dirty="0">
                <a:solidFill>
                  <a:schemeClr val="tx1"/>
                </a:solidFill>
              </a:rPr>
              <a:t>transformer </a:t>
            </a:r>
            <a:r>
              <a:rPr kumimoji="1" lang="en-US" altLang="ko-KR" sz="2400" dirty="0">
                <a:solidFill>
                  <a:schemeClr val="tx1"/>
                </a:solidFill>
              </a:rPr>
              <a:t>is a stack of transformer blocks.</a:t>
            </a:r>
            <a:endParaRPr kumimoji="1"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42F223-4A3A-9799-EC0B-C9502786404D}"/>
              </a:ext>
            </a:extLst>
          </p:cNvPr>
          <p:cNvSpPr txBox="1"/>
          <p:nvPr/>
        </p:nvSpPr>
        <p:spPr>
          <a:xfrm>
            <a:off x="5826287" y="3702893"/>
            <a:ext cx="4495870" cy="933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kumimoji="1" lang="en-US" altLang="ko-KR" sz="2400" i="1" dirty="0">
                <a:solidFill>
                  <a:schemeClr val="tx1"/>
                </a:solidFill>
              </a:rPr>
              <a:t>Vaswani et. al.</a:t>
            </a:r>
            <a:r>
              <a:rPr kumimoji="1" lang="en-US" altLang="ko-KR" sz="2400" dirty="0">
                <a:solidFill>
                  <a:schemeClr val="tx1"/>
                </a:solidFill>
              </a:rPr>
              <a:t>:</a:t>
            </a:r>
          </a:p>
          <a:p>
            <a:pPr>
              <a:spcAft>
                <a:spcPts val="800"/>
              </a:spcAft>
            </a:pPr>
            <a:r>
              <a:rPr kumimoji="1" lang="en-US" altLang="ko-KR" sz="2400" dirty="0">
                <a:solidFill>
                  <a:schemeClr val="tx1"/>
                </a:solidFill>
              </a:rPr>
              <a:t>12 blocks, DQ=512, 6 heads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E7B2D8B7-F8AE-B4AE-9610-8472F09D6339}"/>
              </a:ext>
            </a:extLst>
          </p:cNvPr>
          <p:cNvGrpSpPr/>
          <p:nvPr/>
        </p:nvGrpSpPr>
        <p:grpSpPr>
          <a:xfrm>
            <a:off x="10113579" y="1170606"/>
            <a:ext cx="1056000" cy="5156036"/>
            <a:chOff x="9526868" y="1018154"/>
            <a:chExt cx="1056000" cy="5156036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7F18BF07-90D9-337B-12AD-73A8B4311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6868" y="2721825"/>
              <a:ext cx="1055999" cy="1748694"/>
            </a:xfrm>
            <a:prstGeom prst="rect">
              <a:avLst/>
            </a:prstGeom>
          </p:spPr>
        </p:pic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D9B128AA-49B4-2594-C551-B84F1521A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6869" y="1018154"/>
              <a:ext cx="1055999" cy="1748694"/>
            </a:xfrm>
            <a:prstGeom prst="rect">
              <a:avLst/>
            </a:prstGeom>
          </p:spPr>
        </p:pic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038990B1-3119-93F4-D567-15BD34C7C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6868" y="4425496"/>
              <a:ext cx="1055999" cy="174869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3E34D92-2725-5C58-617F-83D0D4A9BF19}"/>
                  </a:ext>
                </a:extLst>
              </p:cNvPr>
              <p:cNvSpPr txBox="1"/>
              <p:nvPr/>
            </p:nvSpPr>
            <p:spPr>
              <a:xfrm>
                <a:off x="871466" y="1349541"/>
                <a:ext cx="5157814" cy="4319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kumimoji="1" lang="en-US" altLang="ko-KR" sz="2800" b="1" u="sng" dirty="0">
                    <a:solidFill>
                      <a:schemeClr val="tx1"/>
                    </a:solidFill>
                  </a:rPr>
                  <a:t>Transformer Block:</a:t>
                </a:r>
              </a:p>
              <a:p>
                <a:r>
                  <a:rPr kumimoji="1" lang="en-US" altLang="ko-KR" sz="2400" b="1" dirty="0">
                    <a:solidFill>
                      <a:schemeClr val="tx1"/>
                    </a:solidFill>
                  </a:rPr>
                  <a:t>Input</a:t>
                </a:r>
                <a:r>
                  <a:rPr kumimoji="1" lang="en-US" altLang="ko-KR" sz="2400" dirty="0">
                    <a:solidFill>
                      <a:schemeClr val="tx1"/>
                    </a:solidFill>
                  </a:rPr>
                  <a:t>: a set of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kumimoji="1" lang="en-US" altLang="ko-KR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kumimoji="1" lang="en-US" altLang="ko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b="1" dirty="0">
                    <a:solidFill>
                      <a:schemeClr val="tx1"/>
                    </a:solidFill>
                  </a:rPr>
                  <a:t>Output</a:t>
                </a:r>
                <a:r>
                  <a:rPr kumimoji="1" lang="en-US" altLang="ko-KR" sz="2400" dirty="0">
                    <a:solidFill>
                      <a:schemeClr val="tx1"/>
                    </a:solidFill>
                  </a:rPr>
                  <a:t>: a set of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1" lang="en-US" altLang="ko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kumimoji="1" lang="en-US" altLang="ko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Attention is the only interaction between vectors!</a:t>
                </a:r>
              </a:p>
              <a:p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Layer norm and MLP work independently per vector.</a:t>
                </a:r>
              </a:p>
              <a:p>
                <a:endParaRPr kumimoji="1" lang="en-US" altLang="ko-KR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ko-KR" sz="2400" dirty="0">
                    <a:solidFill>
                      <a:schemeClr val="tx1"/>
                    </a:solidFill>
                  </a:rPr>
                  <a:t>Highly scalable, highly parallelizable.</a:t>
                </a:r>
                <a:endParaRPr kumimoji="1" lang="ko-KR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3E34D92-2725-5C58-617F-83D0D4A9B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466" y="1349541"/>
                <a:ext cx="5157814" cy="4319131"/>
              </a:xfrm>
              <a:prstGeom prst="rect">
                <a:avLst/>
              </a:prstGeom>
              <a:blipFill>
                <a:blip r:embed="rId4"/>
                <a:stretch>
                  <a:fillRect l="-2457" t="-1466" r="-1966" b="-20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504619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AA33E-4E3D-EBF8-EA2F-5FEDF7E6A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8D443C-4F22-60A3-D8A1-23BEDCB7A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/>
              <a:t>Large Language Models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636059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8EBF52-619F-A38A-1F00-481C1E317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Language Modeling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2AFBF1-6AF0-F624-ED96-63524A4E3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ko-KR" dirty="0"/>
              <a:t>The task of predicting </a:t>
            </a:r>
            <a:r>
              <a:rPr kumimoji="1" lang="en" altLang="ko-KR" i="1" dirty="0"/>
              <a:t>the next word </a:t>
            </a:r>
            <a:r>
              <a:rPr kumimoji="1" lang="en" altLang="ko-KR" dirty="0"/>
              <a:t>in a document. </a:t>
            </a:r>
          </a:p>
          <a:p>
            <a:r>
              <a:rPr kumimoji="1" lang="en" altLang="ko-KR" dirty="0"/>
              <a:t>This technique can be used to train language models.</a:t>
            </a:r>
          </a:p>
          <a:p>
            <a:r>
              <a:rPr kumimoji="1" lang="en" altLang="ko-KR" dirty="0"/>
              <a:t>Language models can be applied to a wide range of tasks:</a:t>
            </a:r>
          </a:p>
          <a:p>
            <a:pPr lvl="1"/>
            <a:r>
              <a:rPr kumimoji="1" lang="en" altLang="ko-KR" dirty="0"/>
              <a:t>Text generation, text completion, question answering.</a:t>
            </a:r>
          </a:p>
          <a:p>
            <a:endParaRPr kumimoji="1" lang="en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42E91D-3AC8-30F3-4B10-8398305908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121</a:t>
            </a:fld>
            <a:endParaRPr kumimoji="1" lang="ko-Kore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DE6FF82-C7CA-DCFD-13E2-37E6473F4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1067" y="4020754"/>
            <a:ext cx="2548007" cy="166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1DCD8AC2-A218-2C12-5693-A1D4AA27A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2887" y="4159394"/>
            <a:ext cx="2548007" cy="1386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url_upload_6633b4f3dc3ec.mp4 [speed output image]">
            <a:extLst>
              <a:ext uri="{FF2B5EF4-FFF2-40B4-BE49-F238E27FC236}">
                <a16:creationId xmlns:a16="http://schemas.microsoft.com/office/drawing/2014/main" id="{C63FC1FC-9439-0E9A-AB97-9758E40C8C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6"/>
          <a:stretch/>
        </p:blipFill>
        <p:spPr bwMode="auto">
          <a:xfrm>
            <a:off x="548388" y="3697997"/>
            <a:ext cx="5212681" cy="2309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42232C-5321-AE92-7F3B-17A1A9DD4A9A}"/>
                  </a:ext>
                </a:extLst>
              </p:cNvPr>
              <p:cNvSpPr txBox="1"/>
              <p:nvPr/>
            </p:nvSpPr>
            <p:spPr>
              <a:xfrm>
                <a:off x="113867" y="2745171"/>
                <a:ext cx="11529745" cy="961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396" lvl="0">
                  <a:lnSpc>
                    <a:spcPct val="115000"/>
                  </a:lnSpc>
                  <a:buClr>
                    <a:srgbClr val="505046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solidFill>
                            <a:srgbClr val="505046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2400" b="0" i="1" smtClean="0">
                              <a:solidFill>
                                <a:srgbClr val="50504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2400" b="0" i="1" smtClean="0">
                              <a:solidFill>
                                <a:srgbClr val="50504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ko-KR" sz="2400" b="0" i="1" smtClean="0">
                              <a:solidFill>
                                <a:srgbClr val="505046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2400" b="0" i="1" smtClean="0">
                          <a:solidFill>
                            <a:srgbClr val="50504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2400" b="0" i="1" smtClean="0">
                          <a:solidFill>
                            <a:srgbClr val="505046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2400" b="0" i="1" smtClean="0">
                              <a:solidFill>
                                <a:srgbClr val="50504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2400" b="0" i="1" smtClean="0">
                          <a:solidFill>
                            <a:srgbClr val="505046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2400" b="0" i="1" smtClean="0">
                              <a:solidFill>
                                <a:srgbClr val="50504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2400" b="0" i="1" smtClean="0">
                          <a:solidFill>
                            <a:srgbClr val="505046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kumimoji="1" lang="en-US" altLang="ko-KR" sz="2400" b="0" i="1" smtClean="0">
                          <a:solidFill>
                            <a:srgbClr val="505046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2400" b="0" i="1" smtClean="0">
                              <a:solidFill>
                                <a:srgbClr val="50504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2400" b="0" i="1" smtClean="0">
                              <a:solidFill>
                                <a:srgbClr val="505046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kumimoji="1" lang="en-US" altLang="ko-KR" sz="2400" b="0" i="1" smtClean="0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2400" b="0" i="1" smtClean="0">
                          <a:solidFill>
                            <a:srgbClr val="50504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ctrlPr>
                            <a:rPr kumimoji="1" lang="en-US" altLang="ko-KR" sz="2400" b="0" i="1" smtClean="0">
                              <a:solidFill>
                                <a:srgbClr val="50504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kumimoji="1" lang="en-US" altLang="ko-KR" sz="2400" b="0" i="1" smtClean="0">
                              <a:solidFill>
                                <a:srgbClr val="505046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400" b="0" i="1" smtClean="0">
                              <a:solidFill>
                                <a:srgbClr val="505046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ko-KR" sz="2400" b="0" i="1" smtClean="0">
                              <a:solidFill>
                                <a:srgbClr val="50504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kumimoji="1" lang="en-US" altLang="ko-KR" sz="2400" i="1">
                              <a:solidFill>
                                <a:srgbClr val="505046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en-US" altLang="ko-KR" sz="2400" i="1">
                                  <a:solidFill>
                                    <a:srgbClr val="5050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ko-KR" sz="2400" i="1">
                                      <a:solidFill>
                                        <a:srgbClr val="50504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400" i="1">
                                      <a:solidFill>
                                        <a:srgbClr val="505046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sz="2400" i="1">
                                      <a:solidFill>
                                        <a:srgbClr val="505046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ko-KR" sz="2400" i="1">
                                      <a:solidFill>
                                        <a:srgbClr val="50504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400" i="1">
                                      <a:solidFill>
                                        <a:srgbClr val="505046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sz="2400" i="1">
                                      <a:solidFill>
                                        <a:srgbClr val="505046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kumimoji="1" lang="en-US" altLang="ko-KR" sz="2400" i="1">
                                      <a:solidFill>
                                        <a:srgbClr val="505046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1" lang="en-US" altLang="ko-KR" sz="2400">
                  <a:solidFill>
                    <a:srgbClr val="505046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42232C-5321-AE92-7F3B-17A1A9DD4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7" y="2745171"/>
                <a:ext cx="11529745" cy="9615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4F3863A-BF75-884A-C91D-E311954917CD}"/>
              </a:ext>
            </a:extLst>
          </p:cNvPr>
          <p:cNvSpPr txBox="1"/>
          <p:nvPr/>
        </p:nvSpPr>
        <p:spPr>
          <a:xfrm>
            <a:off x="3572247" y="6508893"/>
            <a:ext cx="8068768" cy="276999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2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https://lena-voita.github.io/nlp_course/language_modeling.html</a:t>
            </a:r>
            <a:endParaRPr lang="en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EE8942-6FFC-CB79-8FF0-9023A1E2D7C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86447837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52EAD8-3CA9-DB2F-86D9-B8DF338FE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altLang="ko-KR" sz="4000" dirty="0">
                <a:latin typeface="Arial" panose="020B0604020202020204" pitchFamily="34" charset="0"/>
                <a:cs typeface="Arial" panose="020B0604020202020204" pitchFamily="34" charset="0"/>
              </a:rPr>
              <a:t>Language Models are Unsupervised Multitask Learners</a:t>
            </a:r>
            <a:endParaRPr kumimoji="1"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9E0105-431F-4AD1-7FBF-EC4D49488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868" y="1006300"/>
            <a:ext cx="5833069" cy="5249600"/>
          </a:xfrm>
        </p:spPr>
        <p:txBody>
          <a:bodyPr/>
          <a:lstStyle/>
          <a:p>
            <a:r>
              <a:rPr kumimoji="1" lang="en-US" altLang="ko-KR"/>
              <a:t>GPT-2</a:t>
            </a:r>
          </a:p>
          <a:p>
            <a:pPr lvl="1"/>
            <a:r>
              <a:rPr kumimoji="1" lang="en-US" altLang="ko-KR"/>
              <a:t>Language models can perform multiple downstream tasks without task-specific finetuning.</a:t>
            </a:r>
          </a:p>
          <a:p>
            <a:pPr lvl="1"/>
            <a:r>
              <a:rPr kumimoji="1" lang="en-US" altLang="ko-KR"/>
              <a:t>As the model size gets bigger, the zero-shot capability also improves.</a:t>
            </a:r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B43609-AE08-56A0-F2E2-C7A7B53B7E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122</a:t>
            </a:fld>
            <a:endParaRPr kumimoji="1" lang="ko-Kore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9EC3AF0-7984-E7BA-61B3-B09D50D237E9}"/>
              </a:ext>
            </a:extLst>
          </p:cNvPr>
          <p:cNvGrpSpPr/>
          <p:nvPr/>
        </p:nvGrpSpPr>
        <p:grpSpPr>
          <a:xfrm>
            <a:off x="6003654" y="1290899"/>
            <a:ext cx="5898256" cy="2174159"/>
            <a:chOff x="360823" y="3551896"/>
            <a:chExt cx="5898256" cy="217415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7522544-0833-3027-BF64-74FE5C6741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29671"/>
            <a:stretch/>
          </p:blipFill>
          <p:spPr>
            <a:xfrm>
              <a:off x="360823" y="3551896"/>
              <a:ext cx="5898256" cy="1654178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6C884F4-B0EF-8847-287F-C830048614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83098"/>
            <a:stretch/>
          </p:blipFill>
          <p:spPr>
            <a:xfrm>
              <a:off x="360823" y="5328518"/>
              <a:ext cx="5898256" cy="397537"/>
            </a:xfrm>
            <a:prstGeom prst="rect">
              <a:avLst/>
            </a:prstGeom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67C0FF7-37FB-B64B-7100-F627F90EFF1F}"/>
              </a:ext>
            </a:extLst>
          </p:cNvPr>
          <p:cNvGrpSpPr/>
          <p:nvPr/>
        </p:nvGrpSpPr>
        <p:grpSpPr>
          <a:xfrm>
            <a:off x="328218" y="3887415"/>
            <a:ext cx="7668389" cy="1964285"/>
            <a:chOff x="1675844" y="3648867"/>
            <a:chExt cx="9029978" cy="231306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DBE92F3-F829-3B0C-F074-378BA10935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33590"/>
            <a:stretch/>
          </p:blipFill>
          <p:spPr>
            <a:xfrm>
              <a:off x="1675844" y="3648867"/>
              <a:ext cx="9029978" cy="1654178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9BC8634-F13F-4700-BBD4-B32E9F79C3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74880"/>
            <a:stretch/>
          </p:blipFill>
          <p:spPr>
            <a:xfrm>
              <a:off x="1675844" y="5336214"/>
              <a:ext cx="9029978" cy="625714"/>
            </a:xfrm>
            <a:prstGeom prst="rect">
              <a:avLst/>
            </a:prstGeom>
          </p:spPr>
        </p:pic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9A3F69B7-26ED-881D-34E2-E20F440B1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2495" y="3887415"/>
            <a:ext cx="3609415" cy="18810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C42844-9A36-B712-49A8-0EDBD89EE403}"/>
              </a:ext>
            </a:extLst>
          </p:cNvPr>
          <p:cNvSpPr txBox="1"/>
          <p:nvPr/>
        </p:nvSpPr>
        <p:spPr>
          <a:xfrm>
            <a:off x="3572247" y="6508893"/>
            <a:ext cx="8068768" cy="276999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200" dirty="0">
                <a:latin typeface="Calibri" panose="020F0502020204030204" pitchFamily="34" charset="0"/>
              </a:rPr>
              <a:t>Radford et. al.</a:t>
            </a:r>
            <a:r>
              <a:rPr lang="en-US" altLang="ko-KR" sz="1200" dirty="0">
                <a:latin typeface="Calibri" panose="020F0502020204030204" pitchFamily="34" charset="0"/>
              </a:rPr>
              <a:t>,</a:t>
            </a:r>
            <a:r>
              <a:rPr lang="ko-KR" altLang="en-US" sz="1200" dirty="0">
                <a:latin typeface="Calibri" panose="020F0502020204030204" pitchFamily="34" charset="0"/>
              </a:rPr>
              <a:t> </a:t>
            </a:r>
            <a:r>
              <a:rPr lang="en" altLang="ko-KR" sz="1200" b="1" dirty="0">
                <a:latin typeface="Calibri" panose="020F0502020204030204" pitchFamily="34" charset="0"/>
              </a:rPr>
              <a:t>Language Models are Unsupervised Multitask Learners</a:t>
            </a:r>
            <a:r>
              <a:rPr lang="en-US" altLang="ko-KR" sz="1200" dirty="0">
                <a:latin typeface="Calibri" panose="020F0502020204030204" pitchFamily="34" charset="0"/>
              </a:rPr>
              <a:t>,</a:t>
            </a:r>
            <a:r>
              <a:rPr lang="ko-KR" altLang="en-US" sz="1200" dirty="0">
                <a:latin typeface="Calibri" panose="020F0502020204030204" pitchFamily="34" charset="0"/>
              </a:rPr>
              <a:t> </a:t>
            </a:r>
            <a:r>
              <a:rPr lang="en-US" altLang="ko-KR" sz="1200" dirty="0">
                <a:latin typeface="Calibri" panose="020F0502020204030204" pitchFamily="34" charset="0"/>
              </a:rPr>
              <a:t>OpenAI Blog 2019</a:t>
            </a:r>
            <a:endParaRPr lang="en" altLang="ko-KR" sz="1200" dirty="0">
              <a:latin typeface="Calibri" panose="020F0502020204030204" pitchFamily="34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DDDE57-3A50-6B0C-5C51-51F927C8AFD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54016732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C29695-1A68-44A3-CD43-CF15CCA19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sz="4000" dirty="0">
                <a:latin typeface="Arial" panose="020B0604020202020204" pitchFamily="34" charset="0"/>
                <a:cs typeface="Arial" panose="020B0604020202020204" pitchFamily="34" charset="0"/>
              </a:rPr>
              <a:t>Language Models are Few-Shot Learners</a:t>
            </a:r>
            <a:endParaRPr kumimoji="1"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6540177-F39C-6E86-A836-61B66A322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867" y="1006300"/>
            <a:ext cx="5072183" cy="5249600"/>
          </a:xfrm>
        </p:spPr>
        <p:txBody>
          <a:bodyPr/>
          <a:lstStyle/>
          <a:p>
            <a:r>
              <a:rPr lang="en-US" altLang="ko-KR" dirty="0"/>
              <a:t>GPT-3</a:t>
            </a:r>
          </a:p>
          <a:p>
            <a:pPr lvl="1"/>
            <a:r>
              <a:rPr lang="en-US" altLang="ko-KR" i="1" dirty="0"/>
              <a:t>In-context learning</a:t>
            </a:r>
            <a:r>
              <a:rPr lang="en-US" altLang="ko-KR" dirty="0"/>
              <a:t>: few shot examples given within the context improves the downstream predictions.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7A3649-280C-5B25-51B1-F430F6CA04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123</a:t>
            </a:fld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20A28-18A7-E764-8E37-1289C1901C38}"/>
              </a:ext>
            </a:extLst>
          </p:cNvPr>
          <p:cNvSpPr txBox="1"/>
          <p:nvPr/>
        </p:nvSpPr>
        <p:spPr>
          <a:xfrm>
            <a:off x="57151" y="6046544"/>
            <a:ext cx="12018308" cy="276999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200" dirty="0">
                <a:latin typeface="Calibri" panose="020F0502020204030204" pitchFamily="34" charset="0"/>
              </a:rPr>
              <a:t>Brown et. al.</a:t>
            </a:r>
            <a:r>
              <a:rPr lang="en-US" altLang="ko-KR" sz="1200" dirty="0">
                <a:latin typeface="Calibri" panose="020F0502020204030204" pitchFamily="34" charset="0"/>
              </a:rPr>
              <a:t>,</a:t>
            </a:r>
            <a:r>
              <a:rPr lang="ko-KR" altLang="en-US" sz="1200" dirty="0">
                <a:latin typeface="Calibri" panose="020F0502020204030204" pitchFamily="34" charset="0"/>
              </a:rPr>
              <a:t> </a:t>
            </a:r>
            <a:r>
              <a:rPr lang="en" altLang="ko-KR" sz="1200" dirty="0">
                <a:latin typeface="Calibri" panose="020F0502020204030204" pitchFamily="34" charset="0"/>
              </a:rPr>
              <a:t>Language Models are Few-Shot Learners</a:t>
            </a:r>
            <a:r>
              <a:rPr lang="en-US" altLang="ko-KR" sz="1200" dirty="0">
                <a:latin typeface="Calibri" panose="020F0502020204030204" pitchFamily="34" charset="0"/>
              </a:rPr>
              <a:t>,</a:t>
            </a:r>
            <a:r>
              <a:rPr lang="ko-KR" altLang="en-US" sz="1200" dirty="0">
                <a:latin typeface="Calibri" panose="020F0502020204030204" pitchFamily="34" charset="0"/>
              </a:rPr>
              <a:t> </a:t>
            </a:r>
            <a:r>
              <a:rPr lang="en-US" altLang="ko-KR" sz="1200" dirty="0">
                <a:latin typeface="Calibri" panose="020F0502020204030204" pitchFamily="34" charset="0"/>
              </a:rPr>
              <a:t>2020</a:t>
            </a:r>
            <a:endParaRPr lang="en" altLang="ko-KR" sz="1200" dirty="0">
              <a:latin typeface="Calibri" panose="020F050202020403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F08D9FF-F63F-93B0-BB93-1179F3A75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78" y="3295078"/>
            <a:ext cx="4489906" cy="241157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8C2D917-BE70-3B9B-6749-05E590224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484" y="1133845"/>
            <a:ext cx="6106338" cy="5326907"/>
          </a:xfrm>
          <a:prstGeom prst="rect">
            <a:avLst/>
          </a:prstGeom>
        </p:spPr>
      </p:pic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7065D7-9884-A3D0-C2AE-AC547C91BD0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92073593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B9315-A2A3-ABB9-4A21-5041D1F59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sz="4000" dirty="0">
                <a:latin typeface="Arial" panose="020B0604020202020204" pitchFamily="34" charset="0"/>
                <a:cs typeface="Arial" panose="020B0604020202020204" pitchFamily="34" charset="0"/>
              </a:rPr>
              <a:t>Language Models are Few-Shot Learners</a:t>
            </a:r>
            <a:endParaRPr kumimoji="1"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6C9343-867B-7102-3869-6DC787AED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GPT-3</a:t>
            </a:r>
          </a:p>
          <a:p>
            <a:pPr lvl="1"/>
            <a:r>
              <a:rPr kumimoji="1" lang="en-US" altLang="ko-KR" dirty="0"/>
              <a:t>Model sizes matter.</a:t>
            </a:r>
          </a:p>
          <a:p>
            <a:pPr lvl="1"/>
            <a:r>
              <a:rPr kumimoji="1" lang="en-US" altLang="ko-KR" dirty="0"/>
              <a:t>New abilities are emergent as the model</a:t>
            </a:r>
            <a:br>
              <a:rPr kumimoji="1" lang="en-US" altLang="ko-KR" dirty="0"/>
            </a:br>
            <a:r>
              <a:rPr kumimoji="1" lang="en-US" altLang="ko-KR" dirty="0"/>
              <a:t>size becomes bigger.</a:t>
            </a:r>
          </a:p>
          <a:p>
            <a:pPr lvl="1"/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C62559-EDE7-3286-30B1-A3449147E6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124</a:t>
            </a:fld>
            <a:endParaRPr kumimoji="1" lang="ko-Kore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E0BC09-A0FC-D874-F1C4-C2F403443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576" y="4072134"/>
            <a:ext cx="6760819" cy="213318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76203F4-11E2-6491-FCD5-CCABA2DF9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18" y="3061327"/>
            <a:ext cx="4291673" cy="27903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A26FA73-C802-D56E-6911-1A4F46EAC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1125" y="1146447"/>
            <a:ext cx="4222724" cy="28751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29053A-01D3-4A9A-2D52-DEF7EA583EDF}"/>
              </a:ext>
            </a:extLst>
          </p:cNvPr>
          <p:cNvSpPr txBox="1"/>
          <p:nvPr/>
        </p:nvSpPr>
        <p:spPr>
          <a:xfrm>
            <a:off x="3572247" y="6324227"/>
            <a:ext cx="8068768" cy="46166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Brown et. al.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Language Models are Few-Shot Learners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2020</a:t>
            </a:r>
          </a:p>
          <a:p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Wei et. al., 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Emergent Abilities of Large Language Models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, TMLR 2022</a:t>
            </a:r>
            <a:endParaRPr lang="en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DE94E14B-4F21-EA30-356C-CEB683308F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07175391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6BC6A1-6EFE-99D3-C595-100B26DA3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ko-KR" dirty="0"/>
              <a:t>Transferring Knowledge of FMs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5BF2F0-99AA-9E30-CA5A-CDF80E221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ko-KR" sz="2400" b="1" i="1" dirty="0"/>
              <a:t>Data</a:t>
            </a:r>
            <a:r>
              <a:rPr kumimoji="1" lang="en" altLang="ko-KR" sz="2400" dirty="0"/>
              <a:t>: unannotated data, web-scale, multimodal</a:t>
            </a:r>
          </a:p>
          <a:p>
            <a:pPr lvl="1"/>
            <a:r>
              <a:rPr kumimoji="1" lang="en" altLang="ko-KR" sz="2000" dirty="0"/>
              <a:t>CLIP, Flamingo, SAM use (almost) annotated datasets.</a:t>
            </a:r>
          </a:p>
          <a:p>
            <a:r>
              <a:rPr kumimoji="1" lang="en" altLang="ko-KR" sz="2400" b="1" i="1" dirty="0"/>
              <a:t>Pretext objectives</a:t>
            </a:r>
            <a:r>
              <a:rPr kumimoji="1" lang="en" altLang="ko-KR" sz="2400" dirty="0"/>
              <a:t>: self-supervised learning</a:t>
            </a:r>
          </a:p>
          <a:p>
            <a:pPr lvl="1"/>
            <a:r>
              <a:rPr kumimoji="1" lang="en" altLang="ko-KR" sz="2000" dirty="0"/>
              <a:t>CLIP directly uses a retrieval objective.</a:t>
            </a:r>
          </a:p>
          <a:p>
            <a:r>
              <a:rPr kumimoji="1" lang="en" altLang="ko-KR" sz="2400" b="1" i="1" dirty="0"/>
              <a:t>Adaptation</a:t>
            </a:r>
            <a:r>
              <a:rPr kumimoji="1" lang="en" altLang="ko-KR" sz="2400" dirty="0"/>
              <a:t>: finetuning, prompt-engineering (zero/few-shot)</a:t>
            </a:r>
          </a:p>
          <a:p>
            <a:endParaRPr kumimoji="1" lang="ko-KR" altLang="en-US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128175-9389-8429-7393-E7F0C530A0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125</a:t>
            </a:fld>
            <a:endParaRPr kumimoji="1" lang="ko-Kore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8AAD14-A7C6-161D-24CC-0BA7A29D6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770" y="3237252"/>
            <a:ext cx="8420459" cy="2971927"/>
          </a:xfrm>
          <a:prstGeom prst="rect">
            <a:avLst/>
          </a:prstGeom>
        </p:spPr>
      </p:pic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0F8759-905E-AA84-82A2-DC753DC21CF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46730114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0C3785-1876-7498-0AE4-EAB085CF1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LLMs as Generalist AI Systems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C9B7EE-5AAF-03FF-CD99-6E407943C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dirty="0"/>
              <a:t>The Generalist Paradigm</a:t>
            </a:r>
          </a:p>
          <a:p>
            <a:pPr lvl="1"/>
            <a:r>
              <a:rPr lang="en" altLang="ko-KR" dirty="0"/>
              <a:t>A single LLM performs diverse tasks without task-specific training.</a:t>
            </a:r>
          </a:p>
          <a:p>
            <a:pPr lvl="1"/>
            <a:r>
              <a:rPr kumimoji="1" lang="en" altLang="ko-KR" b="1" dirty="0"/>
              <a:t>Emergent Versatility</a:t>
            </a:r>
            <a:r>
              <a:rPr kumimoji="1" lang="en" altLang="ko-KR" dirty="0"/>
              <a:t>: Capability to perform coding, creative writing, and logical reasoning without retraining.</a:t>
            </a:r>
          </a:p>
          <a:p>
            <a:pPr lvl="1"/>
            <a:r>
              <a:rPr kumimoji="1" lang="en" altLang="ko-KR" b="1" dirty="0"/>
              <a:t>Zero-Shot Learning</a:t>
            </a:r>
            <a:r>
              <a:rPr kumimoji="1" lang="en" altLang="ko-KR" dirty="0"/>
              <a:t>: The ability to solve novel problems purely through natural language instructions (prompting).</a:t>
            </a:r>
          </a:p>
          <a:p>
            <a:pPr lvl="1"/>
            <a:endParaRPr kumimoji="1" lang="en-US" altLang="ko-KR" dirty="0"/>
          </a:p>
          <a:p>
            <a:r>
              <a:rPr lang="en" altLang="ko-KR" dirty="0"/>
              <a:t>Measuring Broad Intelligence</a:t>
            </a:r>
          </a:p>
          <a:p>
            <a:pPr lvl="1"/>
            <a:r>
              <a:rPr kumimoji="1" lang="en" altLang="ko-KR" b="1" dirty="0"/>
              <a:t>Evaluation Shift</a:t>
            </a:r>
            <a:r>
              <a:rPr kumimoji="1" lang="en" altLang="ko-KR" dirty="0"/>
              <a:t>: From single-metric accuracy to Massive Multi-Task Benchmarking.</a:t>
            </a:r>
          </a:p>
          <a:p>
            <a:pPr lvl="1"/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E019CE-2A8D-C098-6035-21514F7022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EB7A45-E2A2-C5DC-5918-6BF212798CD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32634986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EBD08-A013-5FA9-3E42-B150D29CD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/>
              <a:t>The Evolutionary Tree of Modern LLMs</a:t>
            </a:r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A1011-38E5-5244-BAE7-496F73590A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127</a:t>
            </a:fld>
            <a:endParaRPr kumimoji="1" lang="ko-Kore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1AC776-0D65-23B8-D01E-82B9E5A34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609" y="973132"/>
            <a:ext cx="6948782" cy="54342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8F1397-67F0-5330-4D75-3F4D3E94ED83}"/>
              </a:ext>
            </a:extLst>
          </p:cNvPr>
          <p:cNvSpPr txBox="1"/>
          <p:nvPr/>
        </p:nvSpPr>
        <p:spPr>
          <a:xfrm>
            <a:off x="3572246" y="6508893"/>
            <a:ext cx="8345231" cy="276999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Yang et. al.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Harnessing the Power of LLMs in Practice: A Survey on ChatGPT and Beyond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Trans. on KDD 2024</a:t>
            </a:r>
            <a:endParaRPr lang="en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5C6EEB5-DF97-D312-2A44-576452C68C9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58476604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BC44C4-F780-ACA2-E49D-DA444D847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Two Ways of Using LLMs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42E535-72AC-56D2-7FC2-40E9C667D1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F87BD23-2D77-BB4E-AFF3-703BB0EB43B8}" type="slidenum">
              <a:rPr kumimoji="1" lang="ko-Kore-KR" altLang="en-US" smtClean="0"/>
              <a:t>128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275F6-14B2-6A4E-8DED-88171390D89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  <p:sp>
        <p:nvSpPr>
          <p:cNvPr id="101" name="Card L"/>
          <p:cNvSpPr/>
          <p:nvPr/>
        </p:nvSpPr>
        <p:spPr>
          <a:xfrm>
            <a:off x="304800" y="1168400"/>
            <a:ext cx="5638800" cy="5003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C9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Header L"/>
          <p:cNvSpPr/>
          <p:nvPr/>
        </p:nvSpPr>
        <p:spPr>
          <a:xfrm>
            <a:off x="304800" y="1168400"/>
            <a:ext cx="5638800" cy="711200"/>
          </a:xfrm>
          <a:prstGeom prst="rect">
            <a:avLst/>
          </a:prstGeom>
          <a:solidFill>
            <a:srgbClr val="7E0015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Commercial APIs</a:t>
            </a:r>
          </a:p>
        </p:txBody>
      </p:sp>
      <p:sp>
        <p:nvSpPr>
          <p:cNvPr id="103" name="Content L"/>
          <p:cNvSpPr/>
          <p:nvPr/>
        </p:nvSpPr>
        <p:spPr>
          <a:xfrm>
            <a:off x="558800" y="2057400"/>
            <a:ext cx="5130800" cy="4013200"/>
          </a:xfrm>
          <a:prstGeom prst="rect">
            <a:avLst/>
          </a:prstGeom>
          <a:noFill/>
        </p:spPr>
        <p:txBody>
          <a:bodyPr lIns="0" tIns="0" rIns="0" bIns="0" rtlCol="0">
            <a:normAutofit/>
          </a:bodyPr>
          <a:lstStyle/>
          <a:p>
            <a:pPr>
              <a:buNone/>
            </a:pPr>
            <a:r>
              <a:rPr lang="en-US" sz="2000" i="1" dirty="0">
                <a:solidFill>
                  <a:srgbClr val="505046"/>
                </a:solidFill>
              </a:rPr>
              <a:t>GPT-4o, Claude, Gemini — via cloud API</a:t>
            </a:r>
          </a:p>
          <a:p>
            <a:pPr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2E7D32"/>
                </a:solidFill>
              </a:rPr>
              <a:t>Pros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No infrastructure to build or maintain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Best-in-class quality, always updated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Fast to integrate; scales on demand</a:t>
            </a:r>
          </a:p>
          <a:p>
            <a:pPr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B22600"/>
                </a:solidFill>
              </a:rPr>
              <a:t>Cons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Data leaves your environment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Ongoing per-token / usage costs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Vendor lock-in, rate limits, downtime risk</a:t>
            </a:r>
          </a:p>
        </p:txBody>
      </p:sp>
      <p:sp>
        <p:nvSpPr>
          <p:cNvPr id="104" name="Card R"/>
          <p:cNvSpPr/>
          <p:nvPr/>
        </p:nvSpPr>
        <p:spPr>
          <a:xfrm>
            <a:off x="6248400" y="1168400"/>
            <a:ext cx="5638800" cy="5003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C9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Header R"/>
          <p:cNvSpPr/>
          <p:nvPr/>
        </p:nvSpPr>
        <p:spPr>
          <a:xfrm>
            <a:off x="6248400" y="1168400"/>
            <a:ext cx="5638800" cy="711200"/>
          </a:xfrm>
          <a:prstGeom prst="rect">
            <a:avLst/>
          </a:prstGeom>
          <a:solidFill>
            <a:srgbClr val="7E0015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On-Prem / Self-Hosted</a:t>
            </a:r>
          </a:p>
        </p:txBody>
      </p:sp>
      <p:sp>
        <p:nvSpPr>
          <p:cNvPr id="106" name="Content R"/>
          <p:cNvSpPr/>
          <p:nvPr/>
        </p:nvSpPr>
        <p:spPr>
          <a:xfrm>
            <a:off x="6502400" y="2057400"/>
            <a:ext cx="5130800" cy="4013200"/>
          </a:xfrm>
          <a:prstGeom prst="rect">
            <a:avLst/>
          </a:prstGeom>
          <a:noFill/>
        </p:spPr>
        <p:txBody>
          <a:bodyPr lIns="0" tIns="0" rIns="0" bIns="0" rtlCol="0">
            <a:normAutofit/>
          </a:bodyPr>
          <a:lstStyle/>
          <a:p>
            <a:pPr>
              <a:buNone/>
            </a:pPr>
            <a:r>
              <a:rPr lang="en-US" sz="2000" i="1" dirty="0">
                <a:solidFill>
                  <a:srgbClr val="505046"/>
                </a:solidFill>
              </a:rPr>
              <a:t>Llama, Mistral, Qwen — on your own GPUs</a:t>
            </a:r>
          </a:p>
          <a:p>
            <a:pPr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2E7D32"/>
                </a:solidFill>
              </a:rPr>
              <a:t>Pros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Full data privacy and control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Fixed cost; no per-call fees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Customizable, fine-tunable, offline-capable</a:t>
            </a:r>
          </a:p>
          <a:p>
            <a:pPr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B22600"/>
                </a:solidFill>
              </a:rPr>
              <a:t>Cons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Requires GPU hardware and MLOps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Quality below frontier models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You own maintenance and scaling</a:t>
            </a:r>
          </a:p>
        </p:txBody>
      </p:sp>
    </p:spTree>
    <p:extLst>
      <p:ext uri="{BB962C8B-B14F-4D97-AF65-F5344CB8AC3E}">
        <p14:creationId xmlns:p14="http://schemas.microsoft.com/office/powerpoint/2010/main" val="225990633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extLst>
              <a:ext uri="{FF2B5EF4-FFF2-40B4-BE49-F238E27FC236}">
                <a16:creationId xmlns:a16="http://schemas.microsoft.com/office/drawing/2014/main" id="{DAA00D2E-E814-A51F-0B51-2590B1C07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965" y="378377"/>
            <a:ext cx="5758070" cy="5758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85CCCFE6-0017-5928-3815-2C723C09AF1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1" lang="en" altLang="ko-Kore-KR"/>
              <a:t>Korea AI in Action
Large Language Models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68116305"/>
      </p:ext>
    </p:extLst>
  </p:cSld>
  <p:clrMapOvr>
    <a:masterClrMapping/>
  </p:clrMapOvr>
</p:sld>
</file>

<file path=ppt/theme/theme1.xml><?xml version="1.0" encoding="utf-8"?>
<a:theme xmlns:a="http://schemas.openxmlformats.org/drawingml/2006/main" name="KU-basic">
  <a:themeElements>
    <a:clrScheme name="Korea University">
      <a:dk1>
        <a:srgbClr val="000000"/>
      </a:dk1>
      <a:lt1>
        <a:srgbClr val="FFFFFF"/>
      </a:lt1>
      <a:dk2>
        <a:srgbClr val="505046"/>
      </a:dk2>
      <a:lt2>
        <a:srgbClr val="EEECE1"/>
      </a:lt2>
      <a:accent1>
        <a:srgbClr val="E84C22"/>
      </a:accent1>
      <a:accent2>
        <a:srgbClr val="D8C9B0"/>
      </a:accent2>
      <a:accent3>
        <a:srgbClr val="7E0015"/>
      </a:accent3>
      <a:accent4>
        <a:srgbClr val="FF8427"/>
      </a:accent4>
      <a:accent5>
        <a:srgbClr val="CC9900"/>
      </a:accent5>
      <a:accent6>
        <a:srgbClr val="B22600"/>
      </a:accent6>
      <a:hlink>
        <a:srgbClr val="7E0015"/>
      </a:hlink>
      <a:folHlink>
        <a:srgbClr val="7E00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U-basic" id="{8F46DA41-1D43-584C-8212-75308E9A0E76}" vid="{D45458C2-2C16-3644-BCCF-C4CD51C4A87F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DC8013B-27DF-7A40-8868-F8873FB534DF}">
  <we:reference id="wa200010001" version="1.0.0.1" store="ko-KR" storeType="OMEX"/>
  <we:alternateReferences>
    <we:reference id="WA200010001" version="1.0.0.1" store="" storeType="OMEX"/>
  </we:alternateReferences>
  <we:properties>
    <we:property name="claude.fileId" value="&quot;3aed7502-7566-44ce-a25f-c253adc826d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KU-basic</Template>
  <TotalTime>19456</TotalTime>
  <Words>13554</Words>
  <Application>Microsoft Macintosh PowerPoint</Application>
  <PresentationFormat>와이드스크린</PresentationFormat>
  <Paragraphs>2890</Paragraphs>
  <Slides>129</Slides>
  <Notes>35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129</vt:i4>
      </vt:variant>
    </vt:vector>
  </HeadingPairs>
  <TitlesOfParts>
    <vt:vector size="137" baseType="lpstr">
      <vt:lpstr>시스템 서체 일반체</vt:lpstr>
      <vt:lpstr>Times</vt:lpstr>
      <vt:lpstr>Arial</vt:lpstr>
      <vt:lpstr>Calibri</vt:lpstr>
      <vt:lpstr>Cambria Math</vt:lpstr>
      <vt:lpstr>Menlo</vt:lpstr>
      <vt:lpstr>Wingdings</vt:lpstr>
      <vt:lpstr>KU-basic</vt:lpstr>
      <vt:lpstr>Large Language Models building up from RNNs through Transformers</vt:lpstr>
      <vt:lpstr>Processing Sequential Data</vt:lpstr>
      <vt:lpstr>Examples of Sequence Data</vt:lpstr>
      <vt:lpstr>Sequential Data Representation</vt:lpstr>
      <vt:lpstr>Textual Data Representation</vt:lpstr>
      <vt:lpstr>Textual Data Representation</vt:lpstr>
      <vt:lpstr>Textual Data Representation</vt:lpstr>
      <vt:lpstr>Textual Data Representation</vt:lpstr>
      <vt:lpstr>Recurrent Neural Networks</vt:lpstr>
      <vt:lpstr>“Vanilla” Neural Networks</vt:lpstr>
      <vt:lpstr>Recurrent Neural Networks (RNNs)</vt:lpstr>
      <vt:lpstr>Recurrent Neural Networks (RNNs)</vt:lpstr>
      <vt:lpstr>Recurrent Neural Networks (RNNs)</vt:lpstr>
      <vt:lpstr>Recurrent Neural Networks (RNNs)</vt:lpstr>
      <vt:lpstr>Recurrent Neural Networks (RNNs)</vt:lpstr>
      <vt:lpstr>Recurrent Neural Networks (RNNs)</vt:lpstr>
      <vt:lpstr>Recurrent Neural Networks (RNNs)</vt:lpstr>
      <vt:lpstr>Recurrent Neural Networks (RNNs)</vt:lpstr>
      <vt:lpstr>Simple Recurrent Neural Networks (RNNs)</vt:lpstr>
      <vt:lpstr>RNN: Computational Graph</vt:lpstr>
      <vt:lpstr>RNN: Computational Graph</vt:lpstr>
      <vt:lpstr>RNN: Computational Graph – One to Many</vt:lpstr>
      <vt:lpstr>RNN: Computational Graph – Many to One</vt:lpstr>
      <vt:lpstr>RNN: Computational Graph – Many to Many (1)</vt:lpstr>
      <vt:lpstr>RNN: Computational Graph – Many to Many (2)</vt:lpstr>
      <vt:lpstr>Backpropagation through Time</vt:lpstr>
      <vt:lpstr>Recurrent Neural Networks Properties</vt:lpstr>
      <vt:lpstr>Language Processing with RNNs</vt:lpstr>
      <vt:lpstr>Language Processing with RNNs</vt:lpstr>
      <vt:lpstr>Language Processing with RNNs</vt:lpstr>
      <vt:lpstr>Text Preprocessing for Vector Representation</vt:lpstr>
      <vt:lpstr>Text Tokenization</vt:lpstr>
      <vt:lpstr>Sub-word Tokenization</vt:lpstr>
      <vt:lpstr>One-Hot Encoding vs. Word Embedding</vt:lpstr>
      <vt:lpstr>One-Hot Encoding vs. Word Embedding</vt:lpstr>
      <vt:lpstr>Example Task: Machine Translation</vt:lpstr>
      <vt:lpstr>Machine Translation</vt:lpstr>
      <vt:lpstr>Machine Translation</vt:lpstr>
      <vt:lpstr>Machine Translation</vt:lpstr>
      <vt:lpstr>Machine Translation</vt:lpstr>
      <vt:lpstr>Machine Translation</vt:lpstr>
      <vt:lpstr>Machine Translation</vt:lpstr>
      <vt:lpstr>Machine Translation</vt:lpstr>
      <vt:lpstr>Machine Translation</vt:lpstr>
      <vt:lpstr>Machine Translation</vt:lpstr>
      <vt:lpstr>Machine Translation</vt:lpstr>
      <vt:lpstr>Machine Translation</vt:lpstr>
      <vt:lpstr>Machine Translation</vt:lpstr>
      <vt:lpstr>Machine Translation</vt:lpstr>
      <vt:lpstr>Attention for Relevant Context Modeling</vt:lpstr>
      <vt:lpstr>Sequence-to-Sequence with RNNs </vt:lpstr>
      <vt:lpstr>Sequence-to-Sequence with RNNs </vt:lpstr>
      <vt:lpstr>Sequence-to-Sequence with RNNs </vt:lpstr>
      <vt:lpstr>Sequence-to-Sequence with RNNs </vt:lpstr>
      <vt:lpstr>Sequence-to-Sequence with RNNs </vt:lpstr>
      <vt:lpstr>Sequence-to-Sequence with RNNs </vt:lpstr>
      <vt:lpstr>Sequence-to-Sequence with RNNs </vt:lpstr>
      <vt:lpstr>Sequence-to-Sequence with RNNs and Attention</vt:lpstr>
      <vt:lpstr>Sequence-to-Sequence with RNNs and Attention</vt:lpstr>
      <vt:lpstr>Sequence-to-Sequence with RNNs and Attention</vt:lpstr>
      <vt:lpstr>Sequence-to-Sequence with RNNs and Attention</vt:lpstr>
      <vt:lpstr>Sequence-to-Sequence with RNNs and Attention</vt:lpstr>
      <vt:lpstr>Sequence-to-Sequence with RNNs and Attention</vt:lpstr>
      <vt:lpstr>Sequence-to-Sequence with RNNs and Attention</vt:lpstr>
      <vt:lpstr>Sequence-to-Sequence with RNNs and Attention</vt:lpstr>
      <vt:lpstr>Sequence-to-Sequence with RNNs and Attention</vt:lpstr>
      <vt:lpstr>Sequence-to-Sequence with RNNs and Attention</vt:lpstr>
      <vt:lpstr>Sequence-to-Sequence with RNNs and Attention</vt:lpstr>
      <vt:lpstr>Sequence-to-Sequence with RNNs and Attention</vt:lpstr>
      <vt:lpstr>Transformers</vt:lpstr>
      <vt:lpstr>Attention Layer</vt:lpstr>
      <vt:lpstr>Attention Layer</vt:lpstr>
      <vt:lpstr>Attention Layer</vt:lpstr>
      <vt:lpstr>Attention Layer</vt:lpstr>
      <vt:lpstr>Attention Layer</vt:lpstr>
      <vt:lpstr>Attention Layer</vt:lpstr>
      <vt:lpstr>Attention Layer</vt:lpstr>
      <vt:lpstr>Attention Layer</vt:lpstr>
      <vt:lpstr>Attention Layer</vt:lpstr>
      <vt:lpstr>Attention Layer</vt:lpstr>
      <vt:lpstr>Attention Layer</vt:lpstr>
      <vt:lpstr>Attention Layer</vt:lpstr>
      <vt:lpstr>Attention Layer</vt:lpstr>
      <vt:lpstr>Self-Attention Layer</vt:lpstr>
      <vt:lpstr>Self-Attention Layer</vt:lpstr>
      <vt:lpstr>Self-Attention Layer</vt:lpstr>
      <vt:lpstr>Self-Attention Layer</vt:lpstr>
      <vt:lpstr>Self-Attention Layer</vt:lpstr>
      <vt:lpstr>Self-Attention Layer</vt:lpstr>
      <vt:lpstr>Self-Attention Layer</vt:lpstr>
      <vt:lpstr>Self-Attention Layer</vt:lpstr>
      <vt:lpstr>Self-Attention Layer</vt:lpstr>
      <vt:lpstr>Self-Attention Layer</vt:lpstr>
      <vt:lpstr>Self-Attention Layer</vt:lpstr>
      <vt:lpstr>Self-Attention Layer</vt:lpstr>
      <vt:lpstr>Self-Attention Layer</vt:lpstr>
      <vt:lpstr>Self-Attention Layer</vt:lpstr>
      <vt:lpstr>Self-Attention Layer</vt:lpstr>
      <vt:lpstr>Self-Attention Layer</vt:lpstr>
      <vt:lpstr>Masked Self-Attention Layer</vt:lpstr>
      <vt:lpstr>Multi-head Self-Attention Layer</vt:lpstr>
      <vt:lpstr>Multi-head Self-Attention Layer</vt:lpstr>
      <vt:lpstr>Multi-head Self-Attention Layer</vt:lpstr>
      <vt:lpstr>Multi-head Self-Attention Layer</vt:lpstr>
      <vt:lpstr>Multi-head Self-Attention Layer</vt:lpstr>
      <vt:lpstr>Multi-head Self-Attention Layer</vt:lpstr>
      <vt:lpstr>Multi-head Self-Attention Layer</vt:lpstr>
      <vt:lpstr>Multi-head Self-Attention Layer</vt:lpstr>
      <vt:lpstr>Transformers</vt:lpstr>
      <vt:lpstr>Transformers</vt:lpstr>
      <vt:lpstr>Transformers</vt:lpstr>
      <vt:lpstr>Transformers</vt:lpstr>
      <vt:lpstr>Transformers</vt:lpstr>
      <vt:lpstr>Transformers</vt:lpstr>
      <vt:lpstr>Transformers</vt:lpstr>
      <vt:lpstr>Transformers</vt:lpstr>
      <vt:lpstr>Transformers</vt:lpstr>
      <vt:lpstr>Transformers</vt:lpstr>
      <vt:lpstr>Transformers</vt:lpstr>
      <vt:lpstr>Large Language Models</vt:lpstr>
      <vt:lpstr>Language Modeling</vt:lpstr>
      <vt:lpstr>Language Models are Unsupervised Multitask Learners</vt:lpstr>
      <vt:lpstr>Language Models are Few-Shot Learners</vt:lpstr>
      <vt:lpstr>Language Models are Few-Shot Learners</vt:lpstr>
      <vt:lpstr>Transferring Knowledge of FMs</vt:lpstr>
      <vt:lpstr>LLMs as Generalist AI Systems</vt:lpstr>
      <vt:lpstr>The Evolutionary Tree of Modern LLMs</vt:lpstr>
      <vt:lpstr>Two Ways of Using LLMs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AI</dc:title>
  <dc:creator>cvlab</dc:creator>
  <cp:lastModifiedBy>Paul Hongsuck Seo</cp:lastModifiedBy>
  <cp:revision>91</cp:revision>
  <dcterms:created xsi:type="dcterms:W3CDTF">2023-08-14T01:48:06Z</dcterms:created>
  <dcterms:modified xsi:type="dcterms:W3CDTF">2026-07-07T15:58:41Z</dcterms:modified>
</cp:coreProperties>
</file>